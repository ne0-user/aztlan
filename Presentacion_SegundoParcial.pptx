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Advent Pro Medium"/>
      <p:regular r:id="rId15"/>
      <p:bold r:id="rId16"/>
      <p:italic r:id="rId17"/>
      <p:boldItalic r:id="rId18"/>
    </p:embeddedFont>
    <p:embeddedFont>
      <p:font typeface="Orbitron"/>
      <p:regular r:id="rId19"/>
      <p:bold r:id="rId20"/>
    </p:embeddedFont>
    <p:embeddedFont>
      <p:font typeface="Orbitron ExtraBold"/>
      <p:bold r:id="rId21"/>
    </p:embeddedFont>
    <p:embeddedFont>
      <p:font typeface="Advent Pr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rbitron-bold.fntdata"/><Relationship Id="rId22" Type="http://schemas.openxmlformats.org/officeDocument/2006/relationships/font" Target="fonts/AdventPro-regular.fntdata"/><Relationship Id="rId21" Type="http://schemas.openxmlformats.org/officeDocument/2006/relationships/font" Target="fonts/OrbitronExtraBold-bold.fntdata"/><Relationship Id="rId24" Type="http://schemas.openxmlformats.org/officeDocument/2006/relationships/font" Target="fonts/AdventPro-italic.fntdata"/><Relationship Id="rId23" Type="http://schemas.openxmlformats.org/officeDocument/2006/relationships/font" Target="fonts/AdventPr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AdventPr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AdventProMedium-regular.fntdata"/><Relationship Id="rId14" Type="http://schemas.openxmlformats.org/officeDocument/2006/relationships/slide" Target="slides/slide10.xml"/><Relationship Id="rId17" Type="http://schemas.openxmlformats.org/officeDocument/2006/relationships/font" Target="fonts/AdventProMedium-italic.fntdata"/><Relationship Id="rId16" Type="http://schemas.openxmlformats.org/officeDocument/2006/relationships/font" Target="fonts/AdventProMedium-bold.fntdata"/><Relationship Id="rId19" Type="http://schemas.openxmlformats.org/officeDocument/2006/relationships/font" Target="fonts/Orbitron-regular.fntdata"/><Relationship Id="rId18" Type="http://schemas.openxmlformats.org/officeDocument/2006/relationships/font" Target="fonts/AdventPro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5" name="Shape 5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6" name="Google Shape;548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7" name="Google Shape;548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5" name="Shape 5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6" name="Google Shape;5576;g6e7e45355d_0_2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7" name="Google Shape;5577;g6e7e45355d_0_2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4" name="Shape 5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5" name="Google Shape;5595;g6e7e45355d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6" name="Google Shape;5596;g6e7e45355d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6" name="Shape 5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7" name="Google Shape;5687;g6edfa80311_0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8" name="Google Shape;5688;g6edfa80311_0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3" name="Shape 5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4" name="Google Shape;5704;g6edfa80311_0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5" name="Google Shape;5705;g6edfa80311_0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7" name="Shape 5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8" name="Google Shape;5798;g39dbad04b0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9" name="Google Shape;5799;g39dbad04b0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6" name="Shape 5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7" name="Google Shape;5817;g39dbad04b0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8" name="Google Shape;5818;g39dbad04b0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5" name="Shape 5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" name="Google Shape;5836;g6edfa80311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7" name="Google Shape;5837;g6edfa80311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8" name="Shape 5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9" name="Google Shape;5929;g6edfa8031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0" name="Google Shape;5930;g6edfa8031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8" name="Shape 5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" name="Google Shape;5949;g6edfa80311_0_37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0" name="Google Shape;5950;g6edfa80311_0_37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1589700" y="2044500"/>
            <a:ext cx="5964600" cy="18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753050" y="3757375"/>
            <a:ext cx="5637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6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3"/>
          <p:cNvGrpSpPr/>
          <p:nvPr/>
        </p:nvGrpSpPr>
        <p:grpSpPr>
          <a:xfrm>
            <a:off x="-259862" y="786553"/>
            <a:ext cx="1443946" cy="721968"/>
            <a:chOff x="311697" y="-12"/>
            <a:chExt cx="4437449" cy="2218709"/>
          </a:xfrm>
        </p:grpSpPr>
        <p:sp>
          <p:nvSpPr>
            <p:cNvPr id="14" name="Google Shape;14;p3"/>
            <p:cNvSpPr/>
            <p:nvPr/>
          </p:nvSpPr>
          <p:spPr>
            <a:xfrm>
              <a:off x="2400974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3"/>
            <p:cNvSpPr/>
            <p:nvPr/>
          </p:nvSpPr>
          <p:spPr>
            <a:xfrm>
              <a:off x="2253074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208667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195724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790857" y="2070781"/>
              <a:ext cx="166400" cy="147916"/>
            </a:xfrm>
            <a:custGeom>
              <a:rect b="b" l="l" r="r" t="t"/>
              <a:pathLst>
                <a:path extrusionOk="0" h="9523" w="10713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164291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513494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34709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19917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069761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903361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755430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625998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2400974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25307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208667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95724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790857" y="192286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64291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513494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34709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119917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069761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903361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55430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25998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59598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311697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2400974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25307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08667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95724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790857" y="175648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64291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513494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34709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19917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069761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903361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55430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25998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459598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11697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400974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225307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208667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95724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790857" y="162704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64291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513494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34709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119917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069761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903361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755430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25998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59598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311697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400974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25307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08667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95724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790857" y="1460633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64291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513494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34709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19917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069761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903361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755430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25998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59598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311697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2400974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225307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08667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95724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790857" y="1331201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64291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513494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34709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19917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069761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903361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755430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625998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59598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2400974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2253074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208667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95724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790857" y="118328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64291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513494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34709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19917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69761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903361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55430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626013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400974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253074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08667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195724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790857" y="101690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64291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513494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134709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199178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1069761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903361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755430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400974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253074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08667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195724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1790857" y="88746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164291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1513494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34709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199178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069761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903361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55430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400974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253074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08667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95724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790857" y="739552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64291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513494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34709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199178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1069761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903361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400974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253074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086674" y="573137"/>
              <a:ext cx="166415" cy="166431"/>
            </a:xfrm>
            <a:custGeom>
              <a:rect b="b" l="l" r="r" t="t"/>
              <a:pathLst>
                <a:path extrusionOk="0" h="10715" w="10714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195724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1790857" y="573137"/>
              <a:ext cx="166400" cy="166431"/>
            </a:xfrm>
            <a:custGeom>
              <a:rect b="b" l="l" r="r" t="t"/>
              <a:pathLst>
                <a:path extrusionOk="0" h="10715" w="10713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164291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1513494" y="573137"/>
              <a:ext cx="129432" cy="166431"/>
            </a:xfrm>
            <a:custGeom>
              <a:rect b="b" l="l" r="r" t="t"/>
              <a:pathLst>
                <a:path extrusionOk="0" h="10715" w="8333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2400974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2253074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2086674" y="443705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195724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1790857" y="443705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64291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1513494" y="443705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2400974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2253074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086674" y="27732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195724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1790857" y="27732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164291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400974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2253074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2086674" y="129404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195724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1790857" y="129404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2400974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2253074" y="-12"/>
              <a:ext cx="147916" cy="129432"/>
            </a:xfrm>
            <a:custGeom>
              <a:rect b="b" l="l" r="r" t="t"/>
              <a:pathLst>
                <a:path extrusionOk="0" h="8333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2086674" y="-12"/>
              <a:ext cx="166415" cy="129432"/>
            </a:xfrm>
            <a:custGeom>
              <a:rect b="b" l="l" r="r" t="t"/>
              <a:pathLst>
                <a:path extrusionOk="0" h="8333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195724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253040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67832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807755" y="2070781"/>
              <a:ext cx="166431" cy="147916"/>
            </a:xfrm>
            <a:custGeom>
              <a:rect b="b" l="l" r="r" t="t"/>
              <a:pathLst>
                <a:path extrusionOk="0" h="9523" w="10715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97417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312208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326998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41790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565818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713719" y="2070781"/>
              <a:ext cx="147963" cy="147916"/>
            </a:xfrm>
            <a:custGeom>
              <a:rect b="b" l="l" r="r" t="t"/>
              <a:pathLst>
                <a:path extrusionOk="0" h="9523" w="9526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386166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400956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415748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430539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253040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267832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2807755" y="192286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297417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312208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326998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341790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3565818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3713719" y="192286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386166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400956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415748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430539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445331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4601215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53040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67832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807755" y="175648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97417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312208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326998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341790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3565818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713719" y="175648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386166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400956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15748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30539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445331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4601215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253040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267832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2807755" y="162704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97417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12208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26998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41790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3565818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713719" y="162704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386166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400956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415748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430539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445331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4601215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253040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267832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2807755" y="1460633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297417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312208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326998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341790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3565818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3713719" y="1460633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386166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00956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15748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30539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45331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601215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253040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267832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2807755" y="1331201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297417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312208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326998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341790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3565818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3713719" y="1331201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386166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400956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415748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430539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445331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4601215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253040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267832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2807755" y="118328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297417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312208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326998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341790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3565818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3713719" y="118328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386166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400956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415748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430539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253040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267832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2807755" y="101690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297417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312208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326998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341790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3565818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3713719" y="101690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386166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400956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415748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253040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267832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2807755" y="88746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297417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312208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326998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341790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565818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713719" y="88746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86166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400956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415748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253040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267832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2807755" y="739552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297417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312208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326998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3417902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3565818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3713719" y="739552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386166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400956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253040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267832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2807755" y="573137"/>
              <a:ext cx="166431" cy="166431"/>
            </a:xfrm>
            <a:custGeom>
              <a:rect b="b" l="l" r="r" t="t"/>
              <a:pathLst>
                <a:path extrusionOk="0" h="10715" w="10715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297417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3122086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326998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3417902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253040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267832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2807755" y="443705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297417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3122086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326998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3417902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253040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267832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2807755" y="27732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297417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3122086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326998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2530406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267832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2807755" y="129404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2974170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122086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2530406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267832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2807755" y="-12"/>
              <a:ext cx="166431" cy="129432"/>
            </a:xfrm>
            <a:custGeom>
              <a:rect b="b" l="l" r="r" t="t"/>
              <a:pathLst>
                <a:path extrusionOk="0" h="8333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2974170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3" name="Google Shape;343;p3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344" name="Google Shape;344;p3"/>
            <p:cNvSpPr/>
            <p:nvPr/>
          </p:nvSpPr>
          <p:spPr>
            <a:xfrm>
              <a:off x="2400974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2253074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208667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195724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1790857" y="2070781"/>
              <a:ext cx="166400" cy="147916"/>
            </a:xfrm>
            <a:custGeom>
              <a:rect b="b" l="l" r="r" t="t"/>
              <a:pathLst>
                <a:path extrusionOk="0" h="9523" w="10713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164291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513494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34709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19917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1069761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903361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755430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625998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2400974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225307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208667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195724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1790857" y="192286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64291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1513494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134709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119917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069761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903361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755430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625998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459598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311697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2400974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225307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208667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195724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1790857" y="175648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164291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1513494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134709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119917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1069761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903361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755430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625998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459598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311697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2400974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225307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208667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195724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1790857" y="162704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164291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1513494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134709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119917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1069761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903361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755430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625998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459598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311697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2400974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225307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208667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195724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1790857" y="1460633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164291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1513494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134709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119917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1069761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903361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755430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625998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459598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311697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2400974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225307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208667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195724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1790857" y="1331201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164291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1513494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134709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119917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1069761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903361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55430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625998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459598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2400974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2253074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208667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195724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1790857" y="118328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164291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1513494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134709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119917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1069761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903361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755430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626013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2400974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2253074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208667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195724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1790857" y="101690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164291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1513494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34709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1199178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1069761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903361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755430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2400974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2253074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208667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195724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1790857" y="88746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164291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1513494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134709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1199178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1069761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903361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755430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2400974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2253074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208667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195724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1790857" y="739552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164291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513494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134709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1199178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1069761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903361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2400974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2253074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2086674" y="573137"/>
              <a:ext cx="166415" cy="166431"/>
            </a:xfrm>
            <a:custGeom>
              <a:rect b="b" l="l" r="r" t="t"/>
              <a:pathLst>
                <a:path extrusionOk="0" h="10715" w="10714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195724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1790857" y="573137"/>
              <a:ext cx="166400" cy="166431"/>
            </a:xfrm>
            <a:custGeom>
              <a:rect b="b" l="l" r="r" t="t"/>
              <a:pathLst>
                <a:path extrusionOk="0" h="10715" w="10713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164291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1513494" y="573137"/>
              <a:ext cx="129432" cy="166431"/>
            </a:xfrm>
            <a:custGeom>
              <a:rect b="b" l="l" r="r" t="t"/>
              <a:pathLst>
                <a:path extrusionOk="0" h="10715" w="8333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2400974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2253074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2086674" y="443705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95724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790857" y="443705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64291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1513494" y="443705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2400974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2253074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2086674" y="27732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195724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1790857" y="27732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164291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2400974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2253074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2086674" y="129404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195724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1790857" y="129404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2400974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2253074" y="-12"/>
              <a:ext cx="147916" cy="129432"/>
            </a:xfrm>
            <a:custGeom>
              <a:rect b="b" l="l" r="r" t="t"/>
              <a:pathLst>
                <a:path extrusionOk="0" h="8333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2086674" y="-12"/>
              <a:ext cx="166415" cy="129432"/>
            </a:xfrm>
            <a:custGeom>
              <a:rect b="b" l="l" r="r" t="t"/>
              <a:pathLst>
                <a:path extrusionOk="0" h="8333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195724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253040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267832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2807755" y="2070781"/>
              <a:ext cx="166431" cy="147916"/>
            </a:xfrm>
            <a:custGeom>
              <a:rect b="b" l="l" r="r" t="t"/>
              <a:pathLst>
                <a:path extrusionOk="0" h="9523" w="10715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297417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312208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326998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41790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3565818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3713719" y="2070781"/>
              <a:ext cx="147963" cy="147916"/>
            </a:xfrm>
            <a:custGeom>
              <a:rect b="b" l="l" r="r" t="t"/>
              <a:pathLst>
                <a:path extrusionOk="0" h="9523" w="9526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386166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400956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415748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430539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253040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267832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2807755" y="192286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297417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312208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326998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341790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3565818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3713719" y="192286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386166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400956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15748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430539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445331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601215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253040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267832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2807755" y="175648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297417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312208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326998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341790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3565818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3713719" y="175648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386166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400956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415748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430539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445331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4601215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253040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267832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2807755" y="162704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297417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312208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326998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341790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3565818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3713719" y="162704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386166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400956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415748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430539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445331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4601215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253040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267832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2807755" y="1460633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297417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312208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26998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341790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3565818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3713719" y="1460633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386166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400956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415748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430539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445331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4601215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253040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267832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2807755" y="1331201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297417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312208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326998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341790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3565818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3713719" y="1331201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386166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400956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415748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430539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445331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4601215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253040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267832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2807755" y="118328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297417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312208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326998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341790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3565818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3713719" y="118328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386166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400956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415748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430539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253040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267832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2807755" y="101690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297417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312208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326998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341790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3565818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3713719" y="101690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386166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400956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415748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253040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267832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2807755" y="88746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297417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312208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326998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341790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3565818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3713719" y="88746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386166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00956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415748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253040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267832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2807755" y="739552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297417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312208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326998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3417902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3565818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3713719" y="739552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386166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400956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253040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267832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2807755" y="573137"/>
              <a:ext cx="166431" cy="166431"/>
            </a:xfrm>
            <a:custGeom>
              <a:rect b="b" l="l" r="r" t="t"/>
              <a:pathLst>
                <a:path extrusionOk="0" h="10715" w="10715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297417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3122086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326998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3417902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253040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267832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2807755" y="443705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297417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3122086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326998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417902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253040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267832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2807755" y="27732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297417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3122086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26998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2530406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267832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807755" y="129404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974170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3122086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530406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67832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807755" y="-12"/>
              <a:ext cx="166431" cy="129432"/>
            </a:xfrm>
            <a:custGeom>
              <a:rect b="b" l="l" r="r" t="t"/>
              <a:pathLst>
                <a:path extrusionOk="0" h="8333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2974170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3" name="Google Shape;673;p3"/>
          <p:cNvGrpSpPr/>
          <p:nvPr/>
        </p:nvGrpSpPr>
        <p:grpSpPr>
          <a:xfrm>
            <a:off x="-98650" y="3310126"/>
            <a:ext cx="9242700" cy="2002824"/>
            <a:chOff x="-98650" y="3310126"/>
            <a:chExt cx="9242700" cy="2002824"/>
          </a:xfrm>
        </p:grpSpPr>
        <p:grpSp>
          <p:nvGrpSpPr>
            <p:cNvPr id="674" name="Google Shape;674;p3"/>
            <p:cNvGrpSpPr/>
            <p:nvPr/>
          </p:nvGrpSpPr>
          <p:grpSpPr>
            <a:xfrm>
              <a:off x="2788951" y="3310126"/>
              <a:ext cx="831787" cy="721972"/>
              <a:chOff x="2788951" y="3310126"/>
              <a:chExt cx="831787" cy="721972"/>
            </a:xfrm>
          </p:grpSpPr>
          <p:sp>
            <p:nvSpPr>
              <p:cNvPr id="675" name="Google Shape;675;p3"/>
              <p:cNvSpPr/>
              <p:nvPr/>
            </p:nvSpPr>
            <p:spPr>
              <a:xfrm>
                <a:off x="3412729" y="3947714"/>
                <a:ext cx="110973" cy="84385"/>
              </a:xfrm>
              <a:custGeom>
                <a:rect b="b" l="l" r="r" t="t"/>
                <a:pathLst>
                  <a:path extrusionOk="0" h="2416" w="3177">
                    <a:moveTo>
                      <a:pt x="1" y="1"/>
                    </a:moveTo>
                    <a:lnTo>
                      <a:pt x="1" y="2415"/>
                    </a:lnTo>
                    <a:lnTo>
                      <a:pt x="3176" y="2415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3"/>
              <p:cNvSpPr/>
              <p:nvPr/>
            </p:nvSpPr>
            <p:spPr>
              <a:xfrm>
                <a:off x="3315694" y="3947714"/>
                <a:ext cx="97070" cy="84385"/>
              </a:xfrm>
              <a:custGeom>
                <a:rect b="b" l="l" r="r" t="t"/>
                <a:pathLst>
                  <a:path extrusionOk="0" h="2416" w="2779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3"/>
              <p:cNvSpPr/>
              <p:nvPr/>
            </p:nvSpPr>
            <p:spPr>
              <a:xfrm>
                <a:off x="3204826" y="3947714"/>
                <a:ext cx="110903" cy="84385"/>
              </a:xfrm>
              <a:custGeom>
                <a:rect b="b" l="l" r="r" t="t"/>
                <a:pathLst>
                  <a:path extrusionOk="0" h="2416" w="3175">
                    <a:moveTo>
                      <a:pt x="0" y="1"/>
                    </a:moveTo>
                    <a:lnTo>
                      <a:pt x="0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3"/>
              <p:cNvSpPr/>
              <p:nvPr/>
            </p:nvSpPr>
            <p:spPr>
              <a:xfrm>
                <a:off x="3107791" y="3947714"/>
                <a:ext cx="97070" cy="84385"/>
              </a:xfrm>
              <a:custGeom>
                <a:rect b="b" l="l" r="r" t="t"/>
                <a:pathLst>
                  <a:path extrusionOk="0" h="2416" w="2779">
                    <a:moveTo>
                      <a:pt x="0" y="1"/>
                    </a:moveTo>
                    <a:lnTo>
                      <a:pt x="0" y="2415"/>
                    </a:lnTo>
                    <a:lnTo>
                      <a:pt x="2778" y="2415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3"/>
              <p:cNvSpPr/>
              <p:nvPr/>
            </p:nvSpPr>
            <p:spPr>
              <a:xfrm>
                <a:off x="2996888" y="3947714"/>
                <a:ext cx="110938" cy="84385"/>
              </a:xfrm>
              <a:custGeom>
                <a:rect b="b" l="l" r="r" t="t"/>
                <a:pathLst>
                  <a:path extrusionOk="0" h="2416" w="3176">
                    <a:moveTo>
                      <a:pt x="1" y="1"/>
                    </a:moveTo>
                    <a:lnTo>
                      <a:pt x="1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3"/>
              <p:cNvSpPr/>
              <p:nvPr/>
            </p:nvSpPr>
            <p:spPr>
              <a:xfrm>
                <a:off x="2899853" y="3947714"/>
                <a:ext cx="97070" cy="84385"/>
              </a:xfrm>
              <a:custGeom>
                <a:rect b="b" l="l" r="r" t="t"/>
                <a:pathLst>
                  <a:path extrusionOk="0" h="2416" w="2779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3"/>
              <p:cNvSpPr/>
              <p:nvPr/>
            </p:nvSpPr>
            <p:spPr>
              <a:xfrm>
                <a:off x="3412729" y="3836850"/>
                <a:ext cx="110973" cy="110895"/>
              </a:xfrm>
              <a:custGeom>
                <a:rect b="b" l="l" r="r" t="t"/>
                <a:pathLst>
                  <a:path extrusionOk="0" h="3175" w="3177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3"/>
              <p:cNvSpPr/>
              <p:nvPr/>
            </p:nvSpPr>
            <p:spPr>
              <a:xfrm>
                <a:off x="3315694" y="3836850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3"/>
              <p:cNvSpPr/>
              <p:nvPr/>
            </p:nvSpPr>
            <p:spPr>
              <a:xfrm>
                <a:off x="3204826" y="3836850"/>
                <a:ext cx="110903" cy="110895"/>
              </a:xfrm>
              <a:custGeom>
                <a:rect b="b" l="l" r="r" t="t"/>
                <a:pathLst>
                  <a:path extrusionOk="0" h="3175" w="3175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3"/>
              <p:cNvSpPr/>
              <p:nvPr/>
            </p:nvSpPr>
            <p:spPr>
              <a:xfrm>
                <a:off x="3107791" y="3836850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3"/>
              <p:cNvSpPr/>
              <p:nvPr/>
            </p:nvSpPr>
            <p:spPr>
              <a:xfrm>
                <a:off x="2996888" y="3836850"/>
                <a:ext cx="110938" cy="110895"/>
              </a:xfrm>
              <a:custGeom>
                <a:rect b="b" l="l" r="r" t="t"/>
                <a:pathLst>
                  <a:path extrusionOk="0" h="3175" w="3176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3"/>
              <p:cNvSpPr/>
              <p:nvPr/>
            </p:nvSpPr>
            <p:spPr>
              <a:xfrm>
                <a:off x="2899853" y="3836850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3"/>
              <p:cNvSpPr/>
              <p:nvPr/>
            </p:nvSpPr>
            <p:spPr>
              <a:xfrm>
                <a:off x="3412729" y="3739819"/>
                <a:ext cx="110973" cy="97064"/>
              </a:xfrm>
              <a:custGeom>
                <a:rect b="b" l="l" r="r" t="t"/>
                <a:pathLst>
                  <a:path extrusionOk="0" h="2779" w="3177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3"/>
              <p:cNvSpPr/>
              <p:nvPr/>
            </p:nvSpPr>
            <p:spPr>
              <a:xfrm>
                <a:off x="3315694" y="3739819"/>
                <a:ext cx="97070" cy="97064"/>
              </a:xfrm>
              <a:custGeom>
                <a:rect b="b" l="l" r="r" t="t"/>
                <a:pathLst>
                  <a:path extrusionOk="0" h="2779" w="2779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3"/>
              <p:cNvSpPr/>
              <p:nvPr/>
            </p:nvSpPr>
            <p:spPr>
              <a:xfrm>
                <a:off x="3204826" y="3739819"/>
                <a:ext cx="110903" cy="97064"/>
              </a:xfrm>
              <a:custGeom>
                <a:rect b="b" l="l" r="r" t="t"/>
                <a:pathLst>
                  <a:path extrusionOk="0" h="2779" w="3175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3"/>
              <p:cNvSpPr/>
              <p:nvPr/>
            </p:nvSpPr>
            <p:spPr>
              <a:xfrm>
                <a:off x="3107791" y="3739819"/>
                <a:ext cx="97070" cy="97064"/>
              </a:xfrm>
              <a:custGeom>
                <a:rect b="b" l="l" r="r" t="t"/>
                <a:pathLst>
                  <a:path extrusionOk="0" h="2779" w="2779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3"/>
              <p:cNvSpPr/>
              <p:nvPr/>
            </p:nvSpPr>
            <p:spPr>
              <a:xfrm>
                <a:off x="2996888" y="3739819"/>
                <a:ext cx="110938" cy="97064"/>
              </a:xfrm>
              <a:custGeom>
                <a:rect b="b" l="l" r="r" t="t"/>
                <a:pathLst>
                  <a:path extrusionOk="0" h="2779" w="3176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3"/>
              <p:cNvSpPr/>
              <p:nvPr/>
            </p:nvSpPr>
            <p:spPr>
              <a:xfrm>
                <a:off x="2899853" y="3739819"/>
                <a:ext cx="97070" cy="97064"/>
              </a:xfrm>
              <a:custGeom>
                <a:rect b="b" l="l" r="r" t="t"/>
                <a:pathLst>
                  <a:path extrusionOk="0" h="2779" w="2779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3"/>
              <p:cNvSpPr/>
              <p:nvPr/>
            </p:nvSpPr>
            <p:spPr>
              <a:xfrm>
                <a:off x="3412729" y="3628885"/>
                <a:ext cx="110973" cy="110965"/>
              </a:xfrm>
              <a:custGeom>
                <a:rect b="b" l="l" r="r" t="t"/>
                <a:pathLst>
                  <a:path extrusionOk="0" h="3177" w="3177">
                    <a:moveTo>
                      <a:pt x="1" y="1"/>
                    </a:moveTo>
                    <a:lnTo>
                      <a:pt x="1" y="3176"/>
                    </a:lnTo>
                    <a:lnTo>
                      <a:pt x="3176" y="3176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3"/>
              <p:cNvSpPr/>
              <p:nvPr/>
            </p:nvSpPr>
            <p:spPr>
              <a:xfrm>
                <a:off x="3315694" y="3628885"/>
                <a:ext cx="97070" cy="110965"/>
              </a:xfrm>
              <a:custGeom>
                <a:rect b="b" l="l" r="r" t="t"/>
                <a:pathLst>
                  <a:path extrusionOk="0" h="3177" w="2779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3"/>
              <p:cNvSpPr/>
              <p:nvPr/>
            </p:nvSpPr>
            <p:spPr>
              <a:xfrm>
                <a:off x="3204826" y="3628885"/>
                <a:ext cx="110903" cy="110965"/>
              </a:xfrm>
              <a:custGeom>
                <a:rect b="b" l="l" r="r" t="t"/>
                <a:pathLst>
                  <a:path extrusionOk="0" h="3177" w="3175">
                    <a:moveTo>
                      <a:pt x="0" y="1"/>
                    </a:moveTo>
                    <a:lnTo>
                      <a:pt x="0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3"/>
              <p:cNvSpPr/>
              <p:nvPr/>
            </p:nvSpPr>
            <p:spPr>
              <a:xfrm>
                <a:off x="3107791" y="3628885"/>
                <a:ext cx="97070" cy="110965"/>
              </a:xfrm>
              <a:custGeom>
                <a:rect b="b" l="l" r="r" t="t"/>
                <a:pathLst>
                  <a:path extrusionOk="0" h="3177" w="2779">
                    <a:moveTo>
                      <a:pt x="0" y="1"/>
                    </a:moveTo>
                    <a:lnTo>
                      <a:pt x="0" y="3176"/>
                    </a:lnTo>
                    <a:lnTo>
                      <a:pt x="2778" y="3176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3"/>
              <p:cNvSpPr/>
              <p:nvPr/>
            </p:nvSpPr>
            <p:spPr>
              <a:xfrm>
                <a:off x="2996888" y="3628885"/>
                <a:ext cx="110938" cy="110965"/>
              </a:xfrm>
              <a:custGeom>
                <a:rect b="b" l="l" r="r" t="t"/>
                <a:pathLst>
                  <a:path extrusionOk="0" h="3177" w="3176">
                    <a:moveTo>
                      <a:pt x="1" y="1"/>
                    </a:moveTo>
                    <a:lnTo>
                      <a:pt x="1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3"/>
              <p:cNvSpPr/>
              <p:nvPr/>
            </p:nvSpPr>
            <p:spPr>
              <a:xfrm>
                <a:off x="2899853" y="3628885"/>
                <a:ext cx="97070" cy="110965"/>
              </a:xfrm>
              <a:custGeom>
                <a:rect b="b" l="l" r="r" t="t"/>
                <a:pathLst>
                  <a:path extrusionOk="0" h="3177" w="2779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434343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3"/>
              <p:cNvSpPr/>
              <p:nvPr/>
            </p:nvSpPr>
            <p:spPr>
              <a:xfrm>
                <a:off x="3523667" y="3518022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3"/>
              <p:cNvSpPr/>
              <p:nvPr/>
            </p:nvSpPr>
            <p:spPr>
              <a:xfrm>
                <a:off x="3412729" y="3518022"/>
                <a:ext cx="110973" cy="110895"/>
              </a:xfrm>
              <a:custGeom>
                <a:rect b="b" l="l" r="r" t="t"/>
                <a:pathLst>
                  <a:path extrusionOk="0" h="3175" w="3177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3"/>
              <p:cNvSpPr/>
              <p:nvPr/>
            </p:nvSpPr>
            <p:spPr>
              <a:xfrm>
                <a:off x="3315694" y="3518022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3"/>
              <p:cNvSpPr/>
              <p:nvPr/>
            </p:nvSpPr>
            <p:spPr>
              <a:xfrm>
                <a:off x="3204826" y="3518022"/>
                <a:ext cx="110903" cy="110895"/>
              </a:xfrm>
              <a:custGeom>
                <a:rect b="b" l="l" r="r" t="t"/>
                <a:pathLst>
                  <a:path extrusionOk="0" h="3175" w="3175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cap="flat" cmpd="sng" w="9525">
                <a:solidFill>
                  <a:srgbClr val="CC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3"/>
              <p:cNvSpPr/>
              <p:nvPr/>
            </p:nvSpPr>
            <p:spPr>
              <a:xfrm>
                <a:off x="3107791" y="3518022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cap="flat" cmpd="sng" w="9525">
                <a:solidFill>
                  <a:srgbClr val="CC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3"/>
              <p:cNvSpPr/>
              <p:nvPr/>
            </p:nvSpPr>
            <p:spPr>
              <a:xfrm>
                <a:off x="2996888" y="3518022"/>
                <a:ext cx="110938" cy="110895"/>
              </a:xfrm>
              <a:custGeom>
                <a:rect b="b" l="l" r="r" t="t"/>
                <a:pathLst>
                  <a:path extrusionOk="0" h="3175" w="3176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3"/>
              <p:cNvSpPr/>
              <p:nvPr/>
            </p:nvSpPr>
            <p:spPr>
              <a:xfrm>
                <a:off x="2899853" y="3518022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3"/>
              <p:cNvSpPr/>
              <p:nvPr/>
            </p:nvSpPr>
            <p:spPr>
              <a:xfrm>
                <a:off x="2788951" y="3518022"/>
                <a:ext cx="110938" cy="110895"/>
              </a:xfrm>
              <a:custGeom>
                <a:rect b="b" l="l" r="r" t="t"/>
                <a:pathLst>
                  <a:path extrusionOk="0" h="3175" w="3176">
                    <a:moveTo>
                      <a:pt x="0" y="0"/>
                    </a:moveTo>
                    <a:lnTo>
                      <a:pt x="0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3"/>
              <p:cNvSpPr/>
              <p:nvPr/>
            </p:nvSpPr>
            <p:spPr>
              <a:xfrm>
                <a:off x="3523667" y="3420990"/>
                <a:ext cx="97070" cy="97064"/>
              </a:xfrm>
              <a:custGeom>
                <a:rect b="b" l="l" r="r" t="t"/>
                <a:pathLst>
                  <a:path extrusionOk="0" h="2779" w="2779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3"/>
              <p:cNvSpPr/>
              <p:nvPr/>
            </p:nvSpPr>
            <p:spPr>
              <a:xfrm>
                <a:off x="3412729" y="3420990"/>
                <a:ext cx="110973" cy="97064"/>
              </a:xfrm>
              <a:custGeom>
                <a:rect b="b" l="l" r="r" t="t"/>
                <a:pathLst>
                  <a:path extrusionOk="0" h="2779" w="3177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3"/>
              <p:cNvSpPr/>
              <p:nvPr/>
            </p:nvSpPr>
            <p:spPr>
              <a:xfrm>
                <a:off x="3315694" y="3420990"/>
                <a:ext cx="97070" cy="97064"/>
              </a:xfrm>
              <a:custGeom>
                <a:rect b="b" l="l" r="r" t="t"/>
                <a:pathLst>
                  <a:path extrusionOk="0" h="2779" w="2779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CCCCCC"/>
              </a:solidFill>
              <a:ln cap="flat" cmpd="sng" w="9525">
                <a:solidFill>
                  <a:srgbClr val="CC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3"/>
              <p:cNvSpPr/>
              <p:nvPr/>
            </p:nvSpPr>
            <p:spPr>
              <a:xfrm>
                <a:off x="3204826" y="3420990"/>
                <a:ext cx="110903" cy="97064"/>
              </a:xfrm>
              <a:custGeom>
                <a:rect b="b" l="l" r="r" t="t"/>
                <a:pathLst>
                  <a:path extrusionOk="0" h="2779" w="3175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cap="flat" cmpd="sng" w="9525">
                <a:solidFill>
                  <a:srgbClr val="CC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3"/>
              <p:cNvSpPr/>
              <p:nvPr/>
            </p:nvSpPr>
            <p:spPr>
              <a:xfrm>
                <a:off x="3107791" y="3420990"/>
                <a:ext cx="97070" cy="97064"/>
              </a:xfrm>
              <a:custGeom>
                <a:rect b="b" l="l" r="r" t="t"/>
                <a:pathLst>
                  <a:path extrusionOk="0" h="2779" w="2779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cap="flat" cmpd="sng" w="9525">
                <a:solidFill>
                  <a:srgbClr val="CC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3"/>
              <p:cNvSpPr/>
              <p:nvPr/>
            </p:nvSpPr>
            <p:spPr>
              <a:xfrm>
                <a:off x="2996888" y="3420990"/>
                <a:ext cx="110938" cy="97064"/>
              </a:xfrm>
              <a:custGeom>
                <a:rect b="b" l="l" r="r" t="t"/>
                <a:pathLst>
                  <a:path extrusionOk="0" h="2779" w="3176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3"/>
              <p:cNvSpPr/>
              <p:nvPr/>
            </p:nvSpPr>
            <p:spPr>
              <a:xfrm>
                <a:off x="2899853" y="3420990"/>
                <a:ext cx="97070" cy="97064"/>
              </a:xfrm>
              <a:custGeom>
                <a:rect b="b" l="l" r="r" t="t"/>
                <a:pathLst>
                  <a:path extrusionOk="0" h="2779" w="2779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3"/>
              <p:cNvSpPr/>
              <p:nvPr/>
            </p:nvSpPr>
            <p:spPr>
              <a:xfrm>
                <a:off x="2788951" y="3420990"/>
                <a:ext cx="110938" cy="97064"/>
              </a:xfrm>
              <a:custGeom>
                <a:rect b="b" l="l" r="r" t="t"/>
                <a:pathLst>
                  <a:path extrusionOk="0" h="2779" w="3176">
                    <a:moveTo>
                      <a:pt x="0" y="0"/>
                    </a:moveTo>
                    <a:lnTo>
                      <a:pt x="0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3"/>
              <p:cNvSpPr/>
              <p:nvPr/>
            </p:nvSpPr>
            <p:spPr>
              <a:xfrm>
                <a:off x="3523667" y="3310126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3"/>
              <p:cNvSpPr/>
              <p:nvPr/>
            </p:nvSpPr>
            <p:spPr>
              <a:xfrm>
                <a:off x="3412729" y="3310126"/>
                <a:ext cx="110973" cy="110895"/>
              </a:xfrm>
              <a:custGeom>
                <a:rect b="b" l="l" r="r" t="t"/>
                <a:pathLst>
                  <a:path extrusionOk="0" h="3175" w="3177">
                    <a:moveTo>
                      <a:pt x="1" y="0"/>
                    </a:moveTo>
                    <a:lnTo>
                      <a:pt x="1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3"/>
              <p:cNvSpPr/>
              <p:nvPr/>
            </p:nvSpPr>
            <p:spPr>
              <a:xfrm>
                <a:off x="3315694" y="3310126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3"/>
              <p:cNvSpPr/>
              <p:nvPr/>
            </p:nvSpPr>
            <p:spPr>
              <a:xfrm>
                <a:off x="3204826" y="3310126"/>
                <a:ext cx="110903" cy="110895"/>
              </a:xfrm>
              <a:custGeom>
                <a:rect b="b" l="l" r="r" t="t"/>
                <a:pathLst>
                  <a:path extrusionOk="0" h="3175" w="3175">
                    <a:moveTo>
                      <a:pt x="0" y="0"/>
                    </a:moveTo>
                    <a:lnTo>
                      <a:pt x="0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3"/>
              <p:cNvSpPr/>
              <p:nvPr/>
            </p:nvSpPr>
            <p:spPr>
              <a:xfrm>
                <a:off x="3107791" y="3310126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3"/>
              <p:cNvSpPr/>
              <p:nvPr/>
            </p:nvSpPr>
            <p:spPr>
              <a:xfrm>
                <a:off x="2996888" y="3310126"/>
                <a:ext cx="110938" cy="110895"/>
              </a:xfrm>
              <a:custGeom>
                <a:rect b="b" l="l" r="r" t="t"/>
                <a:pathLst>
                  <a:path extrusionOk="0" h="3175" w="3176">
                    <a:moveTo>
                      <a:pt x="1" y="0"/>
                    </a:moveTo>
                    <a:lnTo>
                      <a:pt x="1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3"/>
              <p:cNvSpPr/>
              <p:nvPr/>
            </p:nvSpPr>
            <p:spPr>
              <a:xfrm>
                <a:off x="2899853" y="3310126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3"/>
              <p:cNvSpPr/>
              <p:nvPr/>
            </p:nvSpPr>
            <p:spPr>
              <a:xfrm>
                <a:off x="2788951" y="3310126"/>
                <a:ext cx="110938" cy="110895"/>
              </a:xfrm>
              <a:custGeom>
                <a:rect b="b" l="l" r="r" t="t"/>
                <a:pathLst>
                  <a:path extrusionOk="0" h="3175" w="3176">
                    <a:moveTo>
                      <a:pt x="0" y="0"/>
                    </a:moveTo>
                    <a:lnTo>
                      <a:pt x="0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3" name="Google Shape;723;p3"/>
            <p:cNvGrpSpPr/>
            <p:nvPr/>
          </p:nvGrpSpPr>
          <p:grpSpPr>
            <a:xfrm>
              <a:off x="-98650" y="4010850"/>
              <a:ext cx="9242700" cy="1302100"/>
              <a:chOff x="-98650" y="4010850"/>
              <a:chExt cx="9242700" cy="1302100"/>
            </a:xfrm>
          </p:grpSpPr>
          <p:sp>
            <p:nvSpPr>
              <p:cNvPr id="724" name="Google Shape;724;p3"/>
              <p:cNvSpPr/>
              <p:nvPr/>
            </p:nvSpPr>
            <p:spPr>
              <a:xfrm>
                <a:off x="-98650" y="4010850"/>
                <a:ext cx="9242700" cy="5670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3"/>
              <p:cNvSpPr/>
              <p:nvPr/>
            </p:nvSpPr>
            <p:spPr>
              <a:xfrm>
                <a:off x="-98650" y="4584050"/>
                <a:ext cx="9242700" cy="155700"/>
              </a:xfrm>
              <a:prstGeom prst="rect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3"/>
              <p:cNvSpPr/>
              <p:nvPr/>
            </p:nvSpPr>
            <p:spPr>
              <a:xfrm>
                <a:off x="-98650" y="4745950"/>
                <a:ext cx="9242700" cy="5670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27" name="Google Shape;727;p3"/>
          <p:cNvSpPr txBox="1"/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8" name="Google Shape;728;p3"/>
          <p:cNvSpPr txBox="1"/>
          <p:nvPr>
            <p:ph hasCustomPrompt="1" idx="2" type="title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29" name="Google Shape;729;p3"/>
          <p:cNvSpPr txBox="1"/>
          <p:nvPr>
            <p:ph idx="1" type="subTitle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"/>
          <p:cNvSpPr txBox="1"/>
          <p:nvPr>
            <p:ph idx="1" type="body"/>
          </p:nvPr>
        </p:nvSpPr>
        <p:spPr>
          <a:xfrm>
            <a:off x="778900" y="1013975"/>
            <a:ext cx="7072500" cy="35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2" name="Google Shape;732;p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"/>
          <p:cNvSpPr txBox="1"/>
          <p:nvPr>
            <p:ph idx="1" type="subTitle"/>
          </p:nvPr>
        </p:nvSpPr>
        <p:spPr>
          <a:xfrm>
            <a:off x="1524000" y="3286279"/>
            <a:ext cx="2743200" cy="274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5" name="Google Shape;735;p5"/>
          <p:cNvSpPr txBox="1"/>
          <p:nvPr>
            <p:ph idx="2" type="subTitle"/>
          </p:nvPr>
        </p:nvSpPr>
        <p:spPr>
          <a:xfrm>
            <a:off x="1524000" y="3642360"/>
            <a:ext cx="2743200" cy="8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36" name="Google Shape;736;p5"/>
          <p:cNvSpPr txBox="1"/>
          <p:nvPr>
            <p:ph idx="3" type="subTitle"/>
          </p:nvPr>
        </p:nvSpPr>
        <p:spPr>
          <a:xfrm>
            <a:off x="4876800" y="3286279"/>
            <a:ext cx="2743200" cy="274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7" name="Google Shape;737;p5"/>
          <p:cNvSpPr txBox="1"/>
          <p:nvPr>
            <p:ph idx="4" type="subTitle"/>
          </p:nvPr>
        </p:nvSpPr>
        <p:spPr>
          <a:xfrm>
            <a:off x="4876800" y="3642360"/>
            <a:ext cx="2743200" cy="8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38" name="Google Shape;738;p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6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"/>
          <p:cNvSpPr txBox="1"/>
          <p:nvPr>
            <p:ph idx="1" type="body"/>
          </p:nvPr>
        </p:nvSpPr>
        <p:spPr>
          <a:xfrm>
            <a:off x="3038700" y="1995800"/>
            <a:ext cx="3066600" cy="19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2pPr>
            <a:lvl3pPr indent="-330200" lvl="2" marL="13716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3pPr>
            <a:lvl4pPr indent="-330200" lvl="3" marL="18288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indent="-330200" lvl="4" marL="22860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indent="-330200" lvl="5" marL="2743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indent="-330200" lvl="6" marL="32004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indent="-330200" lvl="7" marL="36576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indent="-330200" lvl="8" marL="4114800" algn="ctr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43" name="Google Shape;743;p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8"/>
          <p:cNvGrpSpPr/>
          <p:nvPr/>
        </p:nvGrpSpPr>
        <p:grpSpPr>
          <a:xfrm flipH="1">
            <a:off x="3794690" y="3966899"/>
            <a:ext cx="882039" cy="932704"/>
            <a:chOff x="7230575" y="3501811"/>
            <a:chExt cx="1540410" cy="1636035"/>
          </a:xfrm>
        </p:grpSpPr>
        <p:grpSp>
          <p:nvGrpSpPr>
            <p:cNvPr id="746" name="Google Shape;746;p8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747" name="Google Shape;747;p8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rect b="b" l="l" r="r" t="t"/>
                <a:pathLst>
                  <a:path extrusionOk="0" h="12246" w="12245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8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rect b="b" l="l" r="r" t="t"/>
                <a:pathLst>
                  <a:path extrusionOk="0" h="12246" w="9524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8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rect b="b" l="l" r="r" t="t"/>
                <a:pathLst>
                  <a:path extrusionOk="0" h="12246" w="10886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8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rect b="b" l="l" r="r" t="t"/>
                <a:pathLst>
                  <a:path extrusionOk="0" h="12246" w="12247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8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rect b="b" l="l" r="r" t="t"/>
                <a:pathLst>
                  <a:path extrusionOk="0" h="10886" w="12245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8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rect b="b" l="l" r="r" t="t"/>
                <a:pathLst>
                  <a:path extrusionOk="0" h="10886" w="9524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8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8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rect b="b" l="l" r="r" t="t"/>
                <a:pathLst>
                  <a:path extrusionOk="0" h="10886" w="12247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8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rect b="b" l="l" r="r" t="t"/>
                <a:pathLst>
                  <a:path extrusionOk="0" h="10885" w="12245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8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rect b="b" l="l" r="r" t="t"/>
                <a:pathLst>
                  <a:path extrusionOk="0" h="10885" w="9524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8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rect b="b" l="l" r="r" t="t"/>
                <a:pathLst>
                  <a:path extrusionOk="0" h="10885" w="10886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8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rect b="b" l="l" r="r" t="t"/>
                <a:pathLst>
                  <a:path extrusionOk="0" h="10885" w="12247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8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rect b="b" l="l" r="r" t="t"/>
                <a:pathLst>
                  <a:path extrusionOk="0" h="10886" w="12245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8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rect b="b" l="l" r="r" t="t"/>
                <a:pathLst>
                  <a:path extrusionOk="0" h="10886" w="9524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8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8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rect b="b" l="l" r="r" t="t"/>
                <a:pathLst>
                  <a:path extrusionOk="0" h="10886" w="12247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8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rect b="b" l="l" r="r" t="t"/>
                <a:pathLst>
                  <a:path extrusionOk="0" h="10885" w="12245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8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rect b="b" l="l" r="r" t="t"/>
                <a:pathLst>
                  <a:path extrusionOk="0" h="10885" w="9524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8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rect b="b" l="l" r="r" t="t"/>
                <a:pathLst>
                  <a:path extrusionOk="0" h="10885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8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rect b="b" l="l" r="r" t="t"/>
                <a:pathLst>
                  <a:path extrusionOk="0" h="10885" w="12247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8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rect b="b" l="l" r="r" t="t"/>
                <a:pathLst>
                  <a:path extrusionOk="0" h="10885" w="10885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8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rect b="b" l="l" r="r" t="t"/>
                <a:pathLst>
                  <a:path extrusionOk="0" h="10885" w="10886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8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rect b="b" l="l" r="r" t="t"/>
                <a:pathLst>
                  <a:path extrusionOk="0" h="10885" w="12245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8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rect b="b" l="l" r="r" t="t"/>
                <a:pathLst>
                  <a:path extrusionOk="0" h="10885" w="9524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8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rect b="b" l="l" r="r" t="t"/>
                <a:pathLst>
                  <a:path extrusionOk="0" h="10885" w="10886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8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rect b="b" l="l" r="r" t="t"/>
                <a:pathLst>
                  <a:path extrusionOk="0" h="10885" w="12247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8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rect b="b" l="l" r="r" t="t"/>
                <a:pathLst>
                  <a:path extrusionOk="0" h="10885" w="9525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8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rect b="b" l="l" r="r" t="t"/>
                <a:pathLst>
                  <a:path extrusionOk="0" h="10885" w="10885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8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rect b="b" l="l" r="r" t="t"/>
                <a:pathLst>
                  <a:path extrusionOk="0" h="10885" w="12246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8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8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8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rect b="b" l="l" r="r" t="t"/>
                <a:pathLst>
                  <a:path extrusionOk="0" h="10886" w="12246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8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rect b="b" l="l" r="r" t="t"/>
                <a:pathLst>
                  <a:path extrusionOk="0" h="10885" w="10885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8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rect b="b" l="l" r="r" t="t"/>
                <a:pathLst>
                  <a:path extrusionOk="0" h="10885" w="10886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8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rect b="b" l="l" r="r" t="t"/>
                <a:pathLst>
                  <a:path extrusionOk="0" h="10885" w="12246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8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8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8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rect b="b" l="l" r="r" t="t"/>
                <a:pathLst>
                  <a:path extrusionOk="0" h="10886" w="12246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5" name="Google Shape;785;p8"/>
            <p:cNvSpPr/>
            <p:nvPr/>
          </p:nvSpPr>
          <p:spPr>
            <a:xfrm flipH="1">
              <a:off x="7315559" y="3767391"/>
              <a:ext cx="85020" cy="8502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8"/>
            <p:cNvSpPr/>
            <p:nvPr/>
          </p:nvSpPr>
          <p:spPr>
            <a:xfrm flipH="1">
              <a:off x="7655512" y="3767391"/>
              <a:ext cx="85012" cy="8502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8"/>
            <p:cNvSpPr/>
            <p:nvPr/>
          </p:nvSpPr>
          <p:spPr>
            <a:xfrm flipH="1">
              <a:off x="8080438" y="3671779"/>
              <a:ext cx="95649" cy="95641"/>
            </a:xfrm>
            <a:custGeom>
              <a:rect b="b" l="l" r="r" t="t"/>
              <a:pathLst>
                <a:path extrusionOk="0" h="12246" w="12247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8"/>
            <p:cNvSpPr/>
            <p:nvPr/>
          </p:nvSpPr>
          <p:spPr>
            <a:xfrm flipH="1">
              <a:off x="8685973" y="3597414"/>
              <a:ext cx="85012" cy="95641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8"/>
            <p:cNvSpPr/>
            <p:nvPr/>
          </p:nvSpPr>
          <p:spPr>
            <a:xfrm flipH="1">
              <a:off x="8685973" y="3767391"/>
              <a:ext cx="85012" cy="8502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8"/>
            <p:cNvSpPr/>
            <p:nvPr/>
          </p:nvSpPr>
          <p:spPr>
            <a:xfrm flipH="1">
              <a:off x="8176054" y="3501811"/>
              <a:ext cx="74390" cy="95633"/>
            </a:xfrm>
            <a:custGeom>
              <a:rect b="b" l="l" r="r" t="t"/>
              <a:pathLst>
                <a:path extrusionOk="0" h="12245" w="9525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8"/>
            <p:cNvSpPr/>
            <p:nvPr/>
          </p:nvSpPr>
          <p:spPr>
            <a:xfrm flipH="1">
              <a:off x="8250417" y="3501811"/>
              <a:ext cx="85012" cy="95633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2" name="Google Shape;792;p8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793" name="Google Shape;793;p8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rect b="b" l="l" r="r" t="t"/>
                <a:pathLst>
                  <a:path extrusionOk="0" h="10884" w="10886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8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rect b="b" l="l" r="r" t="t"/>
                <a:pathLst>
                  <a:path extrusionOk="0" h="10884" w="10885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8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rect b="b" l="l" r="r" t="t"/>
                <a:pathLst>
                  <a:path extrusionOk="0" h="10884" w="10885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8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rect b="b" l="l" r="r" t="t"/>
                <a:pathLst>
                  <a:path extrusionOk="0" h="10884" w="10886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8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rect b="b" l="l" r="r" t="t"/>
                <a:pathLst>
                  <a:path extrusionOk="0" h="10884" w="10885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8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rect b="b" l="l" r="r" t="t"/>
                <a:pathLst>
                  <a:path extrusionOk="0" h="10884" w="10886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8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rect b="b" l="l" r="r" t="t"/>
                <a:pathLst>
                  <a:path extrusionOk="0" h="10884" w="12245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8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rect b="b" l="l" r="r" t="t"/>
                <a:pathLst>
                  <a:path extrusionOk="0" h="10884" w="9524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8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rect b="b" l="l" r="r" t="t"/>
                <a:pathLst>
                  <a:path extrusionOk="0" h="10884" w="10886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8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rect b="b" l="l" r="r" t="t"/>
                <a:pathLst>
                  <a:path extrusionOk="0" h="10884" w="12247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8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rect b="b" l="l" r="r" t="t"/>
                <a:pathLst>
                  <a:path extrusionOk="0" h="10884" w="9525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8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rect b="b" l="l" r="r" t="t"/>
                <a:pathLst>
                  <a:path extrusionOk="0" h="10884" w="10885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8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rect b="b" l="l" r="r" t="t"/>
                <a:pathLst>
                  <a:path extrusionOk="0" h="10884" w="12246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8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rect b="b" l="l" r="r" t="t"/>
                <a:pathLst>
                  <a:path extrusionOk="0" h="10884" w="9525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8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rect b="b" l="l" r="r" t="t"/>
                <a:pathLst>
                  <a:path extrusionOk="0" h="10884" w="10885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8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rect b="b" l="l" r="r" t="t"/>
                <a:pathLst>
                  <a:path extrusionOk="0" h="10884" w="12246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8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rect b="b" l="l" r="r" t="t"/>
                <a:pathLst>
                  <a:path extrusionOk="0" h="12246" w="10886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8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8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8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rect b="b" l="l" r="r" t="t"/>
                <a:pathLst>
                  <a:path extrusionOk="0" h="12246" w="10886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8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8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rect b="b" l="l" r="r" t="t"/>
                <a:pathLst>
                  <a:path extrusionOk="0" h="12246" w="10886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8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rect b="b" l="l" r="r" t="t"/>
                <a:pathLst>
                  <a:path extrusionOk="0" h="12246" w="12245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8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rect b="b" l="l" r="r" t="t"/>
                <a:pathLst>
                  <a:path extrusionOk="0" h="12246" w="9524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8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rect b="b" l="l" r="r" t="t"/>
                <a:pathLst>
                  <a:path extrusionOk="0" h="12246" w="10886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8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rect b="b" l="l" r="r" t="t"/>
                <a:pathLst>
                  <a:path extrusionOk="0" h="12246" w="12247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8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rect b="b" l="l" r="r" t="t"/>
                <a:pathLst>
                  <a:path extrusionOk="0" h="12246" w="9525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8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8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rect b="b" l="l" r="r" t="t"/>
                <a:pathLst>
                  <a:path extrusionOk="0" h="12246" w="12246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8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rect b="b" l="l" r="r" t="t"/>
                <a:pathLst>
                  <a:path extrusionOk="0" h="12246" w="9525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8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8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rect b="b" l="l" r="r" t="t"/>
                <a:pathLst>
                  <a:path extrusionOk="0" h="12246" w="12246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8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8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8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8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8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8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8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rect b="b" l="l" r="r" t="t"/>
                <a:pathLst>
                  <a:path extrusionOk="0" h="9525" w="12245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8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rect b="b" l="l" r="r" t="t"/>
                <a:pathLst>
                  <a:path extrusionOk="0" h="9525" w="9524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8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8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rect b="b" l="l" r="r" t="t"/>
                <a:pathLst>
                  <a:path extrusionOk="0" h="9525" w="12247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8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rect b="b" l="l" r="r" t="t"/>
                <a:pathLst>
                  <a:path extrusionOk="0" h="9525" w="9525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8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8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rect b="b" l="l" r="r" t="t"/>
                <a:pathLst>
                  <a:path extrusionOk="0" h="9525" w="12246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8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rect b="b" l="l" r="r" t="t"/>
                <a:pathLst>
                  <a:path extrusionOk="0" h="9525" w="9525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8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8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rect b="b" l="l" r="r" t="t"/>
                <a:pathLst>
                  <a:path extrusionOk="0" h="9525" w="12246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8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8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8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8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8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8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8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rect b="b" l="l" r="r" t="t"/>
                <a:pathLst>
                  <a:path extrusionOk="0" h="10886" w="12245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8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rect b="b" l="l" r="r" t="t"/>
                <a:pathLst>
                  <a:path extrusionOk="0" h="10886" w="9524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8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8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rect b="b" l="l" r="r" t="t"/>
                <a:pathLst>
                  <a:path extrusionOk="0" h="10886" w="12247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8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rect b="b" l="l" r="r" t="t"/>
                <a:pathLst>
                  <a:path extrusionOk="0" h="10886" w="9525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8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8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rect b="b" l="l" r="r" t="t"/>
                <a:pathLst>
                  <a:path extrusionOk="0" h="10886" w="12246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8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rect b="b" l="l" r="r" t="t"/>
                <a:pathLst>
                  <a:path extrusionOk="0" h="10886" w="9525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8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8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rect b="b" l="l" r="r" t="t"/>
                <a:pathLst>
                  <a:path extrusionOk="0" h="10886" w="12246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8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rect b="b" l="l" r="r" t="t"/>
                <a:pathLst>
                  <a:path extrusionOk="0" h="12245" w="10886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8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8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8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rect b="b" l="l" r="r" t="t"/>
                <a:pathLst>
                  <a:path extrusionOk="0" h="12245" w="10886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8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8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rect b="b" l="l" r="r" t="t"/>
                <a:pathLst>
                  <a:path extrusionOk="0" h="12245" w="10886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8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rect b="b" l="l" r="r" t="t"/>
                <a:pathLst>
                  <a:path extrusionOk="0" h="12245" w="12245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rect b="b" l="l" r="r" t="t"/>
                <a:pathLst>
                  <a:path extrusionOk="0" h="12245" w="9524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8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rect b="b" l="l" r="r" t="t"/>
                <a:pathLst>
                  <a:path extrusionOk="0" h="12245" w="10886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8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rect b="b" l="l" r="r" t="t"/>
                <a:pathLst>
                  <a:path extrusionOk="0" h="12245" w="12247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8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rect b="b" l="l" r="r" t="t"/>
                <a:pathLst>
                  <a:path extrusionOk="0" h="12245" w="9525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8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8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rect b="b" l="l" r="r" t="t"/>
                <a:pathLst>
                  <a:path extrusionOk="0" h="12245" w="12246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8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rect b="b" l="l" r="r" t="t"/>
                <a:pathLst>
                  <a:path extrusionOk="0" h="12245" w="9525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8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8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rect b="b" l="l" r="r" t="t"/>
                <a:pathLst>
                  <a:path extrusionOk="0" h="12245" w="12246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8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8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8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8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8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8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8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rect b="b" l="l" r="r" t="t"/>
                <a:pathLst>
                  <a:path extrusionOk="0" h="9525" w="12245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8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rect b="b" l="l" r="r" t="t"/>
                <a:pathLst>
                  <a:path extrusionOk="0" h="9525" w="9524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8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8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rect b="b" l="l" r="r" t="t"/>
                <a:pathLst>
                  <a:path extrusionOk="0" h="9525" w="12247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8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rect b="b" l="l" r="r" t="t"/>
                <a:pathLst>
                  <a:path extrusionOk="0" h="9525" w="9525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8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8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rect b="b" l="l" r="r" t="t"/>
                <a:pathLst>
                  <a:path extrusionOk="0" h="9525" w="12246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8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rect b="b" l="l" r="r" t="t"/>
                <a:pathLst>
                  <a:path extrusionOk="0" h="9525" w="9525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8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8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rect b="b" l="l" r="r" t="t"/>
                <a:pathLst>
                  <a:path extrusionOk="0" h="9525" w="12246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8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8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8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8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rect b="b" l="l" r="r" t="t"/>
                <a:pathLst>
                  <a:path extrusionOk="0" h="10885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8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8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8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8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8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8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rect b="b" l="l" r="r" t="t"/>
                <a:pathLst>
                  <a:path extrusionOk="0" h="10886" w="12245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8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rect b="b" l="l" r="r" t="t"/>
                <a:pathLst>
                  <a:path extrusionOk="0" h="10886" w="9524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8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8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rect b="b" l="l" r="r" t="t"/>
                <a:pathLst>
                  <a:path extrusionOk="0" h="10886" w="12247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8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rect b="b" l="l" r="r" t="t"/>
                <a:pathLst>
                  <a:path extrusionOk="0" h="10886" w="9525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8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8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rect b="b" l="l" r="r" t="t"/>
                <a:pathLst>
                  <a:path extrusionOk="0" h="10886" w="12246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8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rect b="b" l="l" r="r" t="t"/>
                <a:pathLst>
                  <a:path extrusionOk="0" h="10886" w="9525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8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8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rect b="b" l="l" r="r" t="t"/>
                <a:pathLst>
                  <a:path extrusionOk="0" h="10886" w="12246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8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rect b="b" l="l" r="r" t="t"/>
                <a:pathLst>
                  <a:path extrusionOk="0" h="12246" w="9525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8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8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rect b="b" l="l" r="r" t="t"/>
                <a:pathLst>
                  <a:path extrusionOk="0" h="12246" w="12246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8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rect b="b" l="l" r="r" t="t"/>
                <a:pathLst>
                  <a:path extrusionOk="0" h="12246" w="9525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8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8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rect b="b" l="l" r="r" t="t"/>
                <a:pathLst>
                  <a:path extrusionOk="0" h="12246" w="12246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8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rect b="b" l="l" r="r" t="t"/>
                <a:pathLst>
                  <a:path extrusionOk="0" h="9525" w="12247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8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rect b="b" l="l" r="r" t="t"/>
                <a:pathLst>
                  <a:path extrusionOk="0" h="9525" w="9525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8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8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rect b="b" l="l" r="r" t="t"/>
                <a:pathLst>
                  <a:path extrusionOk="0" h="9525" w="12246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8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rect b="b" l="l" r="r" t="t"/>
                <a:pathLst>
                  <a:path extrusionOk="0" h="9525" w="9525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8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8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rect b="b" l="l" r="r" t="t"/>
                <a:pathLst>
                  <a:path extrusionOk="0" h="9525" w="12246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8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8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rect b="b" l="l" r="r" t="t"/>
                <a:pathLst>
                  <a:path extrusionOk="0" h="10885" w="10885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8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rect b="b" l="l" r="r" t="t"/>
                <a:pathLst>
                  <a:path extrusionOk="0" h="10885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8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8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rect b="b" l="l" r="r" t="t"/>
                <a:pathLst>
                  <a:path extrusionOk="0" h="10885" w="10885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8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8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rect b="b" l="l" r="r" t="t"/>
                <a:pathLst>
                  <a:path extrusionOk="0" h="12245" w="12247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8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rect b="b" l="l" r="r" t="t"/>
                <a:pathLst>
                  <a:path extrusionOk="0" h="12245" w="12246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8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rect b="b" l="l" r="r" t="t"/>
                <a:pathLst>
                  <a:path extrusionOk="0" h="12245" w="9525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8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8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rect b="b" l="l" r="r" t="t"/>
                <a:pathLst>
                  <a:path extrusionOk="0" h="12245" w="12246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32" name="Google Shape;932;p8"/>
          <p:cNvGrpSpPr/>
          <p:nvPr/>
        </p:nvGrpSpPr>
        <p:grpSpPr>
          <a:xfrm flipH="1">
            <a:off x="4772527" y="4289713"/>
            <a:ext cx="576768" cy="609899"/>
            <a:chOff x="6163859" y="4325295"/>
            <a:chExt cx="1007280" cy="1069810"/>
          </a:xfrm>
        </p:grpSpPr>
        <p:sp>
          <p:nvSpPr>
            <p:cNvPr id="933" name="Google Shape;933;p8"/>
            <p:cNvSpPr/>
            <p:nvPr/>
          </p:nvSpPr>
          <p:spPr>
            <a:xfrm>
              <a:off x="6719586" y="5332558"/>
              <a:ext cx="62541" cy="62546"/>
            </a:xfrm>
            <a:custGeom>
              <a:rect b="b" l="l" r="r" t="t"/>
              <a:pathLst>
                <a:path extrusionOk="0" h="12246" w="12245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8"/>
            <p:cNvSpPr/>
            <p:nvPr/>
          </p:nvSpPr>
          <p:spPr>
            <a:xfrm>
              <a:off x="6670963" y="5332558"/>
              <a:ext cx="48644" cy="62546"/>
            </a:xfrm>
            <a:custGeom>
              <a:rect b="b" l="l" r="r" t="t"/>
              <a:pathLst>
                <a:path extrusionOk="0" h="12246" w="9524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8"/>
            <p:cNvSpPr/>
            <p:nvPr/>
          </p:nvSpPr>
          <p:spPr>
            <a:xfrm>
              <a:off x="6615387" y="5332558"/>
              <a:ext cx="55600" cy="62546"/>
            </a:xfrm>
            <a:custGeom>
              <a:rect b="b" l="l" r="r" t="t"/>
              <a:pathLst>
                <a:path extrusionOk="0" h="12246" w="10886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8"/>
            <p:cNvSpPr/>
            <p:nvPr/>
          </p:nvSpPr>
          <p:spPr>
            <a:xfrm>
              <a:off x="6552862" y="5332558"/>
              <a:ext cx="62552" cy="62546"/>
            </a:xfrm>
            <a:custGeom>
              <a:rect b="b" l="l" r="r" t="t"/>
              <a:pathLst>
                <a:path extrusionOk="0" h="12246" w="12247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6719586" y="5276982"/>
              <a:ext cx="62541" cy="55600"/>
            </a:xfrm>
            <a:custGeom>
              <a:rect b="b" l="l" r="r" t="t"/>
              <a:pathLst>
                <a:path extrusionOk="0" h="10886" w="12245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6670963" y="5276982"/>
              <a:ext cx="48644" cy="55600"/>
            </a:xfrm>
            <a:custGeom>
              <a:rect b="b" l="l" r="r" t="t"/>
              <a:pathLst>
                <a:path extrusionOk="0" h="10886" w="9524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6615387" y="5276982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6552862" y="5276982"/>
              <a:ext cx="62552" cy="55600"/>
            </a:xfrm>
            <a:custGeom>
              <a:rect b="b" l="l" r="r" t="t"/>
              <a:pathLst>
                <a:path extrusionOk="0" h="10886" w="12247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8"/>
            <p:cNvSpPr/>
            <p:nvPr/>
          </p:nvSpPr>
          <p:spPr>
            <a:xfrm>
              <a:off x="6719586" y="5221411"/>
              <a:ext cx="62541" cy="55595"/>
            </a:xfrm>
            <a:custGeom>
              <a:rect b="b" l="l" r="r" t="t"/>
              <a:pathLst>
                <a:path extrusionOk="0" h="10885" w="12245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8"/>
            <p:cNvSpPr/>
            <p:nvPr/>
          </p:nvSpPr>
          <p:spPr>
            <a:xfrm>
              <a:off x="6670963" y="5221411"/>
              <a:ext cx="48644" cy="55595"/>
            </a:xfrm>
            <a:custGeom>
              <a:rect b="b" l="l" r="r" t="t"/>
              <a:pathLst>
                <a:path extrusionOk="0" h="10885" w="9524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8"/>
            <p:cNvSpPr/>
            <p:nvPr/>
          </p:nvSpPr>
          <p:spPr>
            <a:xfrm>
              <a:off x="6615387" y="5221411"/>
              <a:ext cx="55600" cy="55595"/>
            </a:xfrm>
            <a:custGeom>
              <a:rect b="b" l="l" r="r" t="t"/>
              <a:pathLst>
                <a:path extrusionOk="0" h="10885" w="10886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8"/>
            <p:cNvSpPr/>
            <p:nvPr/>
          </p:nvSpPr>
          <p:spPr>
            <a:xfrm>
              <a:off x="6552862" y="5221411"/>
              <a:ext cx="62552" cy="55595"/>
            </a:xfrm>
            <a:custGeom>
              <a:rect b="b" l="l" r="r" t="t"/>
              <a:pathLst>
                <a:path extrusionOk="0" h="10885" w="12247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8"/>
            <p:cNvSpPr/>
            <p:nvPr/>
          </p:nvSpPr>
          <p:spPr>
            <a:xfrm>
              <a:off x="6719586" y="5165834"/>
              <a:ext cx="62541" cy="55600"/>
            </a:xfrm>
            <a:custGeom>
              <a:rect b="b" l="l" r="r" t="t"/>
              <a:pathLst>
                <a:path extrusionOk="0" h="10886" w="12245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8"/>
            <p:cNvSpPr/>
            <p:nvPr/>
          </p:nvSpPr>
          <p:spPr>
            <a:xfrm>
              <a:off x="6670963" y="5165834"/>
              <a:ext cx="48644" cy="55600"/>
            </a:xfrm>
            <a:custGeom>
              <a:rect b="b" l="l" r="r" t="t"/>
              <a:pathLst>
                <a:path extrusionOk="0" h="10886" w="9524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8"/>
            <p:cNvSpPr/>
            <p:nvPr/>
          </p:nvSpPr>
          <p:spPr>
            <a:xfrm>
              <a:off x="6615387" y="5165834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8"/>
            <p:cNvSpPr/>
            <p:nvPr/>
          </p:nvSpPr>
          <p:spPr>
            <a:xfrm>
              <a:off x="6552862" y="5165834"/>
              <a:ext cx="62552" cy="55600"/>
            </a:xfrm>
            <a:custGeom>
              <a:rect b="b" l="l" r="r" t="t"/>
              <a:pathLst>
                <a:path extrusionOk="0" h="10886" w="12247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8"/>
            <p:cNvSpPr/>
            <p:nvPr/>
          </p:nvSpPr>
          <p:spPr>
            <a:xfrm>
              <a:off x="6719586" y="5110263"/>
              <a:ext cx="62541" cy="55595"/>
            </a:xfrm>
            <a:custGeom>
              <a:rect b="b" l="l" r="r" t="t"/>
              <a:pathLst>
                <a:path extrusionOk="0" h="10885" w="12245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8"/>
            <p:cNvSpPr/>
            <p:nvPr/>
          </p:nvSpPr>
          <p:spPr>
            <a:xfrm>
              <a:off x="6670963" y="5110263"/>
              <a:ext cx="48644" cy="55595"/>
            </a:xfrm>
            <a:custGeom>
              <a:rect b="b" l="l" r="r" t="t"/>
              <a:pathLst>
                <a:path extrusionOk="0" h="10885" w="9524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8"/>
            <p:cNvSpPr/>
            <p:nvPr/>
          </p:nvSpPr>
          <p:spPr>
            <a:xfrm>
              <a:off x="6615387" y="5110263"/>
              <a:ext cx="55600" cy="55595"/>
            </a:xfrm>
            <a:custGeom>
              <a:rect b="b" l="l" r="r" t="t"/>
              <a:pathLst>
                <a:path extrusionOk="0" h="10885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8"/>
            <p:cNvSpPr/>
            <p:nvPr/>
          </p:nvSpPr>
          <p:spPr>
            <a:xfrm>
              <a:off x="6552862" y="5110263"/>
              <a:ext cx="62552" cy="55595"/>
            </a:xfrm>
            <a:custGeom>
              <a:rect b="b" l="l" r="r" t="t"/>
              <a:pathLst>
                <a:path extrusionOk="0" h="10885" w="12247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8"/>
            <p:cNvSpPr/>
            <p:nvPr/>
          </p:nvSpPr>
          <p:spPr>
            <a:xfrm>
              <a:off x="6837677" y="5054691"/>
              <a:ext cx="55595" cy="55595"/>
            </a:xfrm>
            <a:custGeom>
              <a:rect b="b" l="l" r="r" t="t"/>
              <a:pathLst>
                <a:path extrusionOk="0" h="10885" w="10885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8"/>
            <p:cNvSpPr/>
            <p:nvPr/>
          </p:nvSpPr>
          <p:spPr>
            <a:xfrm>
              <a:off x="6782101" y="5054691"/>
              <a:ext cx="55600" cy="55595"/>
            </a:xfrm>
            <a:custGeom>
              <a:rect b="b" l="l" r="r" t="t"/>
              <a:pathLst>
                <a:path extrusionOk="0" h="10885" w="10886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8"/>
            <p:cNvSpPr/>
            <p:nvPr/>
          </p:nvSpPr>
          <p:spPr>
            <a:xfrm>
              <a:off x="6719586" y="5054691"/>
              <a:ext cx="62541" cy="55595"/>
            </a:xfrm>
            <a:custGeom>
              <a:rect b="b" l="l" r="r" t="t"/>
              <a:pathLst>
                <a:path extrusionOk="0" h="10885" w="12245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8"/>
            <p:cNvSpPr/>
            <p:nvPr/>
          </p:nvSpPr>
          <p:spPr>
            <a:xfrm>
              <a:off x="6670963" y="5054691"/>
              <a:ext cx="48644" cy="55595"/>
            </a:xfrm>
            <a:custGeom>
              <a:rect b="b" l="l" r="r" t="t"/>
              <a:pathLst>
                <a:path extrusionOk="0" h="10885" w="9524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8"/>
            <p:cNvSpPr/>
            <p:nvPr/>
          </p:nvSpPr>
          <p:spPr>
            <a:xfrm>
              <a:off x="6615387" y="5054691"/>
              <a:ext cx="55600" cy="55595"/>
            </a:xfrm>
            <a:custGeom>
              <a:rect b="b" l="l" r="r" t="t"/>
              <a:pathLst>
                <a:path extrusionOk="0" h="10885" w="10886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8"/>
            <p:cNvSpPr/>
            <p:nvPr/>
          </p:nvSpPr>
          <p:spPr>
            <a:xfrm>
              <a:off x="6552862" y="5054691"/>
              <a:ext cx="62552" cy="55595"/>
            </a:xfrm>
            <a:custGeom>
              <a:rect b="b" l="l" r="r" t="t"/>
              <a:pathLst>
                <a:path extrusionOk="0" h="10885" w="12247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8"/>
            <p:cNvSpPr/>
            <p:nvPr/>
          </p:nvSpPr>
          <p:spPr>
            <a:xfrm>
              <a:off x="6504240" y="5054691"/>
              <a:ext cx="48649" cy="55595"/>
            </a:xfrm>
            <a:custGeom>
              <a:rect b="b" l="l" r="r" t="t"/>
              <a:pathLst>
                <a:path extrusionOk="0" h="10885" w="9525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8"/>
            <p:cNvSpPr/>
            <p:nvPr/>
          </p:nvSpPr>
          <p:spPr>
            <a:xfrm>
              <a:off x="6448669" y="5054691"/>
              <a:ext cx="55595" cy="55595"/>
            </a:xfrm>
            <a:custGeom>
              <a:rect b="b" l="l" r="r" t="t"/>
              <a:pathLst>
                <a:path extrusionOk="0" h="10885" w="10885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8"/>
            <p:cNvSpPr/>
            <p:nvPr/>
          </p:nvSpPr>
          <p:spPr>
            <a:xfrm>
              <a:off x="6386148" y="5054691"/>
              <a:ext cx="62546" cy="55595"/>
            </a:xfrm>
            <a:custGeom>
              <a:rect b="b" l="l" r="r" t="t"/>
              <a:pathLst>
                <a:path extrusionOk="0" h="10885" w="12246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8"/>
            <p:cNvSpPr/>
            <p:nvPr/>
          </p:nvSpPr>
          <p:spPr>
            <a:xfrm>
              <a:off x="6837677" y="4999115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8"/>
            <p:cNvSpPr/>
            <p:nvPr/>
          </p:nvSpPr>
          <p:spPr>
            <a:xfrm>
              <a:off x="6615387" y="4999115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8"/>
            <p:cNvSpPr/>
            <p:nvPr/>
          </p:nvSpPr>
          <p:spPr>
            <a:xfrm>
              <a:off x="6386148" y="4999115"/>
              <a:ext cx="62546" cy="55600"/>
            </a:xfrm>
            <a:custGeom>
              <a:rect b="b" l="l" r="r" t="t"/>
              <a:pathLst>
                <a:path extrusionOk="0" h="10886" w="12246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8"/>
            <p:cNvSpPr/>
            <p:nvPr/>
          </p:nvSpPr>
          <p:spPr>
            <a:xfrm>
              <a:off x="6837677" y="4943544"/>
              <a:ext cx="55595" cy="55595"/>
            </a:xfrm>
            <a:custGeom>
              <a:rect b="b" l="l" r="r" t="t"/>
              <a:pathLst>
                <a:path extrusionOk="0" h="10885" w="10885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8"/>
            <p:cNvSpPr/>
            <p:nvPr/>
          </p:nvSpPr>
          <p:spPr>
            <a:xfrm>
              <a:off x="6615387" y="4943544"/>
              <a:ext cx="55600" cy="55595"/>
            </a:xfrm>
            <a:custGeom>
              <a:rect b="b" l="l" r="r" t="t"/>
              <a:pathLst>
                <a:path extrusionOk="0" h="10885" w="10886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8"/>
            <p:cNvSpPr/>
            <p:nvPr/>
          </p:nvSpPr>
          <p:spPr>
            <a:xfrm>
              <a:off x="6386148" y="4943544"/>
              <a:ext cx="62546" cy="55595"/>
            </a:xfrm>
            <a:custGeom>
              <a:rect b="b" l="l" r="r" t="t"/>
              <a:pathLst>
                <a:path extrusionOk="0" h="10885" w="12246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8"/>
            <p:cNvSpPr/>
            <p:nvPr/>
          </p:nvSpPr>
          <p:spPr>
            <a:xfrm>
              <a:off x="6837677" y="4887972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8"/>
            <p:cNvSpPr/>
            <p:nvPr/>
          </p:nvSpPr>
          <p:spPr>
            <a:xfrm>
              <a:off x="6615387" y="4887972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8"/>
            <p:cNvSpPr/>
            <p:nvPr/>
          </p:nvSpPr>
          <p:spPr>
            <a:xfrm>
              <a:off x="6386148" y="4887972"/>
              <a:ext cx="62546" cy="55600"/>
            </a:xfrm>
            <a:custGeom>
              <a:rect b="b" l="l" r="r" t="t"/>
              <a:pathLst>
                <a:path extrusionOk="0" h="10886" w="12246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8"/>
            <p:cNvSpPr/>
            <p:nvPr/>
          </p:nvSpPr>
          <p:spPr>
            <a:xfrm>
              <a:off x="7059967" y="4832401"/>
              <a:ext cx="55600" cy="55590"/>
            </a:xfrm>
            <a:custGeom>
              <a:rect b="b" l="l" r="r" t="t"/>
              <a:pathLst>
                <a:path extrusionOk="0" h="10884" w="10886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8"/>
            <p:cNvSpPr/>
            <p:nvPr/>
          </p:nvSpPr>
          <p:spPr>
            <a:xfrm>
              <a:off x="7004396" y="4832401"/>
              <a:ext cx="55595" cy="55590"/>
            </a:xfrm>
            <a:custGeom>
              <a:rect b="b" l="l" r="r" t="t"/>
              <a:pathLst>
                <a:path extrusionOk="0" h="10884" w="10885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8"/>
            <p:cNvSpPr/>
            <p:nvPr/>
          </p:nvSpPr>
          <p:spPr>
            <a:xfrm>
              <a:off x="6948824" y="4832401"/>
              <a:ext cx="55595" cy="55590"/>
            </a:xfrm>
            <a:custGeom>
              <a:rect b="b" l="l" r="r" t="t"/>
              <a:pathLst>
                <a:path extrusionOk="0" h="10884" w="10885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8"/>
            <p:cNvSpPr/>
            <p:nvPr/>
          </p:nvSpPr>
          <p:spPr>
            <a:xfrm>
              <a:off x="6893248" y="4832401"/>
              <a:ext cx="55600" cy="55590"/>
            </a:xfrm>
            <a:custGeom>
              <a:rect b="b" l="l" r="r" t="t"/>
              <a:pathLst>
                <a:path extrusionOk="0" h="10884" w="10886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8"/>
            <p:cNvSpPr/>
            <p:nvPr/>
          </p:nvSpPr>
          <p:spPr>
            <a:xfrm>
              <a:off x="6837677" y="4832401"/>
              <a:ext cx="55595" cy="55590"/>
            </a:xfrm>
            <a:custGeom>
              <a:rect b="b" l="l" r="r" t="t"/>
              <a:pathLst>
                <a:path extrusionOk="0" h="10884" w="10885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8"/>
            <p:cNvSpPr/>
            <p:nvPr/>
          </p:nvSpPr>
          <p:spPr>
            <a:xfrm>
              <a:off x="6782101" y="4832401"/>
              <a:ext cx="55600" cy="55590"/>
            </a:xfrm>
            <a:custGeom>
              <a:rect b="b" l="l" r="r" t="t"/>
              <a:pathLst>
                <a:path extrusionOk="0" h="10884" w="10886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8"/>
            <p:cNvSpPr/>
            <p:nvPr/>
          </p:nvSpPr>
          <p:spPr>
            <a:xfrm>
              <a:off x="6719586" y="4832401"/>
              <a:ext cx="62541" cy="55590"/>
            </a:xfrm>
            <a:custGeom>
              <a:rect b="b" l="l" r="r" t="t"/>
              <a:pathLst>
                <a:path extrusionOk="0" h="10884" w="12245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8"/>
            <p:cNvSpPr/>
            <p:nvPr/>
          </p:nvSpPr>
          <p:spPr>
            <a:xfrm>
              <a:off x="6670963" y="4832401"/>
              <a:ext cx="48644" cy="55590"/>
            </a:xfrm>
            <a:custGeom>
              <a:rect b="b" l="l" r="r" t="t"/>
              <a:pathLst>
                <a:path extrusionOk="0" h="10884" w="9524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8"/>
            <p:cNvSpPr/>
            <p:nvPr/>
          </p:nvSpPr>
          <p:spPr>
            <a:xfrm>
              <a:off x="6615387" y="4832401"/>
              <a:ext cx="55600" cy="55590"/>
            </a:xfrm>
            <a:custGeom>
              <a:rect b="b" l="l" r="r" t="t"/>
              <a:pathLst>
                <a:path extrusionOk="0" h="10884" w="10886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8"/>
            <p:cNvSpPr/>
            <p:nvPr/>
          </p:nvSpPr>
          <p:spPr>
            <a:xfrm>
              <a:off x="6552862" y="4832401"/>
              <a:ext cx="62552" cy="55590"/>
            </a:xfrm>
            <a:custGeom>
              <a:rect b="b" l="l" r="r" t="t"/>
              <a:pathLst>
                <a:path extrusionOk="0" h="10884" w="12247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8"/>
            <p:cNvSpPr/>
            <p:nvPr/>
          </p:nvSpPr>
          <p:spPr>
            <a:xfrm>
              <a:off x="6504240" y="4832401"/>
              <a:ext cx="48649" cy="55590"/>
            </a:xfrm>
            <a:custGeom>
              <a:rect b="b" l="l" r="r" t="t"/>
              <a:pathLst>
                <a:path extrusionOk="0" h="10884" w="9525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8"/>
            <p:cNvSpPr/>
            <p:nvPr/>
          </p:nvSpPr>
          <p:spPr>
            <a:xfrm>
              <a:off x="6448669" y="4832401"/>
              <a:ext cx="55595" cy="55590"/>
            </a:xfrm>
            <a:custGeom>
              <a:rect b="b" l="l" r="r" t="t"/>
              <a:pathLst>
                <a:path extrusionOk="0" h="10884" w="10885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8"/>
            <p:cNvSpPr/>
            <p:nvPr/>
          </p:nvSpPr>
          <p:spPr>
            <a:xfrm>
              <a:off x="6386148" y="4832401"/>
              <a:ext cx="62546" cy="55590"/>
            </a:xfrm>
            <a:custGeom>
              <a:rect b="b" l="l" r="r" t="t"/>
              <a:pathLst>
                <a:path extrusionOk="0" h="10884" w="12246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8"/>
            <p:cNvSpPr/>
            <p:nvPr/>
          </p:nvSpPr>
          <p:spPr>
            <a:xfrm>
              <a:off x="6337521" y="4832401"/>
              <a:ext cx="48649" cy="55590"/>
            </a:xfrm>
            <a:custGeom>
              <a:rect b="b" l="l" r="r" t="t"/>
              <a:pathLst>
                <a:path extrusionOk="0" h="10884" w="9525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8"/>
            <p:cNvSpPr/>
            <p:nvPr/>
          </p:nvSpPr>
          <p:spPr>
            <a:xfrm>
              <a:off x="6281950" y="4832401"/>
              <a:ext cx="55595" cy="55590"/>
            </a:xfrm>
            <a:custGeom>
              <a:rect b="b" l="l" r="r" t="t"/>
              <a:pathLst>
                <a:path extrusionOk="0" h="10884" w="10885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8"/>
            <p:cNvSpPr/>
            <p:nvPr/>
          </p:nvSpPr>
          <p:spPr>
            <a:xfrm>
              <a:off x="6219430" y="4832401"/>
              <a:ext cx="62546" cy="55590"/>
            </a:xfrm>
            <a:custGeom>
              <a:rect b="b" l="l" r="r" t="t"/>
              <a:pathLst>
                <a:path extrusionOk="0" h="10884" w="12246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8"/>
            <p:cNvSpPr/>
            <p:nvPr/>
          </p:nvSpPr>
          <p:spPr>
            <a:xfrm>
              <a:off x="7059967" y="4769881"/>
              <a:ext cx="55600" cy="62546"/>
            </a:xfrm>
            <a:custGeom>
              <a:rect b="b" l="l" r="r" t="t"/>
              <a:pathLst>
                <a:path extrusionOk="0" h="12246" w="10886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8"/>
            <p:cNvSpPr/>
            <p:nvPr/>
          </p:nvSpPr>
          <p:spPr>
            <a:xfrm>
              <a:off x="7004396" y="4769881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8"/>
            <p:cNvSpPr/>
            <p:nvPr/>
          </p:nvSpPr>
          <p:spPr>
            <a:xfrm>
              <a:off x="6948824" y="4769881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8"/>
            <p:cNvSpPr/>
            <p:nvPr/>
          </p:nvSpPr>
          <p:spPr>
            <a:xfrm>
              <a:off x="6893248" y="4769881"/>
              <a:ext cx="55600" cy="62546"/>
            </a:xfrm>
            <a:custGeom>
              <a:rect b="b" l="l" r="r" t="t"/>
              <a:pathLst>
                <a:path extrusionOk="0" h="12246" w="10886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8"/>
            <p:cNvSpPr/>
            <p:nvPr/>
          </p:nvSpPr>
          <p:spPr>
            <a:xfrm>
              <a:off x="6837677" y="4769881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8"/>
            <p:cNvSpPr/>
            <p:nvPr/>
          </p:nvSpPr>
          <p:spPr>
            <a:xfrm>
              <a:off x="6782101" y="4769881"/>
              <a:ext cx="55600" cy="62546"/>
            </a:xfrm>
            <a:custGeom>
              <a:rect b="b" l="l" r="r" t="t"/>
              <a:pathLst>
                <a:path extrusionOk="0" h="12246" w="10886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8"/>
            <p:cNvSpPr/>
            <p:nvPr/>
          </p:nvSpPr>
          <p:spPr>
            <a:xfrm>
              <a:off x="6719586" y="4769881"/>
              <a:ext cx="62541" cy="62546"/>
            </a:xfrm>
            <a:custGeom>
              <a:rect b="b" l="l" r="r" t="t"/>
              <a:pathLst>
                <a:path extrusionOk="0" h="12246" w="12245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8"/>
            <p:cNvSpPr/>
            <p:nvPr/>
          </p:nvSpPr>
          <p:spPr>
            <a:xfrm>
              <a:off x="6670963" y="4769881"/>
              <a:ext cx="48644" cy="62546"/>
            </a:xfrm>
            <a:custGeom>
              <a:rect b="b" l="l" r="r" t="t"/>
              <a:pathLst>
                <a:path extrusionOk="0" h="12246" w="9524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8"/>
            <p:cNvSpPr/>
            <p:nvPr/>
          </p:nvSpPr>
          <p:spPr>
            <a:xfrm>
              <a:off x="6615387" y="4769881"/>
              <a:ext cx="55600" cy="62546"/>
            </a:xfrm>
            <a:custGeom>
              <a:rect b="b" l="l" r="r" t="t"/>
              <a:pathLst>
                <a:path extrusionOk="0" h="12246" w="10886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8"/>
            <p:cNvSpPr/>
            <p:nvPr/>
          </p:nvSpPr>
          <p:spPr>
            <a:xfrm>
              <a:off x="6552862" y="4769881"/>
              <a:ext cx="62552" cy="62546"/>
            </a:xfrm>
            <a:custGeom>
              <a:rect b="b" l="l" r="r" t="t"/>
              <a:pathLst>
                <a:path extrusionOk="0" h="12246" w="12247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8"/>
            <p:cNvSpPr/>
            <p:nvPr/>
          </p:nvSpPr>
          <p:spPr>
            <a:xfrm>
              <a:off x="6504240" y="4769881"/>
              <a:ext cx="48649" cy="62546"/>
            </a:xfrm>
            <a:custGeom>
              <a:rect b="b" l="l" r="r" t="t"/>
              <a:pathLst>
                <a:path extrusionOk="0" h="12246" w="9525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8"/>
            <p:cNvSpPr/>
            <p:nvPr/>
          </p:nvSpPr>
          <p:spPr>
            <a:xfrm>
              <a:off x="6448669" y="4769881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8"/>
            <p:cNvSpPr/>
            <p:nvPr/>
          </p:nvSpPr>
          <p:spPr>
            <a:xfrm>
              <a:off x="6386148" y="4769881"/>
              <a:ext cx="62546" cy="62546"/>
            </a:xfrm>
            <a:custGeom>
              <a:rect b="b" l="l" r="r" t="t"/>
              <a:pathLst>
                <a:path extrusionOk="0" h="12246" w="12246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8"/>
            <p:cNvSpPr/>
            <p:nvPr/>
          </p:nvSpPr>
          <p:spPr>
            <a:xfrm>
              <a:off x="6337521" y="4769881"/>
              <a:ext cx="48649" cy="62546"/>
            </a:xfrm>
            <a:custGeom>
              <a:rect b="b" l="l" r="r" t="t"/>
              <a:pathLst>
                <a:path extrusionOk="0" h="12246" w="9525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8"/>
            <p:cNvSpPr/>
            <p:nvPr/>
          </p:nvSpPr>
          <p:spPr>
            <a:xfrm>
              <a:off x="6281950" y="4769881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8"/>
            <p:cNvSpPr/>
            <p:nvPr/>
          </p:nvSpPr>
          <p:spPr>
            <a:xfrm>
              <a:off x="6219430" y="4769881"/>
              <a:ext cx="62546" cy="62546"/>
            </a:xfrm>
            <a:custGeom>
              <a:rect b="b" l="l" r="r" t="t"/>
              <a:pathLst>
                <a:path extrusionOk="0" h="12246" w="12246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8"/>
            <p:cNvSpPr/>
            <p:nvPr/>
          </p:nvSpPr>
          <p:spPr>
            <a:xfrm>
              <a:off x="7059967" y="4721253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8"/>
            <p:cNvSpPr/>
            <p:nvPr/>
          </p:nvSpPr>
          <p:spPr>
            <a:xfrm>
              <a:off x="7004396" y="4721253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8"/>
            <p:cNvSpPr/>
            <p:nvPr/>
          </p:nvSpPr>
          <p:spPr>
            <a:xfrm>
              <a:off x="6948824" y="4721253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8"/>
            <p:cNvSpPr/>
            <p:nvPr/>
          </p:nvSpPr>
          <p:spPr>
            <a:xfrm>
              <a:off x="6893248" y="4721253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8"/>
            <p:cNvSpPr/>
            <p:nvPr/>
          </p:nvSpPr>
          <p:spPr>
            <a:xfrm>
              <a:off x="6837677" y="4721253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8"/>
            <p:cNvSpPr/>
            <p:nvPr/>
          </p:nvSpPr>
          <p:spPr>
            <a:xfrm>
              <a:off x="6782101" y="4721253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8"/>
            <p:cNvSpPr/>
            <p:nvPr/>
          </p:nvSpPr>
          <p:spPr>
            <a:xfrm>
              <a:off x="6719586" y="4721253"/>
              <a:ext cx="62541" cy="48649"/>
            </a:xfrm>
            <a:custGeom>
              <a:rect b="b" l="l" r="r" t="t"/>
              <a:pathLst>
                <a:path extrusionOk="0" h="9525" w="12245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8"/>
            <p:cNvSpPr/>
            <p:nvPr/>
          </p:nvSpPr>
          <p:spPr>
            <a:xfrm>
              <a:off x="6670963" y="4721253"/>
              <a:ext cx="48644" cy="48649"/>
            </a:xfrm>
            <a:custGeom>
              <a:rect b="b" l="l" r="r" t="t"/>
              <a:pathLst>
                <a:path extrusionOk="0" h="9525" w="9524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8"/>
            <p:cNvSpPr/>
            <p:nvPr/>
          </p:nvSpPr>
          <p:spPr>
            <a:xfrm>
              <a:off x="6615387" y="4721253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8"/>
            <p:cNvSpPr/>
            <p:nvPr/>
          </p:nvSpPr>
          <p:spPr>
            <a:xfrm>
              <a:off x="6552862" y="4721253"/>
              <a:ext cx="62552" cy="48649"/>
            </a:xfrm>
            <a:custGeom>
              <a:rect b="b" l="l" r="r" t="t"/>
              <a:pathLst>
                <a:path extrusionOk="0" h="9525" w="12247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8"/>
            <p:cNvSpPr/>
            <p:nvPr/>
          </p:nvSpPr>
          <p:spPr>
            <a:xfrm>
              <a:off x="6504240" y="4721253"/>
              <a:ext cx="48649" cy="48649"/>
            </a:xfrm>
            <a:custGeom>
              <a:rect b="b" l="l" r="r" t="t"/>
              <a:pathLst>
                <a:path extrusionOk="0" h="9525" w="9525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8"/>
            <p:cNvSpPr/>
            <p:nvPr/>
          </p:nvSpPr>
          <p:spPr>
            <a:xfrm>
              <a:off x="6448669" y="4721253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8"/>
            <p:cNvSpPr/>
            <p:nvPr/>
          </p:nvSpPr>
          <p:spPr>
            <a:xfrm>
              <a:off x="6386148" y="4721253"/>
              <a:ext cx="62546" cy="48649"/>
            </a:xfrm>
            <a:custGeom>
              <a:rect b="b" l="l" r="r" t="t"/>
              <a:pathLst>
                <a:path extrusionOk="0" h="9525" w="12246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8"/>
            <p:cNvSpPr/>
            <p:nvPr/>
          </p:nvSpPr>
          <p:spPr>
            <a:xfrm>
              <a:off x="6337521" y="4721253"/>
              <a:ext cx="48649" cy="48649"/>
            </a:xfrm>
            <a:custGeom>
              <a:rect b="b" l="l" r="r" t="t"/>
              <a:pathLst>
                <a:path extrusionOk="0" h="9525" w="9525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8"/>
            <p:cNvSpPr/>
            <p:nvPr/>
          </p:nvSpPr>
          <p:spPr>
            <a:xfrm>
              <a:off x="6281950" y="4721253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8"/>
            <p:cNvSpPr/>
            <p:nvPr/>
          </p:nvSpPr>
          <p:spPr>
            <a:xfrm>
              <a:off x="6219430" y="4721253"/>
              <a:ext cx="62546" cy="48649"/>
            </a:xfrm>
            <a:custGeom>
              <a:rect b="b" l="l" r="r" t="t"/>
              <a:pathLst>
                <a:path extrusionOk="0" h="9525" w="12246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8"/>
            <p:cNvSpPr/>
            <p:nvPr/>
          </p:nvSpPr>
          <p:spPr>
            <a:xfrm>
              <a:off x="7059967" y="4665677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8"/>
            <p:cNvSpPr/>
            <p:nvPr/>
          </p:nvSpPr>
          <p:spPr>
            <a:xfrm>
              <a:off x="7004396" y="4665677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8"/>
            <p:cNvSpPr/>
            <p:nvPr/>
          </p:nvSpPr>
          <p:spPr>
            <a:xfrm>
              <a:off x="6948824" y="4665677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8"/>
            <p:cNvSpPr/>
            <p:nvPr/>
          </p:nvSpPr>
          <p:spPr>
            <a:xfrm>
              <a:off x="6893248" y="4665677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8"/>
            <p:cNvSpPr/>
            <p:nvPr/>
          </p:nvSpPr>
          <p:spPr>
            <a:xfrm>
              <a:off x="6837677" y="4665677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8"/>
            <p:cNvSpPr/>
            <p:nvPr/>
          </p:nvSpPr>
          <p:spPr>
            <a:xfrm>
              <a:off x="6782101" y="4665677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8"/>
            <p:cNvSpPr/>
            <p:nvPr/>
          </p:nvSpPr>
          <p:spPr>
            <a:xfrm>
              <a:off x="6719586" y="4665677"/>
              <a:ext cx="62541" cy="55600"/>
            </a:xfrm>
            <a:custGeom>
              <a:rect b="b" l="l" r="r" t="t"/>
              <a:pathLst>
                <a:path extrusionOk="0" h="10886" w="12245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8"/>
            <p:cNvSpPr/>
            <p:nvPr/>
          </p:nvSpPr>
          <p:spPr>
            <a:xfrm>
              <a:off x="6670963" y="4665677"/>
              <a:ext cx="48644" cy="55600"/>
            </a:xfrm>
            <a:custGeom>
              <a:rect b="b" l="l" r="r" t="t"/>
              <a:pathLst>
                <a:path extrusionOk="0" h="10886" w="9524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8"/>
            <p:cNvSpPr/>
            <p:nvPr/>
          </p:nvSpPr>
          <p:spPr>
            <a:xfrm>
              <a:off x="6615387" y="4665677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8"/>
            <p:cNvSpPr/>
            <p:nvPr/>
          </p:nvSpPr>
          <p:spPr>
            <a:xfrm>
              <a:off x="6552862" y="4665677"/>
              <a:ext cx="62552" cy="55600"/>
            </a:xfrm>
            <a:custGeom>
              <a:rect b="b" l="l" r="r" t="t"/>
              <a:pathLst>
                <a:path extrusionOk="0" h="10886" w="12247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8"/>
            <p:cNvSpPr/>
            <p:nvPr/>
          </p:nvSpPr>
          <p:spPr>
            <a:xfrm>
              <a:off x="6504240" y="4665677"/>
              <a:ext cx="48649" cy="55600"/>
            </a:xfrm>
            <a:custGeom>
              <a:rect b="b" l="l" r="r" t="t"/>
              <a:pathLst>
                <a:path extrusionOk="0" h="10886" w="9525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8"/>
            <p:cNvSpPr/>
            <p:nvPr/>
          </p:nvSpPr>
          <p:spPr>
            <a:xfrm>
              <a:off x="6448669" y="4665677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8"/>
            <p:cNvSpPr/>
            <p:nvPr/>
          </p:nvSpPr>
          <p:spPr>
            <a:xfrm>
              <a:off x="6386148" y="4665677"/>
              <a:ext cx="62546" cy="55600"/>
            </a:xfrm>
            <a:custGeom>
              <a:rect b="b" l="l" r="r" t="t"/>
              <a:pathLst>
                <a:path extrusionOk="0" h="10886" w="12246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8"/>
            <p:cNvSpPr/>
            <p:nvPr/>
          </p:nvSpPr>
          <p:spPr>
            <a:xfrm>
              <a:off x="6337521" y="4665677"/>
              <a:ext cx="48649" cy="55600"/>
            </a:xfrm>
            <a:custGeom>
              <a:rect b="b" l="l" r="r" t="t"/>
              <a:pathLst>
                <a:path extrusionOk="0" h="10886" w="9525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8"/>
            <p:cNvSpPr/>
            <p:nvPr/>
          </p:nvSpPr>
          <p:spPr>
            <a:xfrm>
              <a:off x="6281950" y="4665677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8"/>
            <p:cNvSpPr/>
            <p:nvPr/>
          </p:nvSpPr>
          <p:spPr>
            <a:xfrm>
              <a:off x="6219430" y="4665677"/>
              <a:ext cx="62546" cy="55600"/>
            </a:xfrm>
            <a:custGeom>
              <a:rect b="b" l="l" r="r" t="t"/>
              <a:pathLst>
                <a:path extrusionOk="0" h="10886" w="12246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8"/>
            <p:cNvSpPr/>
            <p:nvPr/>
          </p:nvSpPr>
          <p:spPr>
            <a:xfrm>
              <a:off x="7059967" y="4603162"/>
              <a:ext cx="55600" cy="62541"/>
            </a:xfrm>
            <a:custGeom>
              <a:rect b="b" l="l" r="r" t="t"/>
              <a:pathLst>
                <a:path extrusionOk="0" h="12245" w="10886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8"/>
            <p:cNvSpPr/>
            <p:nvPr/>
          </p:nvSpPr>
          <p:spPr>
            <a:xfrm>
              <a:off x="7004396" y="4603162"/>
              <a:ext cx="55595" cy="62541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8"/>
            <p:cNvSpPr/>
            <p:nvPr/>
          </p:nvSpPr>
          <p:spPr>
            <a:xfrm>
              <a:off x="6948824" y="4603162"/>
              <a:ext cx="55595" cy="62541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8"/>
            <p:cNvSpPr/>
            <p:nvPr/>
          </p:nvSpPr>
          <p:spPr>
            <a:xfrm>
              <a:off x="6893248" y="4603162"/>
              <a:ext cx="55600" cy="62541"/>
            </a:xfrm>
            <a:custGeom>
              <a:rect b="b" l="l" r="r" t="t"/>
              <a:pathLst>
                <a:path extrusionOk="0" h="12245" w="10886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8"/>
            <p:cNvSpPr/>
            <p:nvPr/>
          </p:nvSpPr>
          <p:spPr>
            <a:xfrm>
              <a:off x="6837677" y="4603162"/>
              <a:ext cx="55595" cy="62541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8"/>
            <p:cNvSpPr/>
            <p:nvPr/>
          </p:nvSpPr>
          <p:spPr>
            <a:xfrm>
              <a:off x="6782101" y="4603162"/>
              <a:ext cx="55600" cy="62541"/>
            </a:xfrm>
            <a:custGeom>
              <a:rect b="b" l="l" r="r" t="t"/>
              <a:pathLst>
                <a:path extrusionOk="0" h="12245" w="10886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8"/>
            <p:cNvSpPr/>
            <p:nvPr/>
          </p:nvSpPr>
          <p:spPr>
            <a:xfrm>
              <a:off x="6719586" y="4603162"/>
              <a:ext cx="62541" cy="62541"/>
            </a:xfrm>
            <a:custGeom>
              <a:rect b="b" l="l" r="r" t="t"/>
              <a:pathLst>
                <a:path extrusionOk="0" h="12245" w="12245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8"/>
            <p:cNvSpPr/>
            <p:nvPr/>
          </p:nvSpPr>
          <p:spPr>
            <a:xfrm>
              <a:off x="6670963" y="4603162"/>
              <a:ext cx="48644" cy="62541"/>
            </a:xfrm>
            <a:custGeom>
              <a:rect b="b" l="l" r="r" t="t"/>
              <a:pathLst>
                <a:path extrusionOk="0" h="12245" w="9524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8"/>
            <p:cNvSpPr/>
            <p:nvPr/>
          </p:nvSpPr>
          <p:spPr>
            <a:xfrm>
              <a:off x="6615387" y="4603162"/>
              <a:ext cx="55600" cy="62541"/>
            </a:xfrm>
            <a:custGeom>
              <a:rect b="b" l="l" r="r" t="t"/>
              <a:pathLst>
                <a:path extrusionOk="0" h="12245" w="10886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8"/>
            <p:cNvSpPr/>
            <p:nvPr/>
          </p:nvSpPr>
          <p:spPr>
            <a:xfrm>
              <a:off x="6552862" y="4603162"/>
              <a:ext cx="62552" cy="62541"/>
            </a:xfrm>
            <a:custGeom>
              <a:rect b="b" l="l" r="r" t="t"/>
              <a:pathLst>
                <a:path extrusionOk="0" h="12245" w="12247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8"/>
            <p:cNvSpPr/>
            <p:nvPr/>
          </p:nvSpPr>
          <p:spPr>
            <a:xfrm>
              <a:off x="6504240" y="4603162"/>
              <a:ext cx="48649" cy="62541"/>
            </a:xfrm>
            <a:custGeom>
              <a:rect b="b" l="l" r="r" t="t"/>
              <a:pathLst>
                <a:path extrusionOk="0" h="12245" w="9525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8"/>
            <p:cNvSpPr/>
            <p:nvPr/>
          </p:nvSpPr>
          <p:spPr>
            <a:xfrm>
              <a:off x="6448669" y="4603162"/>
              <a:ext cx="55595" cy="62541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8"/>
            <p:cNvSpPr/>
            <p:nvPr/>
          </p:nvSpPr>
          <p:spPr>
            <a:xfrm>
              <a:off x="6386148" y="4603162"/>
              <a:ext cx="62546" cy="62541"/>
            </a:xfrm>
            <a:custGeom>
              <a:rect b="b" l="l" r="r" t="t"/>
              <a:pathLst>
                <a:path extrusionOk="0" h="12245" w="12246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8"/>
            <p:cNvSpPr/>
            <p:nvPr/>
          </p:nvSpPr>
          <p:spPr>
            <a:xfrm>
              <a:off x="6337521" y="4603162"/>
              <a:ext cx="48649" cy="62541"/>
            </a:xfrm>
            <a:custGeom>
              <a:rect b="b" l="l" r="r" t="t"/>
              <a:pathLst>
                <a:path extrusionOk="0" h="12245" w="9525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8"/>
            <p:cNvSpPr/>
            <p:nvPr/>
          </p:nvSpPr>
          <p:spPr>
            <a:xfrm>
              <a:off x="6281950" y="4603162"/>
              <a:ext cx="55595" cy="62541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8"/>
            <p:cNvSpPr/>
            <p:nvPr/>
          </p:nvSpPr>
          <p:spPr>
            <a:xfrm>
              <a:off x="6219430" y="4603162"/>
              <a:ext cx="62546" cy="62541"/>
            </a:xfrm>
            <a:custGeom>
              <a:rect b="b" l="l" r="r" t="t"/>
              <a:pathLst>
                <a:path extrusionOk="0" h="12245" w="12246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8"/>
            <p:cNvSpPr/>
            <p:nvPr/>
          </p:nvSpPr>
          <p:spPr>
            <a:xfrm>
              <a:off x="7059967" y="4554534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8"/>
            <p:cNvSpPr/>
            <p:nvPr/>
          </p:nvSpPr>
          <p:spPr>
            <a:xfrm>
              <a:off x="7004396" y="4554534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8"/>
            <p:cNvSpPr/>
            <p:nvPr/>
          </p:nvSpPr>
          <p:spPr>
            <a:xfrm>
              <a:off x="6948824" y="4554534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8"/>
            <p:cNvSpPr/>
            <p:nvPr/>
          </p:nvSpPr>
          <p:spPr>
            <a:xfrm>
              <a:off x="6893248" y="4554534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8"/>
            <p:cNvSpPr/>
            <p:nvPr/>
          </p:nvSpPr>
          <p:spPr>
            <a:xfrm>
              <a:off x="6837677" y="4554534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8"/>
            <p:cNvSpPr/>
            <p:nvPr/>
          </p:nvSpPr>
          <p:spPr>
            <a:xfrm>
              <a:off x="6782101" y="4554534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8"/>
            <p:cNvSpPr/>
            <p:nvPr/>
          </p:nvSpPr>
          <p:spPr>
            <a:xfrm>
              <a:off x="6719586" y="4554534"/>
              <a:ext cx="62541" cy="48649"/>
            </a:xfrm>
            <a:custGeom>
              <a:rect b="b" l="l" r="r" t="t"/>
              <a:pathLst>
                <a:path extrusionOk="0" h="9525" w="12245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8"/>
            <p:cNvSpPr/>
            <p:nvPr/>
          </p:nvSpPr>
          <p:spPr>
            <a:xfrm>
              <a:off x="6670963" y="4554534"/>
              <a:ext cx="48644" cy="48649"/>
            </a:xfrm>
            <a:custGeom>
              <a:rect b="b" l="l" r="r" t="t"/>
              <a:pathLst>
                <a:path extrusionOk="0" h="9525" w="9524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8"/>
            <p:cNvSpPr/>
            <p:nvPr/>
          </p:nvSpPr>
          <p:spPr>
            <a:xfrm>
              <a:off x="6615387" y="4554534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8"/>
            <p:cNvSpPr/>
            <p:nvPr/>
          </p:nvSpPr>
          <p:spPr>
            <a:xfrm>
              <a:off x="6552862" y="4554534"/>
              <a:ext cx="62552" cy="48649"/>
            </a:xfrm>
            <a:custGeom>
              <a:rect b="b" l="l" r="r" t="t"/>
              <a:pathLst>
                <a:path extrusionOk="0" h="9525" w="12247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8"/>
            <p:cNvSpPr/>
            <p:nvPr/>
          </p:nvSpPr>
          <p:spPr>
            <a:xfrm>
              <a:off x="6504240" y="4554534"/>
              <a:ext cx="48649" cy="48649"/>
            </a:xfrm>
            <a:custGeom>
              <a:rect b="b" l="l" r="r" t="t"/>
              <a:pathLst>
                <a:path extrusionOk="0" h="9525" w="9525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8"/>
            <p:cNvSpPr/>
            <p:nvPr/>
          </p:nvSpPr>
          <p:spPr>
            <a:xfrm>
              <a:off x="6448669" y="4554534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8"/>
            <p:cNvSpPr/>
            <p:nvPr/>
          </p:nvSpPr>
          <p:spPr>
            <a:xfrm>
              <a:off x="6386148" y="4554534"/>
              <a:ext cx="62546" cy="48649"/>
            </a:xfrm>
            <a:custGeom>
              <a:rect b="b" l="l" r="r" t="t"/>
              <a:pathLst>
                <a:path extrusionOk="0" h="9525" w="12246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8"/>
            <p:cNvSpPr/>
            <p:nvPr/>
          </p:nvSpPr>
          <p:spPr>
            <a:xfrm>
              <a:off x="6337521" y="4554534"/>
              <a:ext cx="48649" cy="48649"/>
            </a:xfrm>
            <a:custGeom>
              <a:rect b="b" l="l" r="r" t="t"/>
              <a:pathLst>
                <a:path extrusionOk="0" h="9525" w="9525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8"/>
            <p:cNvSpPr/>
            <p:nvPr/>
          </p:nvSpPr>
          <p:spPr>
            <a:xfrm>
              <a:off x="6281950" y="4554534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8"/>
            <p:cNvSpPr/>
            <p:nvPr/>
          </p:nvSpPr>
          <p:spPr>
            <a:xfrm>
              <a:off x="6219430" y="4554534"/>
              <a:ext cx="62546" cy="48649"/>
            </a:xfrm>
            <a:custGeom>
              <a:rect b="b" l="l" r="r" t="t"/>
              <a:pathLst>
                <a:path extrusionOk="0" h="9525" w="12246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8"/>
            <p:cNvSpPr/>
            <p:nvPr/>
          </p:nvSpPr>
          <p:spPr>
            <a:xfrm>
              <a:off x="7059967" y="4498958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8"/>
            <p:cNvSpPr/>
            <p:nvPr/>
          </p:nvSpPr>
          <p:spPr>
            <a:xfrm>
              <a:off x="7115543" y="4776825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8"/>
            <p:cNvSpPr/>
            <p:nvPr/>
          </p:nvSpPr>
          <p:spPr>
            <a:xfrm>
              <a:off x="7115543" y="4728197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8"/>
            <p:cNvSpPr/>
            <p:nvPr/>
          </p:nvSpPr>
          <p:spPr>
            <a:xfrm>
              <a:off x="7115543" y="4665677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8"/>
            <p:cNvSpPr/>
            <p:nvPr/>
          </p:nvSpPr>
          <p:spPr>
            <a:xfrm>
              <a:off x="7115543" y="4610106"/>
              <a:ext cx="55595" cy="55595"/>
            </a:xfrm>
            <a:custGeom>
              <a:rect b="b" l="l" r="r" t="t"/>
              <a:pathLst>
                <a:path extrusionOk="0" h="10885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8"/>
            <p:cNvSpPr/>
            <p:nvPr/>
          </p:nvSpPr>
          <p:spPr>
            <a:xfrm>
              <a:off x="7115543" y="4561478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8"/>
            <p:cNvSpPr/>
            <p:nvPr/>
          </p:nvSpPr>
          <p:spPr>
            <a:xfrm>
              <a:off x="7004396" y="4498958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8"/>
            <p:cNvSpPr/>
            <p:nvPr/>
          </p:nvSpPr>
          <p:spPr>
            <a:xfrm>
              <a:off x="6948824" y="4498958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8"/>
            <p:cNvSpPr/>
            <p:nvPr/>
          </p:nvSpPr>
          <p:spPr>
            <a:xfrm>
              <a:off x="6893248" y="4498958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8"/>
            <p:cNvSpPr/>
            <p:nvPr/>
          </p:nvSpPr>
          <p:spPr>
            <a:xfrm>
              <a:off x="6837677" y="4498958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8"/>
            <p:cNvSpPr/>
            <p:nvPr/>
          </p:nvSpPr>
          <p:spPr>
            <a:xfrm>
              <a:off x="6782101" y="4498958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8"/>
            <p:cNvSpPr/>
            <p:nvPr/>
          </p:nvSpPr>
          <p:spPr>
            <a:xfrm>
              <a:off x="6719586" y="4498958"/>
              <a:ext cx="62541" cy="55600"/>
            </a:xfrm>
            <a:custGeom>
              <a:rect b="b" l="l" r="r" t="t"/>
              <a:pathLst>
                <a:path extrusionOk="0" h="10886" w="12245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8"/>
            <p:cNvSpPr/>
            <p:nvPr/>
          </p:nvSpPr>
          <p:spPr>
            <a:xfrm>
              <a:off x="6670963" y="4498958"/>
              <a:ext cx="48644" cy="55600"/>
            </a:xfrm>
            <a:custGeom>
              <a:rect b="b" l="l" r="r" t="t"/>
              <a:pathLst>
                <a:path extrusionOk="0" h="10886" w="9524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8"/>
            <p:cNvSpPr/>
            <p:nvPr/>
          </p:nvSpPr>
          <p:spPr>
            <a:xfrm>
              <a:off x="6615387" y="4498958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8"/>
            <p:cNvSpPr/>
            <p:nvPr/>
          </p:nvSpPr>
          <p:spPr>
            <a:xfrm>
              <a:off x="6552862" y="4498958"/>
              <a:ext cx="62552" cy="55600"/>
            </a:xfrm>
            <a:custGeom>
              <a:rect b="b" l="l" r="r" t="t"/>
              <a:pathLst>
                <a:path extrusionOk="0" h="10886" w="12247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8"/>
            <p:cNvSpPr/>
            <p:nvPr/>
          </p:nvSpPr>
          <p:spPr>
            <a:xfrm>
              <a:off x="6504240" y="4498958"/>
              <a:ext cx="48649" cy="55600"/>
            </a:xfrm>
            <a:custGeom>
              <a:rect b="b" l="l" r="r" t="t"/>
              <a:pathLst>
                <a:path extrusionOk="0" h="10886" w="9525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8"/>
            <p:cNvSpPr/>
            <p:nvPr/>
          </p:nvSpPr>
          <p:spPr>
            <a:xfrm>
              <a:off x="6448669" y="4498958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8"/>
            <p:cNvSpPr/>
            <p:nvPr/>
          </p:nvSpPr>
          <p:spPr>
            <a:xfrm>
              <a:off x="6386148" y="4498958"/>
              <a:ext cx="62546" cy="55600"/>
            </a:xfrm>
            <a:custGeom>
              <a:rect b="b" l="l" r="r" t="t"/>
              <a:pathLst>
                <a:path extrusionOk="0" h="10886" w="12246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8"/>
            <p:cNvSpPr/>
            <p:nvPr/>
          </p:nvSpPr>
          <p:spPr>
            <a:xfrm>
              <a:off x="6337521" y="4498958"/>
              <a:ext cx="48649" cy="55600"/>
            </a:xfrm>
            <a:custGeom>
              <a:rect b="b" l="l" r="r" t="t"/>
              <a:pathLst>
                <a:path extrusionOk="0" h="10886" w="9525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8"/>
            <p:cNvSpPr/>
            <p:nvPr/>
          </p:nvSpPr>
          <p:spPr>
            <a:xfrm>
              <a:off x="6281950" y="4498958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8"/>
            <p:cNvSpPr/>
            <p:nvPr/>
          </p:nvSpPr>
          <p:spPr>
            <a:xfrm>
              <a:off x="6219430" y="4498958"/>
              <a:ext cx="62546" cy="55600"/>
            </a:xfrm>
            <a:custGeom>
              <a:rect b="b" l="l" r="r" t="t"/>
              <a:pathLst>
                <a:path extrusionOk="0" h="10886" w="12246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8"/>
            <p:cNvSpPr/>
            <p:nvPr/>
          </p:nvSpPr>
          <p:spPr>
            <a:xfrm>
              <a:off x="6552862" y="4436437"/>
              <a:ext cx="62552" cy="62546"/>
            </a:xfrm>
            <a:custGeom>
              <a:rect b="b" l="l" r="r" t="t"/>
              <a:pathLst>
                <a:path extrusionOk="0" h="12246" w="12247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8"/>
            <p:cNvSpPr/>
            <p:nvPr/>
          </p:nvSpPr>
          <p:spPr>
            <a:xfrm>
              <a:off x="6504240" y="4436437"/>
              <a:ext cx="48649" cy="62546"/>
            </a:xfrm>
            <a:custGeom>
              <a:rect b="b" l="l" r="r" t="t"/>
              <a:pathLst>
                <a:path extrusionOk="0" h="12246" w="9525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8"/>
            <p:cNvSpPr/>
            <p:nvPr/>
          </p:nvSpPr>
          <p:spPr>
            <a:xfrm>
              <a:off x="6448669" y="4436437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8"/>
            <p:cNvSpPr/>
            <p:nvPr/>
          </p:nvSpPr>
          <p:spPr>
            <a:xfrm>
              <a:off x="6386148" y="4436437"/>
              <a:ext cx="62546" cy="62546"/>
            </a:xfrm>
            <a:custGeom>
              <a:rect b="b" l="l" r="r" t="t"/>
              <a:pathLst>
                <a:path extrusionOk="0" h="12246" w="12246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8"/>
            <p:cNvSpPr/>
            <p:nvPr/>
          </p:nvSpPr>
          <p:spPr>
            <a:xfrm>
              <a:off x="6337521" y="4436437"/>
              <a:ext cx="48649" cy="62546"/>
            </a:xfrm>
            <a:custGeom>
              <a:rect b="b" l="l" r="r" t="t"/>
              <a:pathLst>
                <a:path extrusionOk="0" h="12246" w="9525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8"/>
            <p:cNvSpPr/>
            <p:nvPr/>
          </p:nvSpPr>
          <p:spPr>
            <a:xfrm>
              <a:off x="6281950" y="4436437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8"/>
            <p:cNvSpPr/>
            <p:nvPr/>
          </p:nvSpPr>
          <p:spPr>
            <a:xfrm>
              <a:off x="6219430" y="4436437"/>
              <a:ext cx="62546" cy="62546"/>
            </a:xfrm>
            <a:custGeom>
              <a:rect b="b" l="l" r="r" t="t"/>
              <a:pathLst>
                <a:path extrusionOk="0" h="12246" w="12246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8"/>
            <p:cNvSpPr/>
            <p:nvPr/>
          </p:nvSpPr>
          <p:spPr>
            <a:xfrm>
              <a:off x="6552862" y="4387810"/>
              <a:ext cx="62552" cy="48649"/>
            </a:xfrm>
            <a:custGeom>
              <a:rect b="b" l="l" r="r" t="t"/>
              <a:pathLst>
                <a:path extrusionOk="0" h="9525" w="12247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8"/>
            <p:cNvSpPr/>
            <p:nvPr/>
          </p:nvSpPr>
          <p:spPr>
            <a:xfrm>
              <a:off x="6504240" y="4387810"/>
              <a:ext cx="48649" cy="48649"/>
            </a:xfrm>
            <a:custGeom>
              <a:rect b="b" l="l" r="r" t="t"/>
              <a:pathLst>
                <a:path extrusionOk="0" h="9525" w="9525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8"/>
            <p:cNvSpPr/>
            <p:nvPr/>
          </p:nvSpPr>
          <p:spPr>
            <a:xfrm>
              <a:off x="6448669" y="4387810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8"/>
            <p:cNvSpPr/>
            <p:nvPr/>
          </p:nvSpPr>
          <p:spPr>
            <a:xfrm>
              <a:off x="6386148" y="4387810"/>
              <a:ext cx="62546" cy="48649"/>
            </a:xfrm>
            <a:custGeom>
              <a:rect b="b" l="l" r="r" t="t"/>
              <a:pathLst>
                <a:path extrusionOk="0" h="9525" w="12246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8"/>
            <p:cNvSpPr/>
            <p:nvPr/>
          </p:nvSpPr>
          <p:spPr>
            <a:xfrm>
              <a:off x="6337521" y="4387810"/>
              <a:ext cx="48649" cy="48649"/>
            </a:xfrm>
            <a:custGeom>
              <a:rect b="b" l="l" r="r" t="t"/>
              <a:pathLst>
                <a:path extrusionOk="0" h="9525" w="9525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8"/>
            <p:cNvSpPr/>
            <p:nvPr/>
          </p:nvSpPr>
          <p:spPr>
            <a:xfrm>
              <a:off x="6281950" y="4387810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8"/>
            <p:cNvSpPr/>
            <p:nvPr/>
          </p:nvSpPr>
          <p:spPr>
            <a:xfrm>
              <a:off x="6219430" y="4387810"/>
              <a:ext cx="62546" cy="48649"/>
            </a:xfrm>
            <a:custGeom>
              <a:rect b="b" l="l" r="r" t="t"/>
              <a:pathLst>
                <a:path extrusionOk="0" h="9525" w="12246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8"/>
            <p:cNvSpPr/>
            <p:nvPr/>
          </p:nvSpPr>
          <p:spPr>
            <a:xfrm>
              <a:off x="6163859" y="4387810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8"/>
            <p:cNvSpPr/>
            <p:nvPr/>
          </p:nvSpPr>
          <p:spPr>
            <a:xfrm>
              <a:off x="6163859" y="4450330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8"/>
            <p:cNvSpPr/>
            <p:nvPr/>
          </p:nvSpPr>
          <p:spPr>
            <a:xfrm>
              <a:off x="6163859" y="4498958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8"/>
            <p:cNvSpPr/>
            <p:nvPr/>
          </p:nvSpPr>
          <p:spPr>
            <a:xfrm>
              <a:off x="6163859" y="4554534"/>
              <a:ext cx="55595" cy="55595"/>
            </a:xfrm>
            <a:custGeom>
              <a:rect b="b" l="l" r="r" t="t"/>
              <a:pathLst>
                <a:path extrusionOk="0" h="10885" w="10885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8"/>
            <p:cNvSpPr/>
            <p:nvPr/>
          </p:nvSpPr>
          <p:spPr>
            <a:xfrm>
              <a:off x="6163859" y="4610106"/>
              <a:ext cx="55595" cy="55595"/>
            </a:xfrm>
            <a:custGeom>
              <a:rect b="b" l="l" r="r" t="t"/>
              <a:pathLst>
                <a:path extrusionOk="0" h="10885" w="10885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8"/>
            <p:cNvSpPr/>
            <p:nvPr/>
          </p:nvSpPr>
          <p:spPr>
            <a:xfrm>
              <a:off x="6163859" y="4665677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8"/>
            <p:cNvSpPr/>
            <p:nvPr/>
          </p:nvSpPr>
          <p:spPr>
            <a:xfrm>
              <a:off x="6163859" y="4721253"/>
              <a:ext cx="55595" cy="55595"/>
            </a:xfrm>
            <a:custGeom>
              <a:rect b="b" l="l" r="r" t="t"/>
              <a:pathLst>
                <a:path extrusionOk="0" h="10885" w="10885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8"/>
            <p:cNvSpPr/>
            <p:nvPr/>
          </p:nvSpPr>
          <p:spPr>
            <a:xfrm>
              <a:off x="6163859" y="4776825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8"/>
            <p:cNvSpPr/>
            <p:nvPr/>
          </p:nvSpPr>
          <p:spPr>
            <a:xfrm>
              <a:off x="6552862" y="4325295"/>
              <a:ext cx="62552" cy="62541"/>
            </a:xfrm>
            <a:custGeom>
              <a:rect b="b" l="l" r="r" t="t"/>
              <a:pathLst>
                <a:path extrusionOk="0" h="12245" w="12247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8"/>
            <p:cNvSpPr/>
            <p:nvPr/>
          </p:nvSpPr>
          <p:spPr>
            <a:xfrm>
              <a:off x="6504240" y="4325295"/>
              <a:ext cx="48649" cy="62541"/>
            </a:xfrm>
            <a:custGeom>
              <a:rect b="b" l="l" r="r" t="t"/>
              <a:pathLst>
                <a:path extrusionOk="0" h="12245" w="9525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8"/>
            <p:cNvSpPr/>
            <p:nvPr/>
          </p:nvSpPr>
          <p:spPr>
            <a:xfrm>
              <a:off x="6448669" y="4325295"/>
              <a:ext cx="55595" cy="62541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8"/>
            <p:cNvSpPr/>
            <p:nvPr/>
          </p:nvSpPr>
          <p:spPr>
            <a:xfrm>
              <a:off x="6386148" y="4325295"/>
              <a:ext cx="62546" cy="62541"/>
            </a:xfrm>
            <a:custGeom>
              <a:rect b="b" l="l" r="r" t="t"/>
              <a:pathLst>
                <a:path extrusionOk="0" h="12245" w="12246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8"/>
            <p:cNvSpPr/>
            <p:nvPr/>
          </p:nvSpPr>
          <p:spPr>
            <a:xfrm>
              <a:off x="6337521" y="4325295"/>
              <a:ext cx="48649" cy="62541"/>
            </a:xfrm>
            <a:custGeom>
              <a:rect b="b" l="l" r="r" t="t"/>
              <a:pathLst>
                <a:path extrusionOk="0" h="12245" w="9525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6281950" y="4325295"/>
              <a:ext cx="55595" cy="62541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8"/>
            <p:cNvSpPr/>
            <p:nvPr/>
          </p:nvSpPr>
          <p:spPr>
            <a:xfrm>
              <a:off x="6219430" y="4325295"/>
              <a:ext cx="62546" cy="62541"/>
            </a:xfrm>
            <a:custGeom>
              <a:rect b="b" l="l" r="r" t="t"/>
              <a:pathLst>
                <a:path extrusionOk="0" h="12245" w="12246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7" name="Google Shape;1117;p8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8"/>
          <p:cNvSpPr txBox="1"/>
          <p:nvPr>
            <p:ph type="title"/>
          </p:nvPr>
        </p:nvSpPr>
        <p:spPr>
          <a:xfrm>
            <a:off x="1812600" y="1266825"/>
            <a:ext cx="5518800" cy="26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119" name="Google Shape;1119;p8"/>
          <p:cNvGrpSpPr/>
          <p:nvPr/>
        </p:nvGrpSpPr>
        <p:grpSpPr>
          <a:xfrm>
            <a:off x="7398069" y="2977147"/>
            <a:ext cx="1128443" cy="564218"/>
            <a:chOff x="311697" y="-12"/>
            <a:chExt cx="4437449" cy="2218709"/>
          </a:xfrm>
        </p:grpSpPr>
        <p:sp>
          <p:nvSpPr>
            <p:cNvPr id="1120" name="Google Shape;1120;p8"/>
            <p:cNvSpPr/>
            <p:nvPr/>
          </p:nvSpPr>
          <p:spPr>
            <a:xfrm>
              <a:off x="2400974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8"/>
            <p:cNvSpPr/>
            <p:nvPr/>
          </p:nvSpPr>
          <p:spPr>
            <a:xfrm>
              <a:off x="2253074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8"/>
            <p:cNvSpPr/>
            <p:nvPr/>
          </p:nvSpPr>
          <p:spPr>
            <a:xfrm>
              <a:off x="208667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8"/>
            <p:cNvSpPr/>
            <p:nvPr/>
          </p:nvSpPr>
          <p:spPr>
            <a:xfrm>
              <a:off x="195724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8"/>
            <p:cNvSpPr/>
            <p:nvPr/>
          </p:nvSpPr>
          <p:spPr>
            <a:xfrm>
              <a:off x="1790857" y="2070781"/>
              <a:ext cx="166400" cy="147916"/>
            </a:xfrm>
            <a:custGeom>
              <a:rect b="b" l="l" r="r" t="t"/>
              <a:pathLst>
                <a:path extrusionOk="0" h="9523" w="10713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8"/>
            <p:cNvSpPr/>
            <p:nvPr/>
          </p:nvSpPr>
          <p:spPr>
            <a:xfrm>
              <a:off x="164291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8"/>
            <p:cNvSpPr/>
            <p:nvPr/>
          </p:nvSpPr>
          <p:spPr>
            <a:xfrm>
              <a:off x="1513494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8"/>
            <p:cNvSpPr/>
            <p:nvPr/>
          </p:nvSpPr>
          <p:spPr>
            <a:xfrm>
              <a:off x="134709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8"/>
            <p:cNvSpPr/>
            <p:nvPr/>
          </p:nvSpPr>
          <p:spPr>
            <a:xfrm>
              <a:off x="119917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8"/>
            <p:cNvSpPr/>
            <p:nvPr/>
          </p:nvSpPr>
          <p:spPr>
            <a:xfrm>
              <a:off x="1069761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8"/>
            <p:cNvSpPr/>
            <p:nvPr/>
          </p:nvSpPr>
          <p:spPr>
            <a:xfrm>
              <a:off x="903361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8"/>
            <p:cNvSpPr/>
            <p:nvPr/>
          </p:nvSpPr>
          <p:spPr>
            <a:xfrm>
              <a:off x="755430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8"/>
            <p:cNvSpPr/>
            <p:nvPr/>
          </p:nvSpPr>
          <p:spPr>
            <a:xfrm>
              <a:off x="625998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8"/>
            <p:cNvSpPr/>
            <p:nvPr/>
          </p:nvSpPr>
          <p:spPr>
            <a:xfrm>
              <a:off x="2400974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225307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208667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8"/>
            <p:cNvSpPr/>
            <p:nvPr/>
          </p:nvSpPr>
          <p:spPr>
            <a:xfrm>
              <a:off x="195724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8"/>
            <p:cNvSpPr/>
            <p:nvPr/>
          </p:nvSpPr>
          <p:spPr>
            <a:xfrm>
              <a:off x="1790857" y="192286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8"/>
            <p:cNvSpPr/>
            <p:nvPr/>
          </p:nvSpPr>
          <p:spPr>
            <a:xfrm>
              <a:off x="164291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8"/>
            <p:cNvSpPr/>
            <p:nvPr/>
          </p:nvSpPr>
          <p:spPr>
            <a:xfrm>
              <a:off x="1513494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8"/>
            <p:cNvSpPr/>
            <p:nvPr/>
          </p:nvSpPr>
          <p:spPr>
            <a:xfrm>
              <a:off x="134709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8"/>
            <p:cNvSpPr/>
            <p:nvPr/>
          </p:nvSpPr>
          <p:spPr>
            <a:xfrm>
              <a:off x="119917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8"/>
            <p:cNvSpPr/>
            <p:nvPr/>
          </p:nvSpPr>
          <p:spPr>
            <a:xfrm>
              <a:off x="1069761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8"/>
            <p:cNvSpPr/>
            <p:nvPr/>
          </p:nvSpPr>
          <p:spPr>
            <a:xfrm>
              <a:off x="903361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8"/>
            <p:cNvSpPr/>
            <p:nvPr/>
          </p:nvSpPr>
          <p:spPr>
            <a:xfrm>
              <a:off x="755430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8"/>
            <p:cNvSpPr/>
            <p:nvPr/>
          </p:nvSpPr>
          <p:spPr>
            <a:xfrm>
              <a:off x="625998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8"/>
            <p:cNvSpPr/>
            <p:nvPr/>
          </p:nvSpPr>
          <p:spPr>
            <a:xfrm>
              <a:off x="459598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8"/>
            <p:cNvSpPr/>
            <p:nvPr/>
          </p:nvSpPr>
          <p:spPr>
            <a:xfrm>
              <a:off x="311697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8"/>
            <p:cNvSpPr/>
            <p:nvPr/>
          </p:nvSpPr>
          <p:spPr>
            <a:xfrm>
              <a:off x="2400974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8"/>
            <p:cNvSpPr/>
            <p:nvPr/>
          </p:nvSpPr>
          <p:spPr>
            <a:xfrm>
              <a:off x="225307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8"/>
            <p:cNvSpPr/>
            <p:nvPr/>
          </p:nvSpPr>
          <p:spPr>
            <a:xfrm>
              <a:off x="208667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8"/>
            <p:cNvSpPr/>
            <p:nvPr/>
          </p:nvSpPr>
          <p:spPr>
            <a:xfrm>
              <a:off x="195724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8"/>
            <p:cNvSpPr/>
            <p:nvPr/>
          </p:nvSpPr>
          <p:spPr>
            <a:xfrm>
              <a:off x="1790857" y="175648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8"/>
            <p:cNvSpPr/>
            <p:nvPr/>
          </p:nvSpPr>
          <p:spPr>
            <a:xfrm>
              <a:off x="164291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8"/>
            <p:cNvSpPr/>
            <p:nvPr/>
          </p:nvSpPr>
          <p:spPr>
            <a:xfrm>
              <a:off x="1513494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8"/>
            <p:cNvSpPr/>
            <p:nvPr/>
          </p:nvSpPr>
          <p:spPr>
            <a:xfrm>
              <a:off x="134709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8"/>
            <p:cNvSpPr/>
            <p:nvPr/>
          </p:nvSpPr>
          <p:spPr>
            <a:xfrm>
              <a:off x="119917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8"/>
            <p:cNvSpPr/>
            <p:nvPr/>
          </p:nvSpPr>
          <p:spPr>
            <a:xfrm>
              <a:off x="1069761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8"/>
            <p:cNvSpPr/>
            <p:nvPr/>
          </p:nvSpPr>
          <p:spPr>
            <a:xfrm>
              <a:off x="903361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8"/>
            <p:cNvSpPr/>
            <p:nvPr/>
          </p:nvSpPr>
          <p:spPr>
            <a:xfrm>
              <a:off x="755430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8"/>
            <p:cNvSpPr/>
            <p:nvPr/>
          </p:nvSpPr>
          <p:spPr>
            <a:xfrm>
              <a:off x="625998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8"/>
            <p:cNvSpPr/>
            <p:nvPr/>
          </p:nvSpPr>
          <p:spPr>
            <a:xfrm>
              <a:off x="459598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8"/>
            <p:cNvSpPr/>
            <p:nvPr/>
          </p:nvSpPr>
          <p:spPr>
            <a:xfrm>
              <a:off x="311697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8"/>
            <p:cNvSpPr/>
            <p:nvPr/>
          </p:nvSpPr>
          <p:spPr>
            <a:xfrm>
              <a:off x="2400974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8"/>
            <p:cNvSpPr/>
            <p:nvPr/>
          </p:nvSpPr>
          <p:spPr>
            <a:xfrm>
              <a:off x="225307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8"/>
            <p:cNvSpPr/>
            <p:nvPr/>
          </p:nvSpPr>
          <p:spPr>
            <a:xfrm>
              <a:off x="208667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8"/>
            <p:cNvSpPr/>
            <p:nvPr/>
          </p:nvSpPr>
          <p:spPr>
            <a:xfrm>
              <a:off x="195724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8"/>
            <p:cNvSpPr/>
            <p:nvPr/>
          </p:nvSpPr>
          <p:spPr>
            <a:xfrm>
              <a:off x="1790857" y="162704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8"/>
            <p:cNvSpPr/>
            <p:nvPr/>
          </p:nvSpPr>
          <p:spPr>
            <a:xfrm>
              <a:off x="164291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8"/>
            <p:cNvSpPr/>
            <p:nvPr/>
          </p:nvSpPr>
          <p:spPr>
            <a:xfrm>
              <a:off x="1513494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8"/>
            <p:cNvSpPr/>
            <p:nvPr/>
          </p:nvSpPr>
          <p:spPr>
            <a:xfrm>
              <a:off x="134709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8"/>
            <p:cNvSpPr/>
            <p:nvPr/>
          </p:nvSpPr>
          <p:spPr>
            <a:xfrm>
              <a:off x="119917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8"/>
            <p:cNvSpPr/>
            <p:nvPr/>
          </p:nvSpPr>
          <p:spPr>
            <a:xfrm>
              <a:off x="1069761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8"/>
            <p:cNvSpPr/>
            <p:nvPr/>
          </p:nvSpPr>
          <p:spPr>
            <a:xfrm>
              <a:off x="903361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8"/>
            <p:cNvSpPr/>
            <p:nvPr/>
          </p:nvSpPr>
          <p:spPr>
            <a:xfrm>
              <a:off x="755430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8"/>
            <p:cNvSpPr/>
            <p:nvPr/>
          </p:nvSpPr>
          <p:spPr>
            <a:xfrm>
              <a:off x="625998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8"/>
            <p:cNvSpPr/>
            <p:nvPr/>
          </p:nvSpPr>
          <p:spPr>
            <a:xfrm>
              <a:off x="459598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8"/>
            <p:cNvSpPr/>
            <p:nvPr/>
          </p:nvSpPr>
          <p:spPr>
            <a:xfrm>
              <a:off x="311697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8"/>
            <p:cNvSpPr/>
            <p:nvPr/>
          </p:nvSpPr>
          <p:spPr>
            <a:xfrm>
              <a:off x="2400974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8"/>
            <p:cNvSpPr/>
            <p:nvPr/>
          </p:nvSpPr>
          <p:spPr>
            <a:xfrm>
              <a:off x="225307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8"/>
            <p:cNvSpPr/>
            <p:nvPr/>
          </p:nvSpPr>
          <p:spPr>
            <a:xfrm>
              <a:off x="208667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8"/>
            <p:cNvSpPr/>
            <p:nvPr/>
          </p:nvSpPr>
          <p:spPr>
            <a:xfrm>
              <a:off x="195724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8"/>
            <p:cNvSpPr/>
            <p:nvPr/>
          </p:nvSpPr>
          <p:spPr>
            <a:xfrm>
              <a:off x="1790857" y="1460633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8"/>
            <p:cNvSpPr/>
            <p:nvPr/>
          </p:nvSpPr>
          <p:spPr>
            <a:xfrm>
              <a:off x="164291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8"/>
            <p:cNvSpPr/>
            <p:nvPr/>
          </p:nvSpPr>
          <p:spPr>
            <a:xfrm>
              <a:off x="1513494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8"/>
            <p:cNvSpPr/>
            <p:nvPr/>
          </p:nvSpPr>
          <p:spPr>
            <a:xfrm>
              <a:off x="134709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8"/>
            <p:cNvSpPr/>
            <p:nvPr/>
          </p:nvSpPr>
          <p:spPr>
            <a:xfrm>
              <a:off x="119917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8"/>
            <p:cNvSpPr/>
            <p:nvPr/>
          </p:nvSpPr>
          <p:spPr>
            <a:xfrm>
              <a:off x="1069761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8"/>
            <p:cNvSpPr/>
            <p:nvPr/>
          </p:nvSpPr>
          <p:spPr>
            <a:xfrm>
              <a:off x="903361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8"/>
            <p:cNvSpPr/>
            <p:nvPr/>
          </p:nvSpPr>
          <p:spPr>
            <a:xfrm>
              <a:off x="755430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8"/>
            <p:cNvSpPr/>
            <p:nvPr/>
          </p:nvSpPr>
          <p:spPr>
            <a:xfrm>
              <a:off x="625998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8"/>
            <p:cNvSpPr/>
            <p:nvPr/>
          </p:nvSpPr>
          <p:spPr>
            <a:xfrm>
              <a:off x="459598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8"/>
            <p:cNvSpPr/>
            <p:nvPr/>
          </p:nvSpPr>
          <p:spPr>
            <a:xfrm>
              <a:off x="311697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8"/>
            <p:cNvSpPr/>
            <p:nvPr/>
          </p:nvSpPr>
          <p:spPr>
            <a:xfrm>
              <a:off x="2400974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8"/>
            <p:cNvSpPr/>
            <p:nvPr/>
          </p:nvSpPr>
          <p:spPr>
            <a:xfrm>
              <a:off x="225307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8"/>
            <p:cNvSpPr/>
            <p:nvPr/>
          </p:nvSpPr>
          <p:spPr>
            <a:xfrm>
              <a:off x="208667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8"/>
            <p:cNvSpPr/>
            <p:nvPr/>
          </p:nvSpPr>
          <p:spPr>
            <a:xfrm>
              <a:off x="195724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8"/>
            <p:cNvSpPr/>
            <p:nvPr/>
          </p:nvSpPr>
          <p:spPr>
            <a:xfrm>
              <a:off x="1790857" y="1331201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8"/>
            <p:cNvSpPr/>
            <p:nvPr/>
          </p:nvSpPr>
          <p:spPr>
            <a:xfrm>
              <a:off x="164291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8"/>
            <p:cNvSpPr/>
            <p:nvPr/>
          </p:nvSpPr>
          <p:spPr>
            <a:xfrm>
              <a:off x="1513494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8"/>
            <p:cNvSpPr/>
            <p:nvPr/>
          </p:nvSpPr>
          <p:spPr>
            <a:xfrm>
              <a:off x="134709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8"/>
            <p:cNvSpPr/>
            <p:nvPr/>
          </p:nvSpPr>
          <p:spPr>
            <a:xfrm>
              <a:off x="119917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8"/>
            <p:cNvSpPr/>
            <p:nvPr/>
          </p:nvSpPr>
          <p:spPr>
            <a:xfrm>
              <a:off x="1069761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8"/>
            <p:cNvSpPr/>
            <p:nvPr/>
          </p:nvSpPr>
          <p:spPr>
            <a:xfrm>
              <a:off x="903361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8"/>
            <p:cNvSpPr/>
            <p:nvPr/>
          </p:nvSpPr>
          <p:spPr>
            <a:xfrm>
              <a:off x="755430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8"/>
            <p:cNvSpPr/>
            <p:nvPr/>
          </p:nvSpPr>
          <p:spPr>
            <a:xfrm>
              <a:off x="625998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8"/>
            <p:cNvSpPr/>
            <p:nvPr/>
          </p:nvSpPr>
          <p:spPr>
            <a:xfrm>
              <a:off x="459598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8"/>
            <p:cNvSpPr/>
            <p:nvPr/>
          </p:nvSpPr>
          <p:spPr>
            <a:xfrm>
              <a:off x="2400974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8"/>
            <p:cNvSpPr/>
            <p:nvPr/>
          </p:nvSpPr>
          <p:spPr>
            <a:xfrm>
              <a:off x="2253074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8"/>
            <p:cNvSpPr/>
            <p:nvPr/>
          </p:nvSpPr>
          <p:spPr>
            <a:xfrm>
              <a:off x="208667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8"/>
            <p:cNvSpPr/>
            <p:nvPr/>
          </p:nvSpPr>
          <p:spPr>
            <a:xfrm>
              <a:off x="195724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8"/>
            <p:cNvSpPr/>
            <p:nvPr/>
          </p:nvSpPr>
          <p:spPr>
            <a:xfrm>
              <a:off x="1790857" y="118328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8"/>
            <p:cNvSpPr/>
            <p:nvPr/>
          </p:nvSpPr>
          <p:spPr>
            <a:xfrm>
              <a:off x="164291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8"/>
            <p:cNvSpPr/>
            <p:nvPr/>
          </p:nvSpPr>
          <p:spPr>
            <a:xfrm>
              <a:off x="1513494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8"/>
            <p:cNvSpPr/>
            <p:nvPr/>
          </p:nvSpPr>
          <p:spPr>
            <a:xfrm>
              <a:off x="134709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8"/>
            <p:cNvSpPr/>
            <p:nvPr/>
          </p:nvSpPr>
          <p:spPr>
            <a:xfrm>
              <a:off x="119917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8"/>
            <p:cNvSpPr/>
            <p:nvPr/>
          </p:nvSpPr>
          <p:spPr>
            <a:xfrm>
              <a:off x="1069761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8"/>
            <p:cNvSpPr/>
            <p:nvPr/>
          </p:nvSpPr>
          <p:spPr>
            <a:xfrm>
              <a:off x="903361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8"/>
            <p:cNvSpPr/>
            <p:nvPr/>
          </p:nvSpPr>
          <p:spPr>
            <a:xfrm>
              <a:off x="755430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8"/>
            <p:cNvSpPr/>
            <p:nvPr/>
          </p:nvSpPr>
          <p:spPr>
            <a:xfrm>
              <a:off x="626013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8"/>
            <p:cNvSpPr/>
            <p:nvPr/>
          </p:nvSpPr>
          <p:spPr>
            <a:xfrm>
              <a:off x="2400974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8"/>
            <p:cNvSpPr/>
            <p:nvPr/>
          </p:nvSpPr>
          <p:spPr>
            <a:xfrm>
              <a:off x="2253074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8"/>
            <p:cNvSpPr/>
            <p:nvPr/>
          </p:nvSpPr>
          <p:spPr>
            <a:xfrm>
              <a:off x="208667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8"/>
            <p:cNvSpPr/>
            <p:nvPr/>
          </p:nvSpPr>
          <p:spPr>
            <a:xfrm>
              <a:off x="195724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8"/>
            <p:cNvSpPr/>
            <p:nvPr/>
          </p:nvSpPr>
          <p:spPr>
            <a:xfrm>
              <a:off x="1790857" y="101690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8"/>
            <p:cNvSpPr/>
            <p:nvPr/>
          </p:nvSpPr>
          <p:spPr>
            <a:xfrm>
              <a:off x="164291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8"/>
            <p:cNvSpPr/>
            <p:nvPr/>
          </p:nvSpPr>
          <p:spPr>
            <a:xfrm>
              <a:off x="1513494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8"/>
            <p:cNvSpPr/>
            <p:nvPr/>
          </p:nvSpPr>
          <p:spPr>
            <a:xfrm>
              <a:off x="134709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8"/>
            <p:cNvSpPr/>
            <p:nvPr/>
          </p:nvSpPr>
          <p:spPr>
            <a:xfrm>
              <a:off x="1199178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8"/>
            <p:cNvSpPr/>
            <p:nvPr/>
          </p:nvSpPr>
          <p:spPr>
            <a:xfrm>
              <a:off x="1069761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8"/>
            <p:cNvSpPr/>
            <p:nvPr/>
          </p:nvSpPr>
          <p:spPr>
            <a:xfrm>
              <a:off x="903361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8"/>
            <p:cNvSpPr/>
            <p:nvPr/>
          </p:nvSpPr>
          <p:spPr>
            <a:xfrm>
              <a:off x="755430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8"/>
            <p:cNvSpPr/>
            <p:nvPr/>
          </p:nvSpPr>
          <p:spPr>
            <a:xfrm>
              <a:off x="2400974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8"/>
            <p:cNvSpPr/>
            <p:nvPr/>
          </p:nvSpPr>
          <p:spPr>
            <a:xfrm>
              <a:off x="2253074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8"/>
            <p:cNvSpPr/>
            <p:nvPr/>
          </p:nvSpPr>
          <p:spPr>
            <a:xfrm>
              <a:off x="208667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8"/>
            <p:cNvSpPr/>
            <p:nvPr/>
          </p:nvSpPr>
          <p:spPr>
            <a:xfrm>
              <a:off x="195724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8"/>
            <p:cNvSpPr/>
            <p:nvPr/>
          </p:nvSpPr>
          <p:spPr>
            <a:xfrm>
              <a:off x="1790857" y="88746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8"/>
            <p:cNvSpPr/>
            <p:nvPr/>
          </p:nvSpPr>
          <p:spPr>
            <a:xfrm>
              <a:off x="164291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8"/>
            <p:cNvSpPr/>
            <p:nvPr/>
          </p:nvSpPr>
          <p:spPr>
            <a:xfrm>
              <a:off x="1513494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8"/>
            <p:cNvSpPr/>
            <p:nvPr/>
          </p:nvSpPr>
          <p:spPr>
            <a:xfrm>
              <a:off x="134709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8"/>
            <p:cNvSpPr/>
            <p:nvPr/>
          </p:nvSpPr>
          <p:spPr>
            <a:xfrm>
              <a:off x="1199178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8"/>
            <p:cNvSpPr/>
            <p:nvPr/>
          </p:nvSpPr>
          <p:spPr>
            <a:xfrm>
              <a:off x="1069761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8"/>
            <p:cNvSpPr/>
            <p:nvPr/>
          </p:nvSpPr>
          <p:spPr>
            <a:xfrm>
              <a:off x="903361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8"/>
            <p:cNvSpPr/>
            <p:nvPr/>
          </p:nvSpPr>
          <p:spPr>
            <a:xfrm>
              <a:off x="755430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8"/>
            <p:cNvSpPr/>
            <p:nvPr/>
          </p:nvSpPr>
          <p:spPr>
            <a:xfrm>
              <a:off x="2400974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8"/>
            <p:cNvSpPr/>
            <p:nvPr/>
          </p:nvSpPr>
          <p:spPr>
            <a:xfrm>
              <a:off x="2253074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8"/>
            <p:cNvSpPr/>
            <p:nvPr/>
          </p:nvSpPr>
          <p:spPr>
            <a:xfrm>
              <a:off x="208667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8"/>
            <p:cNvSpPr/>
            <p:nvPr/>
          </p:nvSpPr>
          <p:spPr>
            <a:xfrm>
              <a:off x="195724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8"/>
            <p:cNvSpPr/>
            <p:nvPr/>
          </p:nvSpPr>
          <p:spPr>
            <a:xfrm>
              <a:off x="1790857" y="739552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8"/>
            <p:cNvSpPr/>
            <p:nvPr/>
          </p:nvSpPr>
          <p:spPr>
            <a:xfrm>
              <a:off x="164291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8"/>
            <p:cNvSpPr/>
            <p:nvPr/>
          </p:nvSpPr>
          <p:spPr>
            <a:xfrm>
              <a:off x="1513494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8"/>
            <p:cNvSpPr/>
            <p:nvPr/>
          </p:nvSpPr>
          <p:spPr>
            <a:xfrm>
              <a:off x="134709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8"/>
            <p:cNvSpPr/>
            <p:nvPr/>
          </p:nvSpPr>
          <p:spPr>
            <a:xfrm>
              <a:off x="1199178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8"/>
            <p:cNvSpPr/>
            <p:nvPr/>
          </p:nvSpPr>
          <p:spPr>
            <a:xfrm>
              <a:off x="1069761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8"/>
            <p:cNvSpPr/>
            <p:nvPr/>
          </p:nvSpPr>
          <p:spPr>
            <a:xfrm>
              <a:off x="903361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8"/>
            <p:cNvSpPr/>
            <p:nvPr/>
          </p:nvSpPr>
          <p:spPr>
            <a:xfrm>
              <a:off x="2400974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8"/>
            <p:cNvSpPr/>
            <p:nvPr/>
          </p:nvSpPr>
          <p:spPr>
            <a:xfrm>
              <a:off x="2253074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8"/>
            <p:cNvSpPr/>
            <p:nvPr/>
          </p:nvSpPr>
          <p:spPr>
            <a:xfrm>
              <a:off x="2086674" y="573137"/>
              <a:ext cx="166415" cy="166431"/>
            </a:xfrm>
            <a:custGeom>
              <a:rect b="b" l="l" r="r" t="t"/>
              <a:pathLst>
                <a:path extrusionOk="0" h="10715" w="10714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8"/>
            <p:cNvSpPr/>
            <p:nvPr/>
          </p:nvSpPr>
          <p:spPr>
            <a:xfrm>
              <a:off x="195724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8"/>
            <p:cNvSpPr/>
            <p:nvPr/>
          </p:nvSpPr>
          <p:spPr>
            <a:xfrm>
              <a:off x="1790857" y="573137"/>
              <a:ext cx="166400" cy="166431"/>
            </a:xfrm>
            <a:custGeom>
              <a:rect b="b" l="l" r="r" t="t"/>
              <a:pathLst>
                <a:path extrusionOk="0" h="10715" w="10713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8"/>
            <p:cNvSpPr/>
            <p:nvPr/>
          </p:nvSpPr>
          <p:spPr>
            <a:xfrm>
              <a:off x="164291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8"/>
            <p:cNvSpPr/>
            <p:nvPr/>
          </p:nvSpPr>
          <p:spPr>
            <a:xfrm>
              <a:off x="1513494" y="573137"/>
              <a:ext cx="129432" cy="166431"/>
            </a:xfrm>
            <a:custGeom>
              <a:rect b="b" l="l" r="r" t="t"/>
              <a:pathLst>
                <a:path extrusionOk="0" h="10715" w="8333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8"/>
            <p:cNvSpPr/>
            <p:nvPr/>
          </p:nvSpPr>
          <p:spPr>
            <a:xfrm>
              <a:off x="2400974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8"/>
            <p:cNvSpPr/>
            <p:nvPr/>
          </p:nvSpPr>
          <p:spPr>
            <a:xfrm>
              <a:off x="2253074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8"/>
            <p:cNvSpPr/>
            <p:nvPr/>
          </p:nvSpPr>
          <p:spPr>
            <a:xfrm>
              <a:off x="2086674" y="443705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8"/>
            <p:cNvSpPr/>
            <p:nvPr/>
          </p:nvSpPr>
          <p:spPr>
            <a:xfrm>
              <a:off x="195724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8"/>
            <p:cNvSpPr/>
            <p:nvPr/>
          </p:nvSpPr>
          <p:spPr>
            <a:xfrm>
              <a:off x="1790857" y="443705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8"/>
            <p:cNvSpPr/>
            <p:nvPr/>
          </p:nvSpPr>
          <p:spPr>
            <a:xfrm>
              <a:off x="164291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8"/>
            <p:cNvSpPr/>
            <p:nvPr/>
          </p:nvSpPr>
          <p:spPr>
            <a:xfrm>
              <a:off x="1513494" y="443705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8"/>
            <p:cNvSpPr/>
            <p:nvPr/>
          </p:nvSpPr>
          <p:spPr>
            <a:xfrm>
              <a:off x="2400974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8"/>
            <p:cNvSpPr/>
            <p:nvPr/>
          </p:nvSpPr>
          <p:spPr>
            <a:xfrm>
              <a:off x="2253074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8"/>
            <p:cNvSpPr/>
            <p:nvPr/>
          </p:nvSpPr>
          <p:spPr>
            <a:xfrm>
              <a:off x="2086674" y="27732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8"/>
            <p:cNvSpPr/>
            <p:nvPr/>
          </p:nvSpPr>
          <p:spPr>
            <a:xfrm>
              <a:off x="195724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8"/>
            <p:cNvSpPr/>
            <p:nvPr/>
          </p:nvSpPr>
          <p:spPr>
            <a:xfrm>
              <a:off x="1790857" y="27732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8"/>
            <p:cNvSpPr/>
            <p:nvPr/>
          </p:nvSpPr>
          <p:spPr>
            <a:xfrm>
              <a:off x="164291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8"/>
            <p:cNvSpPr/>
            <p:nvPr/>
          </p:nvSpPr>
          <p:spPr>
            <a:xfrm>
              <a:off x="2400974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8"/>
            <p:cNvSpPr/>
            <p:nvPr/>
          </p:nvSpPr>
          <p:spPr>
            <a:xfrm>
              <a:off x="2253074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8"/>
            <p:cNvSpPr/>
            <p:nvPr/>
          </p:nvSpPr>
          <p:spPr>
            <a:xfrm>
              <a:off x="2086674" y="129404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8"/>
            <p:cNvSpPr/>
            <p:nvPr/>
          </p:nvSpPr>
          <p:spPr>
            <a:xfrm>
              <a:off x="195724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8"/>
            <p:cNvSpPr/>
            <p:nvPr/>
          </p:nvSpPr>
          <p:spPr>
            <a:xfrm>
              <a:off x="1790857" y="129404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8"/>
            <p:cNvSpPr/>
            <p:nvPr/>
          </p:nvSpPr>
          <p:spPr>
            <a:xfrm>
              <a:off x="2400974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8"/>
            <p:cNvSpPr/>
            <p:nvPr/>
          </p:nvSpPr>
          <p:spPr>
            <a:xfrm>
              <a:off x="2253074" y="-12"/>
              <a:ext cx="147916" cy="129432"/>
            </a:xfrm>
            <a:custGeom>
              <a:rect b="b" l="l" r="r" t="t"/>
              <a:pathLst>
                <a:path extrusionOk="0" h="8333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8"/>
            <p:cNvSpPr/>
            <p:nvPr/>
          </p:nvSpPr>
          <p:spPr>
            <a:xfrm>
              <a:off x="2086674" y="-12"/>
              <a:ext cx="166415" cy="129432"/>
            </a:xfrm>
            <a:custGeom>
              <a:rect b="b" l="l" r="r" t="t"/>
              <a:pathLst>
                <a:path extrusionOk="0" h="8333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8"/>
            <p:cNvSpPr/>
            <p:nvPr/>
          </p:nvSpPr>
          <p:spPr>
            <a:xfrm>
              <a:off x="195724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8"/>
            <p:cNvSpPr/>
            <p:nvPr/>
          </p:nvSpPr>
          <p:spPr>
            <a:xfrm>
              <a:off x="253040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8"/>
            <p:cNvSpPr/>
            <p:nvPr/>
          </p:nvSpPr>
          <p:spPr>
            <a:xfrm>
              <a:off x="267832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8"/>
            <p:cNvSpPr/>
            <p:nvPr/>
          </p:nvSpPr>
          <p:spPr>
            <a:xfrm>
              <a:off x="2807755" y="2070781"/>
              <a:ext cx="166431" cy="147916"/>
            </a:xfrm>
            <a:custGeom>
              <a:rect b="b" l="l" r="r" t="t"/>
              <a:pathLst>
                <a:path extrusionOk="0" h="9523" w="10715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8"/>
            <p:cNvSpPr/>
            <p:nvPr/>
          </p:nvSpPr>
          <p:spPr>
            <a:xfrm>
              <a:off x="297417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8"/>
            <p:cNvSpPr/>
            <p:nvPr/>
          </p:nvSpPr>
          <p:spPr>
            <a:xfrm>
              <a:off x="312208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8"/>
            <p:cNvSpPr/>
            <p:nvPr/>
          </p:nvSpPr>
          <p:spPr>
            <a:xfrm>
              <a:off x="326998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8"/>
            <p:cNvSpPr/>
            <p:nvPr/>
          </p:nvSpPr>
          <p:spPr>
            <a:xfrm>
              <a:off x="341790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8"/>
            <p:cNvSpPr/>
            <p:nvPr/>
          </p:nvSpPr>
          <p:spPr>
            <a:xfrm>
              <a:off x="3565818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8"/>
            <p:cNvSpPr/>
            <p:nvPr/>
          </p:nvSpPr>
          <p:spPr>
            <a:xfrm>
              <a:off x="3713719" y="2070781"/>
              <a:ext cx="147963" cy="147916"/>
            </a:xfrm>
            <a:custGeom>
              <a:rect b="b" l="l" r="r" t="t"/>
              <a:pathLst>
                <a:path extrusionOk="0" h="9523" w="9526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8"/>
            <p:cNvSpPr/>
            <p:nvPr/>
          </p:nvSpPr>
          <p:spPr>
            <a:xfrm>
              <a:off x="386166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8"/>
            <p:cNvSpPr/>
            <p:nvPr/>
          </p:nvSpPr>
          <p:spPr>
            <a:xfrm>
              <a:off x="400956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8"/>
            <p:cNvSpPr/>
            <p:nvPr/>
          </p:nvSpPr>
          <p:spPr>
            <a:xfrm>
              <a:off x="415748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8"/>
            <p:cNvSpPr/>
            <p:nvPr/>
          </p:nvSpPr>
          <p:spPr>
            <a:xfrm>
              <a:off x="430539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8"/>
            <p:cNvSpPr/>
            <p:nvPr/>
          </p:nvSpPr>
          <p:spPr>
            <a:xfrm>
              <a:off x="253040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8"/>
            <p:cNvSpPr/>
            <p:nvPr/>
          </p:nvSpPr>
          <p:spPr>
            <a:xfrm>
              <a:off x="267832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8"/>
            <p:cNvSpPr/>
            <p:nvPr/>
          </p:nvSpPr>
          <p:spPr>
            <a:xfrm>
              <a:off x="2807755" y="192286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8"/>
            <p:cNvSpPr/>
            <p:nvPr/>
          </p:nvSpPr>
          <p:spPr>
            <a:xfrm>
              <a:off x="297417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8"/>
            <p:cNvSpPr/>
            <p:nvPr/>
          </p:nvSpPr>
          <p:spPr>
            <a:xfrm>
              <a:off x="312208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8"/>
            <p:cNvSpPr/>
            <p:nvPr/>
          </p:nvSpPr>
          <p:spPr>
            <a:xfrm>
              <a:off x="326998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8"/>
            <p:cNvSpPr/>
            <p:nvPr/>
          </p:nvSpPr>
          <p:spPr>
            <a:xfrm>
              <a:off x="341790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8"/>
            <p:cNvSpPr/>
            <p:nvPr/>
          </p:nvSpPr>
          <p:spPr>
            <a:xfrm>
              <a:off x="3565818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8"/>
            <p:cNvSpPr/>
            <p:nvPr/>
          </p:nvSpPr>
          <p:spPr>
            <a:xfrm>
              <a:off x="3713719" y="192286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8"/>
            <p:cNvSpPr/>
            <p:nvPr/>
          </p:nvSpPr>
          <p:spPr>
            <a:xfrm>
              <a:off x="386166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8"/>
            <p:cNvSpPr/>
            <p:nvPr/>
          </p:nvSpPr>
          <p:spPr>
            <a:xfrm>
              <a:off x="400956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8"/>
            <p:cNvSpPr/>
            <p:nvPr/>
          </p:nvSpPr>
          <p:spPr>
            <a:xfrm>
              <a:off x="415748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8"/>
            <p:cNvSpPr/>
            <p:nvPr/>
          </p:nvSpPr>
          <p:spPr>
            <a:xfrm>
              <a:off x="430539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8"/>
            <p:cNvSpPr/>
            <p:nvPr/>
          </p:nvSpPr>
          <p:spPr>
            <a:xfrm>
              <a:off x="445331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8"/>
            <p:cNvSpPr/>
            <p:nvPr/>
          </p:nvSpPr>
          <p:spPr>
            <a:xfrm>
              <a:off x="4601215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8"/>
            <p:cNvSpPr/>
            <p:nvPr/>
          </p:nvSpPr>
          <p:spPr>
            <a:xfrm>
              <a:off x="253040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8"/>
            <p:cNvSpPr/>
            <p:nvPr/>
          </p:nvSpPr>
          <p:spPr>
            <a:xfrm>
              <a:off x="267832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8"/>
            <p:cNvSpPr/>
            <p:nvPr/>
          </p:nvSpPr>
          <p:spPr>
            <a:xfrm>
              <a:off x="2807755" y="175648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8"/>
            <p:cNvSpPr/>
            <p:nvPr/>
          </p:nvSpPr>
          <p:spPr>
            <a:xfrm>
              <a:off x="297417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8"/>
            <p:cNvSpPr/>
            <p:nvPr/>
          </p:nvSpPr>
          <p:spPr>
            <a:xfrm>
              <a:off x="312208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8"/>
            <p:cNvSpPr/>
            <p:nvPr/>
          </p:nvSpPr>
          <p:spPr>
            <a:xfrm>
              <a:off x="326998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8"/>
            <p:cNvSpPr/>
            <p:nvPr/>
          </p:nvSpPr>
          <p:spPr>
            <a:xfrm>
              <a:off x="341790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8"/>
            <p:cNvSpPr/>
            <p:nvPr/>
          </p:nvSpPr>
          <p:spPr>
            <a:xfrm>
              <a:off x="3565818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8"/>
            <p:cNvSpPr/>
            <p:nvPr/>
          </p:nvSpPr>
          <p:spPr>
            <a:xfrm>
              <a:off x="3713719" y="175648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8"/>
            <p:cNvSpPr/>
            <p:nvPr/>
          </p:nvSpPr>
          <p:spPr>
            <a:xfrm>
              <a:off x="386166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8"/>
            <p:cNvSpPr/>
            <p:nvPr/>
          </p:nvSpPr>
          <p:spPr>
            <a:xfrm>
              <a:off x="400956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8"/>
            <p:cNvSpPr/>
            <p:nvPr/>
          </p:nvSpPr>
          <p:spPr>
            <a:xfrm>
              <a:off x="415748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8"/>
            <p:cNvSpPr/>
            <p:nvPr/>
          </p:nvSpPr>
          <p:spPr>
            <a:xfrm>
              <a:off x="430539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8"/>
            <p:cNvSpPr/>
            <p:nvPr/>
          </p:nvSpPr>
          <p:spPr>
            <a:xfrm>
              <a:off x="445331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8"/>
            <p:cNvSpPr/>
            <p:nvPr/>
          </p:nvSpPr>
          <p:spPr>
            <a:xfrm>
              <a:off x="4601215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8"/>
            <p:cNvSpPr/>
            <p:nvPr/>
          </p:nvSpPr>
          <p:spPr>
            <a:xfrm>
              <a:off x="253040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8"/>
            <p:cNvSpPr/>
            <p:nvPr/>
          </p:nvSpPr>
          <p:spPr>
            <a:xfrm>
              <a:off x="267832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8"/>
            <p:cNvSpPr/>
            <p:nvPr/>
          </p:nvSpPr>
          <p:spPr>
            <a:xfrm>
              <a:off x="2807755" y="162704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8"/>
            <p:cNvSpPr/>
            <p:nvPr/>
          </p:nvSpPr>
          <p:spPr>
            <a:xfrm>
              <a:off x="297417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8"/>
            <p:cNvSpPr/>
            <p:nvPr/>
          </p:nvSpPr>
          <p:spPr>
            <a:xfrm>
              <a:off x="312208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8"/>
            <p:cNvSpPr/>
            <p:nvPr/>
          </p:nvSpPr>
          <p:spPr>
            <a:xfrm>
              <a:off x="326998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8"/>
            <p:cNvSpPr/>
            <p:nvPr/>
          </p:nvSpPr>
          <p:spPr>
            <a:xfrm>
              <a:off x="341790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8"/>
            <p:cNvSpPr/>
            <p:nvPr/>
          </p:nvSpPr>
          <p:spPr>
            <a:xfrm>
              <a:off x="3565818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8"/>
            <p:cNvSpPr/>
            <p:nvPr/>
          </p:nvSpPr>
          <p:spPr>
            <a:xfrm>
              <a:off x="3713719" y="162704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8"/>
            <p:cNvSpPr/>
            <p:nvPr/>
          </p:nvSpPr>
          <p:spPr>
            <a:xfrm>
              <a:off x="386166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8"/>
            <p:cNvSpPr/>
            <p:nvPr/>
          </p:nvSpPr>
          <p:spPr>
            <a:xfrm>
              <a:off x="400956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8"/>
            <p:cNvSpPr/>
            <p:nvPr/>
          </p:nvSpPr>
          <p:spPr>
            <a:xfrm>
              <a:off x="415748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8"/>
            <p:cNvSpPr/>
            <p:nvPr/>
          </p:nvSpPr>
          <p:spPr>
            <a:xfrm>
              <a:off x="430539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8"/>
            <p:cNvSpPr/>
            <p:nvPr/>
          </p:nvSpPr>
          <p:spPr>
            <a:xfrm>
              <a:off x="445331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8"/>
            <p:cNvSpPr/>
            <p:nvPr/>
          </p:nvSpPr>
          <p:spPr>
            <a:xfrm>
              <a:off x="4601215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8"/>
            <p:cNvSpPr/>
            <p:nvPr/>
          </p:nvSpPr>
          <p:spPr>
            <a:xfrm>
              <a:off x="253040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8"/>
            <p:cNvSpPr/>
            <p:nvPr/>
          </p:nvSpPr>
          <p:spPr>
            <a:xfrm>
              <a:off x="267832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8"/>
            <p:cNvSpPr/>
            <p:nvPr/>
          </p:nvSpPr>
          <p:spPr>
            <a:xfrm>
              <a:off x="2807755" y="1460633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8"/>
            <p:cNvSpPr/>
            <p:nvPr/>
          </p:nvSpPr>
          <p:spPr>
            <a:xfrm>
              <a:off x="297417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8"/>
            <p:cNvSpPr/>
            <p:nvPr/>
          </p:nvSpPr>
          <p:spPr>
            <a:xfrm>
              <a:off x="312208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8"/>
            <p:cNvSpPr/>
            <p:nvPr/>
          </p:nvSpPr>
          <p:spPr>
            <a:xfrm>
              <a:off x="326998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8"/>
            <p:cNvSpPr/>
            <p:nvPr/>
          </p:nvSpPr>
          <p:spPr>
            <a:xfrm>
              <a:off x="341790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8"/>
            <p:cNvSpPr/>
            <p:nvPr/>
          </p:nvSpPr>
          <p:spPr>
            <a:xfrm>
              <a:off x="3565818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8"/>
            <p:cNvSpPr/>
            <p:nvPr/>
          </p:nvSpPr>
          <p:spPr>
            <a:xfrm>
              <a:off x="3713719" y="1460633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8"/>
            <p:cNvSpPr/>
            <p:nvPr/>
          </p:nvSpPr>
          <p:spPr>
            <a:xfrm>
              <a:off x="386166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8"/>
            <p:cNvSpPr/>
            <p:nvPr/>
          </p:nvSpPr>
          <p:spPr>
            <a:xfrm>
              <a:off x="400956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8"/>
            <p:cNvSpPr/>
            <p:nvPr/>
          </p:nvSpPr>
          <p:spPr>
            <a:xfrm>
              <a:off x="415748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8"/>
            <p:cNvSpPr/>
            <p:nvPr/>
          </p:nvSpPr>
          <p:spPr>
            <a:xfrm>
              <a:off x="430539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8"/>
            <p:cNvSpPr/>
            <p:nvPr/>
          </p:nvSpPr>
          <p:spPr>
            <a:xfrm>
              <a:off x="445331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8"/>
            <p:cNvSpPr/>
            <p:nvPr/>
          </p:nvSpPr>
          <p:spPr>
            <a:xfrm>
              <a:off x="4601215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8"/>
            <p:cNvSpPr/>
            <p:nvPr/>
          </p:nvSpPr>
          <p:spPr>
            <a:xfrm>
              <a:off x="253040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8"/>
            <p:cNvSpPr/>
            <p:nvPr/>
          </p:nvSpPr>
          <p:spPr>
            <a:xfrm>
              <a:off x="267832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8"/>
            <p:cNvSpPr/>
            <p:nvPr/>
          </p:nvSpPr>
          <p:spPr>
            <a:xfrm>
              <a:off x="2807755" y="1331201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8"/>
            <p:cNvSpPr/>
            <p:nvPr/>
          </p:nvSpPr>
          <p:spPr>
            <a:xfrm>
              <a:off x="297417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8"/>
            <p:cNvSpPr/>
            <p:nvPr/>
          </p:nvSpPr>
          <p:spPr>
            <a:xfrm>
              <a:off x="312208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8"/>
            <p:cNvSpPr/>
            <p:nvPr/>
          </p:nvSpPr>
          <p:spPr>
            <a:xfrm>
              <a:off x="326998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8"/>
            <p:cNvSpPr/>
            <p:nvPr/>
          </p:nvSpPr>
          <p:spPr>
            <a:xfrm>
              <a:off x="341790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8"/>
            <p:cNvSpPr/>
            <p:nvPr/>
          </p:nvSpPr>
          <p:spPr>
            <a:xfrm>
              <a:off x="3565818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8"/>
            <p:cNvSpPr/>
            <p:nvPr/>
          </p:nvSpPr>
          <p:spPr>
            <a:xfrm>
              <a:off x="3713719" y="1331201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8"/>
            <p:cNvSpPr/>
            <p:nvPr/>
          </p:nvSpPr>
          <p:spPr>
            <a:xfrm>
              <a:off x="386166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8"/>
            <p:cNvSpPr/>
            <p:nvPr/>
          </p:nvSpPr>
          <p:spPr>
            <a:xfrm>
              <a:off x="400956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8"/>
            <p:cNvSpPr/>
            <p:nvPr/>
          </p:nvSpPr>
          <p:spPr>
            <a:xfrm>
              <a:off x="415748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8"/>
            <p:cNvSpPr/>
            <p:nvPr/>
          </p:nvSpPr>
          <p:spPr>
            <a:xfrm>
              <a:off x="430539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8"/>
            <p:cNvSpPr/>
            <p:nvPr/>
          </p:nvSpPr>
          <p:spPr>
            <a:xfrm>
              <a:off x="445331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8"/>
            <p:cNvSpPr/>
            <p:nvPr/>
          </p:nvSpPr>
          <p:spPr>
            <a:xfrm>
              <a:off x="4601215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8"/>
            <p:cNvSpPr/>
            <p:nvPr/>
          </p:nvSpPr>
          <p:spPr>
            <a:xfrm>
              <a:off x="253040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8"/>
            <p:cNvSpPr/>
            <p:nvPr/>
          </p:nvSpPr>
          <p:spPr>
            <a:xfrm>
              <a:off x="267832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8"/>
            <p:cNvSpPr/>
            <p:nvPr/>
          </p:nvSpPr>
          <p:spPr>
            <a:xfrm>
              <a:off x="2807755" y="118328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8"/>
            <p:cNvSpPr/>
            <p:nvPr/>
          </p:nvSpPr>
          <p:spPr>
            <a:xfrm>
              <a:off x="297417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8"/>
            <p:cNvSpPr/>
            <p:nvPr/>
          </p:nvSpPr>
          <p:spPr>
            <a:xfrm>
              <a:off x="312208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8"/>
            <p:cNvSpPr/>
            <p:nvPr/>
          </p:nvSpPr>
          <p:spPr>
            <a:xfrm>
              <a:off x="326998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8"/>
            <p:cNvSpPr/>
            <p:nvPr/>
          </p:nvSpPr>
          <p:spPr>
            <a:xfrm>
              <a:off x="341790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8"/>
            <p:cNvSpPr/>
            <p:nvPr/>
          </p:nvSpPr>
          <p:spPr>
            <a:xfrm>
              <a:off x="3565818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8"/>
            <p:cNvSpPr/>
            <p:nvPr/>
          </p:nvSpPr>
          <p:spPr>
            <a:xfrm>
              <a:off x="3713719" y="118328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8"/>
            <p:cNvSpPr/>
            <p:nvPr/>
          </p:nvSpPr>
          <p:spPr>
            <a:xfrm>
              <a:off x="386166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8"/>
            <p:cNvSpPr/>
            <p:nvPr/>
          </p:nvSpPr>
          <p:spPr>
            <a:xfrm>
              <a:off x="400956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8"/>
            <p:cNvSpPr/>
            <p:nvPr/>
          </p:nvSpPr>
          <p:spPr>
            <a:xfrm>
              <a:off x="415748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8"/>
            <p:cNvSpPr/>
            <p:nvPr/>
          </p:nvSpPr>
          <p:spPr>
            <a:xfrm>
              <a:off x="430539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8"/>
            <p:cNvSpPr/>
            <p:nvPr/>
          </p:nvSpPr>
          <p:spPr>
            <a:xfrm>
              <a:off x="253040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8"/>
            <p:cNvSpPr/>
            <p:nvPr/>
          </p:nvSpPr>
          <p:spPr>
            <a:xfrm>
              <a:off x="267832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8"/>
            <p:cNvSpPr/>
            <p:nvPr/>
          </p:nvSpPr>
          <p:spPr>
            <a:xfrm>
              <a:off x="2807755" y="101690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8"/>
            <p:cNvSpPr/>
            <p:nvPr/>
          </p:nvSpPr>
          <p:spPr>
            <a:xfrm>
              <a:off x="297417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8"/>
            <p:cNvSpPr/>
            <p:nvPr/>
          </p:nvSpPr>
          <p:spPr>
            <a:xfrm>
              <a:off x="312208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8"/>
            <p:cNvSpPr/>
            <p:nvPr/>
          </p:nvSpPr>
          <p:spPr>
            <a:xfrm>
              <a:off x="326998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8"/>
            <p:cNvSpPr/>
            <p:nvPr/>
          </p:nvSpPr>
          <p:spPr>
            <a:xfrm>
              <a:off x="341790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8"/>
            <p:cNvSpPr/>
            <p:nvPr/>
          </p:nvSpPr>
          <p:spPr>
            <a:xfrm>
              <a:off x="3565818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8"/>
            <p:cNvSpPr/>
            <p:nvPr/>
          </p:nvSpPr>
          <p:spPr>
            <a:xfrm>
              <a:off x="3713719" y="101690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8"/>
            <p:cNvSpPr/>
            <p:nvPr/>
          </p:nvSpPr>
          <p:spPr>
            <a:xfrm>
              <a:off x="386166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8"/>
            <p:cNvSpPr/>
            <p:nvPr/>
          </p:nvSpPr>
          <p:spPr>
            <a:xfrm>
              <a:off x="400956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8"/>
            <p:cNvSpPr/>
            <p:nvPr/>
          </p:nvSpPr>
          <p:spPr>
            <a:xfrm>
              <a:off x="415748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8"/>
            <p:cNvSpPr/>
            <p:nvPr/>
          </p:nvSpPr>
          <p:spPr>
            <a:xfrm>
              <a:off x="253040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8"/>
            <p:cNvSpPr/>
            <p:nvPr/>
          </p:nvSpPr>
          <p:spPr>
            <a:xfrm>
              <a:off x="267832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8"/>
            <p:cNvSpPr/>
            <p:nvPr/>
          </p:nvSpPr>
          <p:spPr>
            <a:xfrm>
              <a:off x="2807755" y="88746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8"/>
            <p:cNvSpPr/>
            <p:nvPr/>
          </p:nvSpPr>
          <p:spPr>
            <a:xfrm>
              <a:off x="297417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8"/>
            <p:cNvSpPr/>
            <p:nvPr/>
          </p:nvSpPr>
          <p:spPr>
            <a:xfrm>
              <a:off x="312208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8"/>
            <p:cNvSpPr/>
            <p:nvPr/>
          </p:nvSpPr>
          <p:spPr>
            <a:xfrm>
              <a:off x="326998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8"/>
            <p:cNvSpPr/>
            <p:nvPr/>
          </p:nvSpPr>
          <p:spPr>
            <a:xfrm>
              <a:off x="341790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8"/>
            <p:cNvSpPr/>
            <p:nvPr/>
          </p:nvSpPr>
          <p:spPr>
            <a:xfrm>
              <a:off x="3565818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8"/>
            <p:cNvSpPr/>
            <p:nvPr/>
          </p:nvSpPr>
          <p:spPr>
            <a:xfrm>
              <a:off x="3713719" y="88746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8"/>
            <p:cNvSpPr/>
            <p:nvPr/>
          </p:nvSpPr>
          <p:spPr>
            <a:xfrm>
              <a:off x="386166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8"/>
            <p:cNvSpPr/>
            <p:nvPr/>
          </p:nvSpPr>
          <p:spPr>
            <a:xfrm>
              <a:off x="400956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8"/>
            <p:cNvSpPr/>
            <p:nvPr/>
          </p:nvSpPr>
          <p:spPr>
            <a:xfrm>
              <a:off x="415748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8"/>
            <p:cNvSpPr/>
            <p:nvPr/>
          </p:nvSpPr>
          <p:spPr>
            <a:xfrm>
              <a:off x="253040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8"/>
            <p:cNvSpPr/>
            <p:nvPr/>
          </p:nvSpPr>
          <p:spPr>
            <a:xfrm>
              <a:off x="267832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8"/>
            <p:cNvSpPr/>
            <p:nvPr/>
          </p:nvSpPr>
          <p:spPr>
            <a:xfrm>
              <a:off x="2807755" y="739552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8"/>
            <p:cNvSpPr/>
            <p:nvPr/>
          </p:nvSpPr>
          <p:spPr>
            <a:xfrm>
              <a:off x="297417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8"/>
            <p:cNvSpPr/>
            <p:nvPr/>
          </p:nvSpPr>
          <p:spPr>
            <a:xfrm>
              <a:off x="312208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8"/>
            <p:cNvSpPr/>
            <p:nvPr/>
          </p:nvSpPr>
          <p:spPr>
            <a:xfrm>
              <a:off x="326998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8"/>
            <p:cNvSpPr/>
            <p:nvPr/>
          </p:nvSpPr>
          <p:spPr>
            <a:xfrm>
              <a:off x="3417902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8"/>
            <p:cNvSpPr/>
            <p:nvPr/>
          </p:nvSpPr>
          <p:spPr>
            <a:xfrm>
              <a:off x="3565818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8"/>
            <p:cNvSpPr/>
            <p:nvPr/>
          </p:nvSpPr>
          <p:spPr>
            <a:xfrm>
              <a:off x="3713719" y="739552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8"/>
            <p:cNvSpPr/>
            <p:nvPr/>
          </p:nvSpPr>
          <p:spPr>
            <a:xfrm>
              <a:off x="386166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8"/>
            <p:cNvSpPr/>
            <p:nvPr/>
          </p:nvSpPr>
          <p:spPr>
            <a:xfrm>
              <a:off x="400956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8"/>
            <p:cNvSpPr/>
            <p:nvPr/>
          </p:nvSpPr>
          <p:spPr>
            <a:xfrm>
              <a:off x="253040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8"/>
            <p:cNvSpPr/>
            <p:nvPr/>
          </p:nvSpPr>
          <p:spPr>
            <a:xfrm>
              <a:off x="267832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8"/>
            <p:cNvSpPr/>
            <p:nvPr/>
          </p:nvSpPr>
          <p:spPr>
            <a:xfrm>
              <a:off x="2807755" y="573137"/>
              <a:ext cx="166431" cy="166431"/>
            </a:xfrm>
            <a:custGeom>
              <a:rect b="b" l="l" r="r" t="t"/>
              <a:pathLst>
                <a:path extrusionOk="0" h="10715" w="10715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8"/>
            <p:cNvSpPr/>
            <p:nvPr/>
          </p:nvSpPr>
          <p:spPr>
            <a:xfrm>
              <a:off x="297417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8"/>
            <p:cNvSpPr/>
            <p:nvPr/>
          </p:nvSpPr>
          <p:spPr>
            <a:xfrm>
              <a:off x="3122086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8"/>
            <p:cNvSpPr/>
            <p:nvPr/>
          </p:nvSpPr>
          <p:spPr>
            <a:xfrm>
              <a:off x="326998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8"/>
            <p:cNvSpPr/>
            <p:nvPr/>
          </p:nvSpPr>
          <p:spPr>
            <a:xfrm>
              <a:off x="3417902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8"/>
            <p:cNvSpPr/>
            <p:nvPr/>
          </p:nvSpPr>
          <p:spPr>
            <a:xfrm>
              <a:off x="253040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8"/>
            <p:cNvSpPr/>
            <p:nvPr/>
          </p:nvSpPr>
          <p:spPr>
            <a:xfrm>
              <a:off x="267832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8"/>
            <p:cNvSpPr/>
            <p:nvPr/>
          </p:nvSpPr>
          <p:spPr>
            <a:xfrm>
              <a:off x="2807755" y="443705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8"/>
            <p:cNvSpPr/>
            <p:nvPr/>
          </p:nvSpPr>
          <p:spPr>
            <a:xfrm>
              <a:off x="297417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8"/>
            <p:cNvSpPr/>
            <p:nvPr/>
          </p:nvSpPr>
          <p:spPr>
            <a:xfrm>
              <a:off x="3122086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8"/>
            <p:cNvSpPr/>
            <p:nvPr/>
          </p:nvSpPr>
          <p:spPr>
            <a:xfrm>
              <a:off x="326998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8"/>
            <p:cNvSpPr/>
            <p:nvPr/>
          </p:nvSpPr>
          <p:spPr>
            <a:xfrm>
              <a:off x="3417902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8"/>
            <p:cNvSpPr/>
            <p:nvPr/>
          </p:nvSpPr>
          <p:spPr>
            <a:xfrm>
              <a:off x="253040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8"/>
            <p:cNvSpPr/>
            <p:nvPr/>
          </p:nvSpPr>
          <p:spPr>
            <a:xfrm>
              <a:off x="267832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8"/>
            <p:cNvSpPr/>
            <p:nvPr/>
          </p:nvSpPr>
          <p:spPr>
            <a:xfrm>
              <a:off x="2807755" y="27732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8"/>
            <p:cNvSpPr/>
            <p:nvPr/>
          </p:nvSpPr>
          <p:spPr>
            <a:xfrm>
              <a:off x="297417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8"/>
            <p:cNvSpPr/>
            <p:nvPr/>
          </p:nvSpPr>
          <p:spPr>
            <a:xfrm>
              <a:off x="3122086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8"/>
            <p:cNvSpPr/>
            <p:nvPr/>
          </p:nvSpPr>
          <p:spPr>
            <a:xfrm>
              <a:off x="326998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8"/>
            <p:cNvSpPr/>
            <p:nvPr/>
          </p:nvSpPr>
          <p:spPr>
            <a:xfrm>
              <a:off x="2530406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8"/>
            <p:cNvSpPr/>
            <p:nvPr/>
          </p:nvSpPr>
          <p:spPr>
            <a:xfrm>
              <a:off x="267832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8"/>
            <p:cNvSpPr/>
            <p:nvPr/>
          </p:nvSpPr>
          <p:spPr>
            <a:xfrm>
              <a:off x="2807755" y="129404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8"/>
            <p:cNvSpPr/>
            <p:nvPr/>
          </p:nvSpPr>
          <p:spPr>
            <a:xfrm>
              <a:off x="2974170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8"/>
            <p:cNvSpPr/>
            <p:nvPr/>
          </p:nvSpPr>
          <p:spPr>
            <a:xfrm>
              <a:off x="3122086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8"/>
            <p:cNvSpPr/>
            <p:nvPr/>
          </p:nvSpPr>
          <p:spPr>
            <a:xfrm>
              <a:off x="2530406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8"/>
            <p:cNvSpPr/>
            <p:nvPr/>
          </p:nvSpPr>
          <p:spPr>
            <a:xfrm>
              <a:off x="267832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8"/>
            <p:cNvSpPr/>
            <p:nvPr/>
          </p:nvSpPr>
          <p:spPr>
            <a:xfrm>
              <a:off x="2807755" y="-12"/>
              <a:ext cx="166431" cy="129432"/>
            </a:xfrm>
            <a:custGeom>
              <a:rect b="b" l="l" r="r" t="t"/>
              <a:pathLst>
                <a:path extrusionOk="0" h="8333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8"/>
            <p:cNvSpPr/>
            <p:nvPr/>
          </p:nvSpPr>
          <p:spPr>
            <a:xfrm>
              <a:off x="2974170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9" name="Google Shape;1449;p8"/>
          <p:cNvGrpSpPr/>
          <p:nvPr/>
        </p:nvGrpSpPr>
        <p:grpSpPr>
          <a:xfrm>
            <a:off x="560813" y="539503"/>
            <a:ext cx="1443946" cy="721968"/>
            <a:chOff x="311697" y="-12"/>
            <a:chExt cx="4437449" cy="2218709"/>
          </a:xfrm>
        </p:grpSpPr>
        <p:sp>
          <p:nvSpPr>
            <p:cNvPr id="1450" name="Google Shape;1450;p8"/>
            <p:cNvSpPr/>
            <p:nvPr/>
          </p:nvSpPr>
          <p:spPr>
            <a:xfrm>
              <a:off x="2400974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8"/>
            <p:cNvSpPr/>
            <p:nvPr/>
          </p:nvSpPr>
          <p:spPr>
            <a:xfrm>
              <a:off x="2253074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8"/>
            <p:cNvSpPr/>
            <p:nvPr/>
          </p:nvSpPr>
          <p:spPr>
            <a:xfrm>
              <a:off x="208667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8"/>
            <p:cNvSpPr/>
            <p:nvPr/>
          </p:nvSpPr>
          <p:spPr>
            <a:xfrm>
              <a:off x="195724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8"/>
            <p:cNvSpPr/>
            <p:nvPr/>
          </p:nvSpPr>
          <p:spPr>
            <a:xfrm>
              <a:off x="1790857" y="2070781"/>
              <a:ext cx="166400" cy="147916"/>
            </a:xfrm>
            <a:custGeom>
              <a:rect b="b" l="l" r="r" t="t"/>
              <a:pathLst>
                <a:path extrusionOk="0" h="9523" w="10713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8"/>
            <p:cNvSpPr/>
            <p:nvPr/>
          </p:nvSpPr>
          <p:spPr>
            <a:xfrm>
              <a:off x="164291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8"/>
            <p:cNvSpPr/>
            <p:nvPr/>
          </p:nvSpPr>
          <p:spPr>
            <a:xfrm>
              <a:off x="1513494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8"/>
            <p:cNvSpPr/>
            <p:nvPr/>
          </p:nvSpPr>
          <p:spPr>
            <a:xfrm>
              <a:off x="134709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8"/>
            <p:cNvSpPr/>
            <p:nvPr/>
          </p:nvSpPr>
          <p:spPr>
            <a:xfrm>
              <a:off x="119917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8"/>
            <p:cNvSpPr/>
            <p:nvPr/>
          </p:nvSpPr>
          <p:spPr>
            <a:xfrm>
              <a:off x="1069761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8"/>
            <p:cNvSpPr/>
            <p:nvPr/>
          </p:nvSpPr>
          <p:spPr>
            <a:xfrm>
              <a:off x="903361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8"/>
            <p:cNvSpPr/>
            <p:nvPr/>
          </p:nvSpPr>
          <p:spPr>
            <a:xfrm>
              <a:off x="755430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8"/>
            <p:cNvSpPr/>
            <p:nvPr/>
          </p:nvSpPr>
          <p:spPr>
            <a:xfrm>
              <a:off x="625998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8"/>
            <p:cNvSpPr/>
            <p:nvPr/>
          </p:nvSpPr>
          <p:spPr>
            <a:xfrm>
              <a:off x="2400974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8"/>
            <p:cNvSpPr/>
            <p:nvPr/>
          </p:nvSpPr>
          <p:spPr>
            <a:xfrm>
              <a:off x="225307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8"/>
            <p:cNvSpPr/>
            <p:nvPr/>
          </p:nvSpPr>
          <p:spPr>
            <a:xfrm>
              <a:off x="208667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8"/>
            <p:cNvSpPr/>
            <p:nvPr/>
          </p:nvSpPr>
          <p:spPr>
            <a:xfrm>
              <a:off x="195724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8"/>
            <p:cNvSpPr/>
            <p:nvPr/>
          </p:nvSpPr>
          <p:spPr>
            <a:xfrm>
              <a:off x="1790857" y="192286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8"/>
            <p:cNvSpPr/>
            <p:nvPr/>
          </p:nvSpPr>
          <p:spPr>
            <a:xfrm>
              <a:off x="164291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8"/>
            <p:cNvSpPr/>
            <p:nvPr/>
          </p:nvSpPr>
          <p:spPr>
            <a:xfrm>
              <a:off x="1513494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8"/>
            <p:cNvSpPr/>
            <p:nvPr/>
          </p:nvSpPr>
          <p:spPr>
            <a:xfrm>
              <a:off x="134709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8"/>
            <p:cNvSpPr/>
            <p:nvPr/>
          </p:nvSpPr>
          <p:spPr>
            <a:xfrm>
              <a:off x="119917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8"/>
            <p:cNvSpPr/>
            <p:nvPr/>
          </p:nvSpPr>
          <p:spPr>
            <a:xfrm>
              <a:off x="1069761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8"/>
            <p:cNvSpPr/>
            <p:nvPr/>
          </p:nvSpPr>
          <p:spPr>
            <a:xfrm>
              <a:off x="903361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8"/>
            <p:cNvSpPr/>
            <p:nvPr/>
          </p:nvSpPr>
          <p:spPr>
            <a:xfrm>
              <a:off x="755430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8"/>
            <p:cNvSpPr/>
            <p:nvPr/>
          </p:nvSpPr>
          <p:spPr>
            <a:xfrm>
              <a:off x="625998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8"/>
            <p:cNvSpPr/>
            <p:nvPr/>
          </p:nvSpPr>
          <p:spPr>
            <a:xfrm>
              <a:off x="459598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311697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2400974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225307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208667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195724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1790857" y="175648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164291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1513494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134709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8"/>
            <p:cNvSpPr/>
            <p:nvPr/>
          </p:nvSpPr>
          <p:spPr>
            <a:xfrm>
              <a:off x="119917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8"/>
            <p:cNvSpPr/>
            <p:nvPr/>
          </p:nvSpPr>
          <p:spPr>
            <a:xfrm>
              <a:off x="1069761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8"/>
            <p:cNvSpPr/>
            <p:nvPr/>
          </p:nvSpPr>
          <p:spPr>
            <a:xfrm>
              <a:off x="903361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755430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625998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459598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311697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2400974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225307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208667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195724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1790857" y="162704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8"/>
            <p:cNvSpPr/>
            <p:nvPr/>
          </p:nvSpPr>
          <p:spPr>
            <a:xfrm>
              <a:off x="164291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8"/>
            <p:cNvSpPr/>
            <p:nvPr/>
          </p:nvSpPr>
          <p:spPr>
            <a:xfrm>
              <a:off x="1513494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8"/>
            <p:cNvSpPr/>
            <p:nvPr/>
          </p:nvSpPr>
          <p:spPr>
            <a:xfrm>
              <a:off x="134709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119917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1069761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903361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755430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625998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459598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311697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2400974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225307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8"/>
            <p:cNvSpPr/>
            <p:nvPr/>
          </p:nvSpPr>
          <p:spPr>
            <a:xfrm>
              <a:off x="208667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8"/>
            <p:cNvSpPr/>
            <p:nvPr/>
          </p:nvSpPr>
          <p:spPr>
            <a:xfrm>
              <a:off x="195724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8"/>
            <p:cNvSpPr/>
            <p:nvPr/>
          </p:nvSpPr>
          <p:spPr>
            <a:xfrm>
              <a:off x="1790857" y="1460633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164291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1513494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134709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119917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1069761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903361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755430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625998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459598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8"/>
            <p:cNvSpPr/>
            <p:nvPr/>
          </p:nvSpPr>
          <p:spPr>
            <a:xfrm>
              <a:off x="311697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8"/>
            <p:cNvSpPr/>
            <p:nvPr/>
          </p:nvSpPr>
          <p:spPr>
            <a:xfrm>
              <a:off x="2400974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8"/>
            <p:cNvSpPr/>
            <p:nvPr/>
          </p:nvSpPr>
          <p:spPr>
            <a:xfrm>
              <a:off x="225307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8"/>
            <p:cNvSpPr/>
            <p:nvPr/>
          </p:nvSpPr>
          <p:spPr>
            <a:xfrm>
              <a:off x="208667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8"/>
            <p:cNvSpPr/>
            <p:nvPr/>
          </p:nvSpPr>
          <p:spPr>
            <a:xfrm>
              <a:off x="195724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8"/>
            <p:cNvSpPr/>
            <p:nvPr/>
          </p:nvSpPr>
          <p:spPr>
            <a:xfrm>
              <a:off x="1790857" y="1331201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164291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1513494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134709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8"/>
            <p:cNvSpPr/>
            <p:nvPr/>
          </p:nvSpPr>
          <p:spPr>
            <a:xfrm>
              <a:off x="119917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8"/>
            <p:cNvSpPr/>
            <p:nvPr/>
          </p:nvSpPr>
          <p:spPr>
            <a:xfrm>
              <a:off x="1069761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903361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755430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625998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459598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8"/>
            <p:cNvSpPr/>
            <p:nvPr/>
          </p:nvSpPr>
          <p:spPr>
            <a:xfrm>
              <a:off x="2400974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8"/>
            <p:cNvSpPr/>
            <p:nvPr/>
          </p:nvSpPr>
          <p:spPr>
            <a:xfrm>
              <a:off x="2253074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208667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8"/>
            <p:cNvSpPr/>
            <p:nvPr/>
          </p:nvSpPr>
          <p:spPr>
            <a:xfrm>
              <a:off x="195724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8"/>
            <p:cNvSpPr/>
            <p:nvPr/>
          </p:nvSpPr>
          <p:spPr>
            <a:xfrm>
              <a:off x="1790857" y="118328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164291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1513494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134709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8"/>
            <p:cNvSpPr/>
            <p:nvPr/>
          </p:nvSpPr>
          <p:spPr>
            <a:xfrm>
              <a:off x="119917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8"/>
            <p:cNvSpPr/>
            <p:nvPr/>
          </p:nvSpPr>
          <p:spPr>
            <a:xfrm>
              <a:off x="1069761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8"/>
            <p:cNvSpPr/>
            <p:nvPr/>
          </p:nvSpPr>
          <p:spPr>
            <a:xfrm>
              <a:off x="903361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8"/>
            <p:cNvSpPr/>
            <p:nvPr/>
          </p:nvSpPr>
          <p:spPr>
            <a:xfrm>
              <a:off x="755430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8"/>
            <p:cNvSpPr/>
            <p:nvPr/>
          </p:nvSpPr>
          <p:spPr>
            <a:xfrm>
              <a:off x="626013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8"/>
            <p:cNvSpPr/>
            <p:nvPr/>
          </p:nvSpPr>
          <p:spPr>
            <a:xfrm>
              <a:off x="2400974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8"/>
            <p:cNvSpPr/>
            <p:nvPr/>
          </p:nvSpPr>
          <p:spPr>
            <a:xfrm>
              <a:off x="2253074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8"/>
            <p:cNvSpPr/>
            <p:nvPr/>
          </p:nvSpPr>
          <p:spPr>
            <a:xfrm>
              <a:off x="208667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8"/>
            <p:cNvSpPr/>
            <p:nvPr/>
          </p:nvSpPr>
          <p:spPr>
            <a:xfrm>
              <a:off x="195724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8"/>
            <p:cNvSpPr/>
            <p:nvPr/>
          </p:nvSpPr>
          <p:spPr>
            <a:xfrm>
              <a:off x="1790857" y="101690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8"/>
            <p:cNvSpPr/>
            <p:nvPr/>
          </p:nvSpPr>
          <p:spPr>
            <a:xfrm>
              <a:off x="164291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8"/>
            <p:cNvSpPr/>
            <p:nvPr/>
          </p:nvSpPr>
          <p:spPr>
            <a:xfrm>
              <a:off x="1513494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8"/>
            <p:cNvSpPr/>
            <p:nvPr/>
          </p:nvSpPr>
          <p:spPr>
            <a:xfrm>
              <a:off x="134709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1199178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1069761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903361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755430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2400974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2253074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208667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195724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1790857" y="88746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8"/>
            <p:cNvSpPr/>
            <p:nvPr/>
          </p:nvSpPr>
          <p:spPr>
            <a:xfrm>
              <a:off x="164291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8"/>
            <p:cNvSpPr/>
            <p:nvPr/>
          </p:nvSpPr>
          <p:spPr>
            <a:xfrm>
              <a:off x="1513494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8"/>
            <p:cNvSpPr/>
            <p:nvPr/>
          </p:nvSpPr>
          <p:spPr>
            <a:xfrm>
              <a:off x="134709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1199178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1069761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903361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755430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2400974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2253074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208667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195724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1790857" y="739552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8"/>
            <p:cNvSpPr/>
            <p:nvPr/>
          </p:nvSpPr>
          <p:spPr>
            <a:xfrm>
              <a:off x="164291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8"/>
            <p:cNvSpPr/>
            <p:nvPr/>
          </p:nvSpPr>
          <p:spPr>
            <a:xfrm>
              <a:off x="1513494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8"/>
            <p:cNvSpPr/>
            <p:nvPr/>
          </p:nvSpPr>
          <p:spPr>
            <a:xfrm>
              <a:off x="134709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1199178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8"/>
            <p:cNvSpPr/>
            <p:nvPr/>
          </p:nvSpPr>
          <p:spPr>
            <a:xfrm>
              <a:off x="1069761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903361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2400974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8"/>
            <p:cNvSpPr/>
            <p:nvPr/>
          </p:nvSpPr>
          <p:spPr>
            <a:xfrm>
              <a:off x="2253074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2086674" y="573137"/>
              <a:ext cx="166415" cy="166431"/>
            </a:xfrm>
            <a:custGeom>
              <a:rect b="b" l="l" r="r" t="t"/>
              <a:pathLst>
                <a:path extrusionOk="0" h="10715" w="10714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195724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1790857" y="573137"/>
              <a:ext cx="166400" cy="166431"/>
            </a:xfrm>
            <a:custGeom>
              <a:rect b="b" l="l" r="r" t="t"/>
              <a:pathLst>
                <a:path extrusionOk="0" h="10715" w="10713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164291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1513494" y="573137"/>
              <a:ext cx="129432" cy="166431"/>
            </a:xfrm>
            <a:custGeom>
              <a:rect b="b" l="l" r="r" t="t"/>
              <a:pathLst>
                <a:path extrusionOk="0" h="10715" w="8333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8"/>
            <p:cNvSpPr/>
            <p:nvPr/>
          </p:nvSpPr>
          <p:spPr>
            <a:xfrm>
              <a:off x="2400974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8"/>
            <p:cNvSpPr/>
            <p:nvPr/>
          </p:nvSpPr>
          <p:spPr>
            <a:xfrm>
              <a:off x="2253074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2086674" y="443705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8"/>
            <p:cNvSpPr/>
            <p:nvPr/>
          </p:nvSpPr>
          <p:spPr>
            <a:xfrm>
              <a:off x="195724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8"/>
            <p:cNvSpPr/>
            <p:nvPr/>
          </p:nvSpPr>
          <p:spPr>
            <a:xfrm>
              <a:off x="1790857" y="443705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164291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8"/>
            <p:cNvSpPr/>
            <p:nvPr/>
          </p:nvSpPr>
          <p:spPr>
            <a:xfrm>
              <a:off x="1513494" y="443705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8"/>
            <p:cNvSpPr/>
            <p:nvPr/>
          </p:nvSpPr>
          <p:spPr>
            <a:xfrm>
              <a:off x="2400974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2253074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8"/>
            <p:cNvSpPr/>
            <p:nvPr/>
          </p:nvSpPr>
          <p:spPr>
            <a:xfrm>
              <a:off x="2086674" y="27732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8"/>
            <p:cNvSpPr/>
            <p:nvPr/>
          </p:nvSpPr>
          <p:spPr>
            <a:xfrm>
              <a:off x="195724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1790857" y="27732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8"/>
            <p:cNvSpPr/>
            <p:nvPr/>
          </p:nvSpPr>
          <p:spPr>
            <a:xfrm>
              <a:off x="164291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8"/>
            <p:cNvSpPr/>
            <p:nvPr/>
          </p:nvSpPr>
          <p:spPr>
            <a:xfrm>
              <a:off x="2400974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2253074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8"/>
            <p:cNvSpPr/>
            <p:nvPr/>
          </p:nvSpPr>
          <p:spPr>
            <a:xfrm>
              <a:off x="2086674" y="129404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8"/>
            <p:cNvSpPr/>
            <p:nvPr/>
          </p:nvSpPr>
          <p:spPr>
            <a:xfrm>
              <a:off x="195724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1790857" y="129404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8"/>
            <p:cNvSpPr/>
            <p:nvPr/>
          </p:nvSpPr>
          <p:spPr>
            <a:xfrm>
              <a:off x="2400974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8"/>
            <p:cNvSpPr/>
            <p:nvPr/>
          </p:nvSpPr>
          <p:spPr>
            <a:xfrm>
              <a:off x="2253074" y="-12"/>
              <a:ext cx="147916" cy="129432"/>
            </a:xfrm>
            <a:custGeom>
              <a:rect b="b" l="l" r="r" t="t"/>
              <a:pathLst>
                <a:path extrusionOk="0" h="8333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2086674" y="-12"/>
              <a:ext cx="166415" cy="129432"/>
            </a:xfrm>
            <a:custGeom>
              <a:rect b="b" l="l" r="r" t="t"/>
              <a:pathLst>
                <a:path extrusionOk="0" h="8333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8"/>
            <p:cNvSpPr/>
            <p:nvPr/>
          </p:nvSpPr>
          <p:spPr>
            <a:xfrm>
              <a:off x="195724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8"/>
            <p:cNvSpPr/>
            <p:nvPr/>
          </p:nvSpPr>
          <p:spPr>
            <a:xfrm>
              <a:off x="253040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8"/>
            <p:cNvSpPr/>
            <p:nvPr/>
          </p:nvSpPr>
          <p:spPr>
            <a:xfrm>
              <a:off x="267832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8"/>
            <p:cNvSpPr/>
            <p:nvPr/>
          </p:nvSpPr>
          <p:spPr>
            <a:xfrm>
              <a:off x="2807755" y="2070781"/>
              <a:ext cx="166431" cy="147916"/>
            </a:xfrm>
            <a:custGeom>
              <a:rect b="b" l="l" r="r" t="t"/>
              <a:pathLst>
                <a:path extrusionOk="0" h="9523" w="10715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8"/>
            <p:cNvSpPr/>
            <p:nvPr/>
          </p:nvSpPr>
          <p:spPr>
            <a:xfrm>
              <a:off x="297417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8"/>
            <p:cNvSpPr/>
            <p:nvPr/>
          </p:nvSpPr>
          <p:spPr>
            <a:xfrm>
              <a:off x="312208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8"/>
            <p:cNvSpPr/>
            <p:nvPr/>
          </p:nvSpPr>
          <p:spPr>
            <a:xfrm>
              <a:off x="326998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8"/>
            <p:cNvSpPr/>
            <p:nvPr/>
          </p:nvSpPr>
          <p:spPr>
            <a:xfrm>
              <a:off x="341790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8"/>
            <p:cNvSpPr/>
            <p:nvPr/>
          </p:nvSpPr>
          <p:spPr>
            <a:xfrm>
              <a:off x="3565818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8"/>
            <p:cNvSpPr/>
            <p:nvPr/>
          </p:nvSpPr>
          <p:spPr>
            <a:xfrm>
              <a:off x="3713719" y="2070781"/>
              <a:ext cx="147963" cy="147916"/>
            </a:xfrm>
            <a:custGeom>
              <a:rect b="b" l="l" r="r" t="t"/>
              <a:pathLst>
                <a:path extrusionOk="0" h="9523" w="9526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8"/>
            <p:cNvSpPr/>
            <p:nvPr/>
          </p:nvSpPr>
          <p:spPr>
            <a:xfrm>
              <a:off x="386166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8"/>
            <p:cNvSpPr/>
            <p:nvPr/>
          </p:nvSpPr>
          <p:spPr>
            <a:xfrm>
              <a:off x="400956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8"/>
            <p:cNvSpPr/>
            <p:nvPr/>
          </p:nvSpPr>
          <p:spPr>
            <a:xfrm>
              <a:off x="415748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8"/>
            <p:cNvSpPr/>
            <p:nvPr/>
          </p:nvSpPr>
          <p:spPr>
            <a:xfrm>
              <a:off x="430539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8"/>
            <p:cNvSpPr/>
            <p:nvPr/>
          </p:nvSpPr>
          <p:spPr>
            <a:xfrm>
              <a:off x="253040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8"/>
            <p:cNvSpPr/>
            <p:nvPr/>
          </p:nvSpPr>
          <p:spPr>
            <a:xfrm>
              <a:off x="267832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8"/>
            <p:cNvSpPr/>
            <p:nvPr/>
          </p:nvSpPr>
          <p:spPr>
            <a:xfrm>
              <a:off x="2807755" y="192286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8"/>
            <p:cNvSpPr/>
            <p:nvPr/>
          </p:nvSpPr>
          <p:spPr>
            <a:xfrm>
              <a:off x="297417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8"/>
            <p:cNvSpPr/>
            <p:nvPr/>
          </p:nvSpPr>
          <p:spPr>
            <a:xfrm>
              <a:off x="312208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8"/>
            <p:cNvSpPr/>
            <p:nvPr/>
          </p:nvSpPr>
          <p:spPr>
            <a:xfrm>
              <a:off x="326998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8"/>
            <p:cNvSpPr/>
            <p:nvPr/>
          </p:nvSpPr>
          <p:spPr>
            <a:xfrm>
              <a:off x="341790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8"/>
            <p:cNvSpPr/>
            <p:nvPr/>
          </p:nvSpPr>
          <p:spPr>
            <a:xfrm>
              <a:off x="3565818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8"/>
            <p:cNvSpPr/>
            <p:nvPr/>
          </p:nvSpPr>
          <p:spPr>
            <a:xfrm>
              <a:off x="3713719" y="192286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8"/>
            <p:cNvSpPr/>
            <p:nvPr/>
          </p:nvSpPr>
          <p:spPr>
            <a:xfrm>
              <a:off x="386166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8"/>
            <p:cNvSpPr/>
            <p:nvPr/>
          </p:nvSpPr>
          <p:spPr>
            <a:xfrm>
              <a:off x="400956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8"/>
            <p:cNvSpPr/>
            <p:nvPr/>
          </p:nvSpPr>
          <p:spPr>
            <a:xfrm>
              <a:off x="415748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8"/>
            <p:cNvSpPr/>
            <p:nvPr/>
          </p:nvSpPr>
          <p:spPr>
            <a:xfrm>
              <a:off x="430539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8"/>
            <p:cNvSpPr/>
            <p:nvPr/>
          </p:nvSpPr>
          <p:spPr>
            <a:xfrm>
              <a:off x="445331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8"/>
            <p:cNvSpPr/>
            <p:nvPr/>
          </p:nvSpPr>
          <p:spPr>
            <a:xfrm>
              <a:off x="4601215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8"/>
            <p:cNvSpPr/>
            <p:nvPr/>
          </p:nvSpPr>
          <p:spPr>
            <a:xfrm>
              <a:off x="253040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8"/>
            <p:cNvSpPr/>
            <p:nvPr/>
          </p:nvSpPr>
          <p:spPr>
            <a:xfrm>
              <a:off x="267832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8"/>
            <p:cNvSpPr/>
            <p:nvPr/>
          </p:nvSpPr>
          <p:spPr>
            <a:xfrm>
              <a:off x="2807755" y="175648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8"/>
            <p:cNvSpPr/>
            <p:nvPr/>
          </p:nvSpPr>
          <p:spPr>
            <a:xfrm>
              <a:off x="297417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8"/>
            <p:cNvSpPr/>
            <p:nvPr/>
          </p:nvSpPr>
          <p:spPr>
            <a:xfrm>
              <a:off x="312208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8"/>
            <p:cNvSpPr/>
            <p:nvPr/>
          </p:nvSpPr>
          <p:spPr>
            <a:xfrm>
              <a:off x="326998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8"/>
            <p:cNvSpPr/>
            <p:nvPr/>
          </p:nvSpPr>
          <p:spPr>
            <a:xfrm>
              <a:off x="341790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8"/>
            <p:cNvSpPr/>
            <p:nvPr/>
          </p:nvSpPr>
          <p:spPr>
            <a:xfrm>
              <a:off x="3565818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8"/>
            <p:cNvSpPr/>
            <p:nvPr/>
          </p:nvSpPr>
          <p:spPr>
            <a:xfrm>
              <a:off x="3713719" y="175648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8"/>
            <p:cNvSpPr/>
            <p:nvPr/>
          </p:nvSpPr>
          <p:spPr>
            <a:xfrm>
              <a:off x="386166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8"/>
            <p:cNvSpPr/>
            <p:nvPr/>
          </p:nvSpPr>
          <p:spPr>
            <a:xfrm>
              <a:off x="400956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8"/>
            <p:cNvSpPr/>
            <p:nvPr/>
          </p:nvSpPr>
          <p:spPr>
            <a:xfrm>
              <a:off x="415748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8"/>
            <p:cNvSpPr/>
            <p:nvPr/>
          </p:nvSpPr>
          <p:spPr>
            <a:xfrm>
              <a:off x="430539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8"/>
            <p:cNvSpPr/>
            <p:nvPr/>
          </p:nvSpPr>
          <p:spPr>
            <a:xfrm>
              <a:off x="445331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8"/>
            <p:cNvSpPr/>
            <p:nvPr/>
          </p:nvSpPr>
          <p:spPr>
            <a:xfrm>
              <a:off x="4601215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8"/>
            <p:cNvSpPr/>
            <p:nvPr/>
          </p:nvSpPr>
          <p:spPr>
            <a:xfrm>
              <a:off x="253040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8"/>
            <p:cNvSpPr/>
            <p:nvPr/>
          </p:nvSpPr>
          <p:spPr>
            <a:xfrm>
              <a:off x="267832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8"/>
            <p:cNvSpPr/>
            <p:nvPr/>
          </p:nvSpPr>
          <p:spPr>
            <a:xfrm>
              <a:off x="2807755" y="162704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8"/>
            <p:cNvSpPr/>
            <p:nvPr/>
          </p:nvSpPr>
          <p:spPr>
            <a:xfrm>
              <a:off x="297417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8"/>
            <p:cNvSpPr/>
            <p:nvPr/>
          </p:nvSpPr>
          <p:spPr>
            <a:xfrm>
              <a:off x="312208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8"/>
            <p:cNvSpPr/>
            <p:nvPr/>
          </p:nvSpPr>
          <p:spPr>
            <a:xfrm>
              <a:off x="326998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8"/>
            <p:cNvSpPr/>
            <p:nvPr/>
          </p:nvSpPr>
          <p:spPr>
            <a:xfrm>
              <a:off x="341790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8"/>
            <p:cNvSpPr/>
            <p:nvPr/>
          </p:nvSpPr>
          <p:spPr>
            <a:xfrm>
              <a:off x="3565818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8"/>
            <p:cNvSpPr/>
            <p:nvPr/>
          </p:nvSpPr>
          <p:spPr>
            <a:xfrm>
              <a:off x="3713719" y="162704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8"/>
            <p:cNvSpPr/>
            <p:nvPr/>
          </p:nvSpPr>
          <p:spPr>
            <a:xfrm>
              <a:off x="386166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8"/>
            <p:cNvSpPr/>
            <p:nvPr/>
          </p:nvSpPr>
          <p:spPr>
            <a:xfrm>
              <a:off x="400956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8"/>
            <p:cNvSpPr/>
            <p:nvPr/>
          </p:nvSpPr>
          <p:spPr>
            <a:xfrm>
              <a:off x="415748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8"/>
            <p:cNvSpPr/>
            <p:nvPr/>
          </p:nvSpPr>
          <p:spPr>
            <a:xfrm>
              <a:off x="430539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8"/>
            <p:cNvSpPr/>
            <p:nvPr/>
          </p:nvSpPr>
          <p:spPr>
            <a:xfrm>
              <a:off x="445331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8"/>
            <p:cNvSpPr/>
            <p:nvPr/>
          </p:nvSpPr>
          <p:spPr>
            <a:xfrm>
              <a:off x="4601215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8"/>
            <p:cNvSpPr/>
            <p:nvPr/>
          </p:nvSpPr>
          <p:spPr>
            <a:xfrm>
              <a:off x="253040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8"/>
            <p:cNvSpPr/>
            <p:nvPr/>
          </p:nvSpPr>
          <p:spPr>
            <a:xfrm>
              <a:off x="267832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8"/>
            <p:cNvSpPr/>
            <p:nvPr/>
          </p:nvSpPr>
          <p:spPr>
            <a:xfrm>
              <a:off x="2807755" y="1460633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8"/>
            <p:cNvSpPr/>
            <p:nvPr/>
          </p:nvSpPr>
          <p:spPr>
            <a:xfrm>
              <a:off x="297417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312208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326998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8"/>
            <p:cNvSpPr/>
            <p:nvPr/>
          </p:nvSpPr>
          <p:spPr>
            <a:xfrm>
              <a:off x="341790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8"/>
            <p:cNvSpPr/>
            <p:nvPr/>
          </p:nvSpPr>
          <p:spPr>
            <a:xfrm>
              <a:off x="3565818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8"/>
            <p:cNvSpPr/>
            <p:nvPr/>
          </p:nvSpPr>
          <p:spPr>
            <a:xfrm>
              <a:off x="3713719" y="1460633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8"/>
            <p:cNvSpPr/>
            <p:nvPr/>
          </p:nvSpPr>
          <p:spPr>
            <a:xfrm>
              <a:off x="386166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8"/>
            <p:cNvSpPr/>
            <p:nvPr/>
          </p:nvSpPr>
          <p:spPr>
            <a:xfrm>
              <a:off x="400956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8"/>
            <p:cNvSpPr/>
            <p:nvPr/>
          </p:nvSpPr>
          <p:spPr>
            <a:xfrm>
              <a:off x="415748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8"/>
            <p:cNvSpPr/>
            <p:nvPr/>
          </p:nvSpPr>
          <p:spPr>
            <a:xfrm>
              <a:off x="430539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8"/>
            <p:cNvSpPr/>
            <p:nvPr/>
          </p:nvSpPr>
          <p:spPr>
            <a:xfrm>
              <a:off x="445331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8"/>
            <p:cNvSpPr/>
            <p:nvPr/>
          </p:nvSpPr>
          <p:spPr>
            <a:xfrm>
              <a:off x="4601215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8"/>
            <p:cNvSpPr/>
            <p:nvPr/>
          </p:nvSpPr>
          <p:spPr>
            <a:xfrm>
              <a:off x="253040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8"/>
            <p:cNvSpPr/>
            <p:nvPr/>
          </p:nvSpPr>
          <p:spPr>
            <a:xfrm>
              <a:off x="267832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8"/>
            <p:cNvSpPr/>
            <p:nvPr/>
          </p:nvSpPr>
          <p:spPr>
            <a:xfrm>
              <a:off x="2807755" y="1331201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8"/>
            <p:cNvSpPr/>
            <p:nvPr/>
          </p:nvSpPr>
          <p:spPr>
            <a:xfrm>
              <a:off x="297417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8"/>
            <p:cNvSpPr/>
            <p:nvPr/>
          </p:nvSpPr>
          <p:spPr>
            <a:xfrm>
              <a:off x="312208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8"/>
            <p:cNvSpPr/>
            <p:nvPr/>
          </p:nvSpPr>
          <p:spPr>
            <a:xfrm>
              <a:off x="326998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8"/>
            <p:cNvSpPr/>
            <p:nvPr/>
          </p:nvSpPr>
          <p:spPr>
            <a:xfrm>
              <a:off x="341790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8"/>
            <p:cNvSpPr/>
            <p:nvPr/>
          </p:nvSpPr>
          <p:spPr>
            <a:xfrm>
              <a:off x="3565818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8"/>
            <p:cNvSpPr/>
            <p:nvPr/>
          </p:nvSpPr>
          <p:spPr>
            <a:xfrm>
              <a:off x="3713719" y="1331201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8"/>
            <p:cNvSpPr/>
            <p:nvPr/>
          </p:nvSpPr>
          <p:spPr>
            <a:xfrm>
              <a:off x="386166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8"/>
            <p:cNvSpPr/>
            <p:nvPr/>
          </p:nvSpPr>
          <p:spPr>
            <a:xfrm>
              <a:off x="400956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8"/>
            <p:cNvSpPr/>
            <p:nvPr/>
          </p:nvSpPr>
          <p:spPr>
            <a:xfrm>
              <a:off x="415748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8"/>
            <p:cNvSpPr/>
            <p:nvPr/>
          </p:nvSpPr>
          <p:spPr>
            <a:xfrm>
              <a:off x="430539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8"/>
            <p:cNvSpPr/>
            <p:nvPr/>
          </p:nvSpPr>
          <p:spPr>
            <a:xfrm>
              <a:off x="445331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8"/>
            <p:cNvSpPr/>
            <p:nvPr/>
          </p:nvSpPr>
          <p:spPr>
            <a:xfrm>
              <a:off x="4601215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8"/>
            <p:cNvSpPr/>
            <p:nvPr/>
          </p:nvSpPr>
          <p:spPr>
            <a:xfrm>
              <a:off x="253040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8"/>
            <p:cNvSpPr/>
            <p:nvPr/>
          </p:nvSpPr>
          <p:spPr>
            <a:xfrm>
              <a:off x="267832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8"/>
            <p:cNvSpPr/>
            <p:nvPr/>
          </p:nvSpPr>
          <p:spPr>
            <a:xfrm>
              <a:off x="2807755" y="118328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8"/>
            <p:cNvSpPr/>
            <p:nvPr/>
          </p:nvSpPr>
          <p:spPr>
            <a:xfrm>
              <a:off x="297417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8"/>
            <p:cNvSpPr/>
            <p:nvPr/>
          </p:nvSpPr>
          <p:spPr>
            <a:xfrm>
              <a:off x="312208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8"/>
            <p:cNvSpPr/>
            <p:nvPr/>
          </p:nvSpPr>
          <p:spPr>
            <a:xfrm>
              <a:off x="326998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8"/>
            <p:cNvSpPr/>
            <p:nvPr/>
          </p:nvSpPr>
          <p:spPr>
            <a:xfrm>
              <a:off x="341790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8"/>
            <p:cNvSpPr/>
            <p:nvPr/>
          </p:nvSpPr>
          <p:spPr>
            <a:xfrm>
              <a:off x="3565818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8"/>
            <p:cNvSpPr/>
            <p:nvPr/>
          </p:nvSpPr>
          <p:spPr>
            <a:xfrm>
              <a:off x="3713719" y="118328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8"/>
            <p:cNvSpPr/>
            <p:nvPr/>
          </p:nvSpPr>
          <p:spPr>
            <a:xfrm>
              <a:off x="386166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8"/>
            <p:cNvSpPr/>
            <p:nvPr/>
          </p:nvSpPr>
          <p:spPr>
            <a:xfrm>
              <a:off x="400956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8"/>
            <p:cNvSpPr/>
            <p:nvPr/>
          </p:nvSpPr>
          <p:spPr>
            <a:xfrm>
              <a:off x="415748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8"/>
            <p:cNvSpPr/>
            <p:nvPr/>
          </p:nvSpPr>
          <p:spPr>
            <a:xfrm>
              <a:off x="430539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8"/>
            <p:cNvSpPr/>
            <p:nvPr/>
          </p:nvSpPr>
          <p:spPr>
            <a:xfrm>
              <a:off x="253040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8"/>
            <p:cNvSpPr/>
            <p:nvPr/>
          </p:nvSpPr>
          <p:spPr>
            <a:xfrm>
              <a:off x="267832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8"/>
            <p:cNvSpPr/>
            <p:nvPr/>
          </p:nvSpPr>
          <p:spPr>
            <a:xfrm>
              <a:off x="2807755" y="101690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8"/>
            <p:cNvSpPr/>
            <p:nvPr/>
          </p:nvSpPr>
          <p:spPr>
            <a:xfrm>
              <a:off x="297417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8"/>
            <p:cNvSpPr/>
            <p:nvPr/>
          </p:nvSpPr>
          <p:spPr>
            <a:xfrm>
              <a:off x="312208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8"/>
            <p:cNvSpPr/>
            <p:nvPr/>
          </p:nvSpPr>
          <p:spPr>
            <a:xfrm>
              <a:off x="326998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8"/>
            <p:cNvSpPr/>
            <p:nvPr/>
          </p:nvSpPr>
          <p:spPr>
            <a:xfrm>
              <a:off x="341790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8"/>
            <p:cNvSpPr/>
            <p:nvPr/>
          </p:nvSpPr>
          <p:spPr>
            <a:xfrm>
              <a:off x="3565818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8"/>
            <p:cNvSpPr/>
            <p:nvPr/>
          </p:nvSpPr>
          <p:spPr>
            <a:xfrm>
              <a:off x="3713719" y="101690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8"/>
            <p:cNvSpPr/>
            <p:nvPr/>
          </p:nvSpPr>
          <p:spPr>
            <a:xfrm>
              <a:off x="386166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8"/>
            <p:cNvSpPr/>
            <p:nvPr/>
          </p:nvSpPr>
          <p:spPr>
            <a:xfrm>
              <a:off x="400956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8"/>
            <p:cNvSpPr/>
            <p:nvPr/>
          </p:nvSpPr>
          <p:spPr>
            <a:xfrm>
              <a:off x="415748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8"/>
            <p:cNvSpPr/>
            <p:nvPr/>
          </p:nvSpPr>
          <p:spPr>
            <a:xfrm>
              <a:off x="253040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8"/>
            <p:cNvSpPr/>
            <p:nvPr/>
          </p:nvSpPr>
          <p:spPr>
            <a:xfrm>
              <a:off x="267832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8"/>
            <p:cNvSpPr/>
            <p:nvPr/>
          </p:nvSpPr>
          <p:spPr>
            <a:xfrm>
              <a:off x="2807755" y="88746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8"/>
            <p:cNvSpPr/>
            <p:nvPr/>
          </p:nvSpPr>
          <p:spPr>
            <a:xfrm>
              <a:off x="297417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8"/>
            <p:cNvSpPr/>
            <p:nvPr/>
          </p:nvSpPr>
          <p:spPr>
            <a:xfrm>
              <a:off x="312208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8"/>
            <p:cNvSpPr/>
            <p:nvPr/>
          </p:nvSpPr>
          <p:spPr>
            <a:xfrm>
              <a:off x="326998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8"/>
            <p:cNvSpPr/>
            <p:nvPr/>
          </p:nvSpPr>
          <p:spPr>
            <a:xfrm>
              <a:off x="341790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8"/>
            <p:cNvSpPr/>
            <p:nvPr/>
          </p:nvSpPr>
          <p:spPr>
            <a:xfrm>
              <a:off x="3565818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8"/>
            <p:cNvSpPr/>
            <p:nvPr/>
          </p:nvSpPr>
          <p:spPr>
            <a:xfrm>
              <a:off x="3713719" y="88746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8"/>
            <p:cNvSpPr/>
            <p:nvPr/>
          </p:nvSpPr>
          <p:spPr>
            <a:xfrm>
              <a:off x="386166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8"/>
            <p:cNvSpPr/>
            <p:nvPr/>
          </p:nvSpPr>
          <p:spPr>
            <a:xfrm>
              <a:off x="400956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8"/>
            <p:cNvSpPr/>
            <p:nvPr/>
          </p:nvSpPr>
          <p:spPr>
            <a:xfrm>
              <a:off x="415748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8"/>
            <p:cNvSpPr/>
            <p:nvPr/>
          </p:nvSpPr>
          <p:spPr>
            <a:xfrm>
              <a:off x="253040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8"/>
            <p:cNvSpPr/>
            <p:nvPr/>
          </p:nvSpPr>
          <p:spPr>
            <a:xfrm>
              <a:off x="267832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8"/>
            <p:cNvSpPr/>
            <p:nvPr/>
          </p:nvSpPr>
          <p:spPr>
            <a:xfrm>
              <a:off x="2807755" y="739552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8"/>
            <p:cNvSpPr/>
            <p:nvPr/>
          </p:nvSpPr>
          <p:spPr>
            <a:xfrm>
              <a:off x="297417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8"/>
            <p:cNvSpPr/>
            <p:nvPr/>
          </p:nvSpPr>
          <p:spPr>
            <a:xfrm>
              <a:off x="312208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8"/>
            <p:cNvSpPr/>
            <p:nvPr/>
          </p:nvSpPr>
          <p:spPr>
            <a:xfrm>
              <a:off x="326998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8"/>
            <p:cNvSpPr/>
            <p:nvPr/>
          </p:nvSpPr>
          <p:spPr>
            <a:xfrm>
              <a:off x="3417902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8"/>
            <p:cNvSpPr/>
            <p:nvPr/>
          </p:nvSpPr>
          <p:spPr>
            <a:xfrm>
              <a:off x="3565818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8"/>
            <p:cNvSpPr/>
            <p:nvPr/>
          </p:nvSpPr>
          <p:spPr>
            <a:xfrm>
              <a:off x="3713719" y="739552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8"/>
            <p:cNvSpPr/>
            <p:nvPr/>
          </p:nvSpPr>
          <p:spPr>
            <a:xfrm>
              <a:off x="386166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8"/>
            <p:cNvSpPr/>
            <p:nvPr/>
          </p:nvSpPr>
          <p:spPr>
            <a:xfrm>
              <a:off x="400956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8"/>
            <p:cNvSpPr/>
            <p:nvPr/>
          </p:nvSpPr>
          <p:spPr>
            <a:xfrm>
              <a:off x="253040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8"/>
            <p:cNvSpPr/>
            <p:nvPr/>
          </p:nvSpPr>
          <p:spPr>
            <a:xfrm>
              <a:off x="267832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8"/>
            <p:cNvSpPr/>
            <p:nvPr/>
          </p:nvSpPr>
          <p:spPr>
            <a:xfrm>
              <a:off x="2807755" y="573137"/>
              <a:ext cx="166431" cy="166431"/>
            </a:xfrm>
            <a:custGeom>
              <a:rect b="b" l="l" r="r" t="t"/>
              <a:pathLst>
                <a:path extrusionOk="0" h="10715" w="10715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8"/>
            <p:cNvSpPr/>
            <p:nvPr/>
          </p:nvSpPr>
          <p:spPr>
            <a:xfrm>
              <a:off x="297417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8"/>
            <p:cNvSpPr/>
            <p:nvPr/>
          </p:nvSpPr>
          <p:spPr>
            <a:xfrm>
              <a:off x="3122086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8"/>
            <p:cNvSpPr/>
            <p:nvPr/>
          </p:nvSpPr>
          <p:spPr>
            <a:xfrm>
              <a:off x="326998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8"/>
            <p:cNvSpPr/>
            <p:nvPr/>
          </p:nvSpPr>
          <p:spPr>
            <a:xfrm>
              <a:off x="3417902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8"/>
            <p:cNvSpPr/>
            <p:nvPr/>
          </p:nvSpPr>
          <p:spPr>
            <a:xfrm>
              <a:off x="253040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8"/>
            <p:cNvSpPr/>
            <p:nvPr/>
          </p:nvSpPr>
          <p:spPr>
            <a:xfrm>
              <a:off x="267832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8"/>
            <p:cNvSpPr/>
            <p:nvPr/>
          </p:nvSpPr>
          <p:spPr>
            <a:xfrm>
              <a:off x="2807755" y="443705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8"/>
            <p:cNvSpPr/>
            <p:nvPr/>
          </p:nvSpPr>
          <p:spPr>
            <a:xfrm>
              <a:off x="297417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8"/>
            <p:cNvSpPr/>
            <p:nvPr/>
          </p:nvSpPr>
          <p:spPr>
            <a:xfrm>
              <a:off x="3122086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8"/>
            <p:cNvSpPr/>
            <p:nvPr/>
          </p:nvSpPr>
          <p:spPr>
            <a:xfrm>
              <a:off x="326998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8"/>
            <p:cNvSpPr/>
            <p:nvPr/>
          </p:nvSpPr>
          <p:spPr>
            <a:xfrm>
              <a:off x="3417902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8"/>
            <p:cNvSpPr/>
            <p:nvPr/>
          </p:nvSpPr>
          <p:spPr>
            <a:xfrm>
              <a:off x="253040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8"/>
            <p:cNvSpPr/>
            <p:nvPr/>
          </p:nvSpPr>
          <p:spPr>
            <a:xfrm>
              <a:off x="267832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8"/>
            <p:cNvSpPr/>
            <p:nvPr/>
          </p:nvSpPr>
          <p:spPr>
            <a:xfrm>
              <a:off x="2807755" y="27732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8"/>
            <p:cNvSpPr/>
            <p:nvPr/>
          </p:nvSpPr>
          <p:spPr>
            <a:xfrm>
              <a:off x="297417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8"/>
            <p:cNvSpPr/>
            <p:nvPr/>
          </p:nvSpPr>
          <p:spPr>
            <a:xfrm>
              <a:off x="3122086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8"/>
            <p:cNvSpPr/>
            <p:nvPr/>
          </p:nvSpPr>
          <p:spPr>
            <a:xfrm>
              <a:off x="326998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8"/>
            <p:cNvSpPr/>
            <p:nvPr/>
          </p:nvSpPr>
          <p:spPr>
            <a:xfrm>
              <a:off x="2530406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8"/>
            <p:cNvSpPr/>
            <p:nvPr/>
          </p:nvSpPr>
          <p:spPr>
            <a:xfrm>
              <a:off x="267832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8"/>
            <p:cNvSpPr/>
            <p:nvPr/>
          </p:nvSpPr>
          <p:spPr>
            <a:xfrm>
              <a:off x="2807755" y="129404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8"/>
            <p:cNvSpPr/>
            <p:nvPr/>
          </p:nvSpPr>
          <p:spPr>
            <a:xfrm>
              <a:off x="2974170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8"/>
            <p:cNvSpPr/>
            <p:nvPr/>
          </p:nvSpPr>
          <p:spPr>
            <a:xfrm>
              <a:off x="3122086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8"/>
            <p:cNvSpPr/>
            <p:nvPr/>
          </p:nvSpPr>
          <p:spPr>
            <a:xfrm>
              <a:off x="2530406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8"/>
            <p:cNvSpPr/>
            <p:nvPr/>
          </p:nvSpPr>
          <p:spPr>
            <a:xfrm>
              <a:off x="267832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8"/>
            <p:cNvSpPr/>
            <p:nvPr/>
          </p:nvSpPr>
          <p:spPr>
            <a:xfrm>
              <a:off x="2807755" y="-12"/>
              <a:ext cx="166431" cy="129432"/>
            </a:xfrm>
            <a:custGeom>
              <a:rect b="b" l="l" r="r" t="t"/>
              <a:pathLst>
                <a:path extrusionOk="0" h="8333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8"/>
            <p:cNvSpPr/>
            <p:nvPr/>
          </p:nvSpPr>
          <p:spPr>
            <a:xfrm>
              <a:off x="2974170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9" name="Google Shape;1779;p8"/>
          <p:cNvGrpSpPr/>
          <p:nvPr/>
        </p:nvGrpSpPr>
        <p:grpSpPr>
          <a:xfrm>
            <a:off x="4103916" y="1106508"/>
            <a:ext cx="264001" cy="226285"/>
            <a:chOff x="753950" y="238125"/>
            <a:chExt cx="6111125" cy="5238075"/>
          </a:xfrm>
        </p:grpSpPr>
        <p:sp>
          <p:nvSpPr>
            <p:cNvPr id="1780" name="Google Shape;1780;p8"/>
            <p:cNvSpPr/>
            <p:nvPr/>
          </p:nvSpPr>
          <p:spPr>
            <a:xfrm>
              <a:off x="1627000" y="238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8"/>
            <p:cNvSpPr/>
            <p:nvPr/>
          </p:nvSpPr>
          <p:spPr>
            <a:xfrm>
              <a:off x="2500050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8"/>
            <p:cNvSpPr/>
            <p:nvPr/>
          </p:nvSpPr>
          <p:spPr>
            <a:xfrm>
              <a:off x="4246075" y="238125"/>
              <a:ext cx="872975" cy="873075"/>
            </a:xfrm>
            <a:custGeom>
              <a:rect b="b" l="l" r="r" t="t"/>
              <a:pathLst>
                <a:path extrusionOk="0" h="34923" w="34919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8"/>
            <p:cNvSpPr/>
            <p:nvPr/>
          </p:nvSpPr>
          <p:spPr>
            <a:xfrm>
              <a:off x="5119025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8"/>
            <p:cNvSpPr/>
            <p:nvPr/>
          </p:nvSpPr>
          <p:spPr>
            <a:xfrm>
              <a:off x="75395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8"/>
            <p:cNvSpPr/>
            <p:nvPr/>
          </p:nvSpPr>
          <p:spPr>
            <a:xfrm>
              <a:off x="1627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cap="flat" cmpd="sng" w="9525">
              <a:solidFill>
                <a:srgbClr val="FFF2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8"/>
            <p:cNvSpPr/>
            <p:nvPr/>
          </p:nvSpPr>
          <p:spPr>
            <a:xfrm>
              <a:off x="2500050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8"/>
            <p:cNvSpPr/>
            <p:nvPr/>
          </p:nvSpPr>
          <p:spPr>
            <a:xfrm>
              <a:off x="3372944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8"/>
            <p:cNvSpPr/>
            <p:nvPr/>
          </p:nvSpPr>
          <p:spPr>
            <a:xfrm>
              <a:off x="4245994" y="1111175"/>
              <a:ext cx="872975" cy="872925"/>
            </a:xfrm>
            <a:custGeom>
              <a:rect b="b" l="l" r="r" t="t"/>
              <a:pathLst>
                <a:path extrusionOk="0" h="34917" w="34919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8"/>
            <p:cNvSpPr/>
            <p:nvPr/>
          </p:nvSpPr>
          <p:spPr>
            <a:xfrm>
              <a:off x="5119025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8"/>
            <p:cNvSpPr/>
            <p:nvPr/>
          </p:nvSpPr>
          <p:spPr>
            <a:xfrm>
              <a:off x="5992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8"/>
            <p:cNvSpPr/>
            <p:nvPr/>
          </p:nvSpPr>
          <p:spPr>
            <a:xfrm>
              <a:off x="75395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8"/>
            <p:cNvSpPr/>
            <p:nvPr/>
          </p:nvSpPr>
          <p:spPr>
            <a:xfrm>
              <a:off x="1627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8"/>
            <p:cNvSpPr/>
            <p:nvPr/>
          </p:nvSpPr>
          <p:spPr>
            <a:xfrm>
              <a:off x="2500050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8"/>
            <p:cNvSpPr/>
            <p:nvPr/>
          </p:nvSpPr>
          <p:spPr>
            <a:xfrm>
              <a:off x="3372944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8"/>
            <p:cNvSpPr/>
            <p:nvPr/>
          </p:nvSpPr>
          <p:spPr>
            <a:xfrm>
              <a:off x="4245994" y="1984125"/>
              <a:ext cx="872975" cy="873025"/>
            </a:xfrm>
            <a:custGeom>
              <a:rect b="b" l="l" r="r" t="t"/>
              <a:pathLst>
                <a:path extrusionOk="0" h="34921" w="34919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8"/>
            <p:cNvSpPr/>
            <p:nvPr/>
          </p:nvSpPr>
          <p:spPr>
            <a:xfrm>
              <a:off x="5119025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8"/>
            <p:cNvSpPr/>
            <p:nvPr/>
          </p:nvSpPr>
          <p:spPr>
            <a:xfrm>
              <a:off x="5992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8"/>
            <p:cNvSpPr/>
            <p:nvPr/>
          </p:nvSpPr>
          <p:spPr>
            <a:xfrm>
              <a:off x="1627000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8"/>
            <p:cNvSpPr/>
            <p:nvPr/>
          </p:nvSpPr>
          <p:spPr>
            <a:xfrm>
              <a:off x="2499969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8"/>
            <p:cNvSpPr/>
            <p:nvPr/>
          </p:nvSpPr>
          <p:spPr>
            <a:xfrm>
              <a:off x="3372944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8"/>
            <p:cNvSpPr/>
            <p:nvPr/>
          </p:nvSpPr>
          <p:spPr>
            <a:xfrm>
              <a:off x="4246075" y="2857125"/>
              <a:ext cx="872975" cy="873125"/>
            </a:xfrm>
            <a:custGeom>
              <a:rect b="b" l="l" r="r" t="t"/>
              <a:pathLst>
                <a:path extrusionOk="0" h="34925" w="34919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8"/>
            <p:cNvSpPr/>
            <p:nvPr/>
          </p:nvSpPr>
          <p:spPr>
            <a:xfrm>
              <a:off x="5119025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8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8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8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8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7" name="Google Shape;1807;p8"/>
          <p:cNvGrpSpPr/>
          <p:nvPr/>
        </p:nvGrpSpPr>
        <p:grpSpPr>
          <a:xfrm>
            <a:off x="4439996" y="1106508"/>
            <a:ext cx="264001" cy="226285"/>
            <a:chOff x="753950" y="238125"/>
            <a:chExt cx="6111125" cy="5238075"/>
          </a:xfrm>
        </p:grpSpPr>
        <p:sp>
          <p:nvSpPr>
            <p:cNvPr id="1808" name="Google Shape;1808;p8"/>
            <p:cNvSpPr/>
            <p:nvPr/>
          </p:nvSpPr>
          <p:spPr>
            <a:xfrm>
              <a:off x="1627000" y="238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8"/>
            <p:cNvSpPr/>
            <p:nvPr/>
          </p:nvSpPr>
          <p:spPr>
            <a:xfrm>
              <a:off x="2500050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8"/>
            <p:cNvSpPr/>
            <p:nvPr/>
          </p:nvSpPr>
          <p:spPr>
            <a:xfrm>
              <a:off x="4246075" y="238125"/>
              <a:ext cx="872975" cy="873075"/>
            </a:xfrm>
            <a:custGeom>
              <a:rect b="b" l="l" r="r" t="t"/>
              <a:pathLst>
                <a:path extrusionOk="0" h="34923" w="34919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8"/>
            <p:cNvSpPr/>
            <p:nvPr/>
          </p:nvSpPr>
          <p:spPr>
            <a:xfrm>
              <a:off x="5119025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8"/>
            <p:cNvSpPr/>
            <p:nvPr/>
          </p:nvSpPr>
          <p:spPr>
            <a:xfrm>
              <a:off x="75395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8"/>
            <p:cNvSpPr/>
            <p:nvPr/>
          </p:nvSpPr>
          <p:spPr>
            <a:xfrm>
              <a:off x="1627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cap="flat" cmpd="sng" w="9525">
              <a:solidFill>
                <a:srgbClr val="FFF2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8"/>
            <p:cNvSpPr/>
            <p:nvPr/>
          </p:nvSpPr>
          <p:spPr>
            <a:xfrm>
              <a:off x="2500050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8"/>
            <p:cNvSpPr/>
            <p:nvPr/>
          </p:nvSpPr>
          <p:spPr>
            <a:xfrm>
              <a:off x="3372944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8"/>
            <p:cNvSpPr/>
            <p:nvPr/>
          </p:nvSpPr>
          <p:spPr>
            <a:xfrm>
              <a:off x="4245994" y="1111175"/>
              <a:ext cx="872975" cy="872925"/>
            </a:xfrm>
            <a:custGeom>
              <a:rect b="b" l="l" r="r" t="t"/>
              <a:pathLst>
                <a:path extrusionOk="0" h="34917" w="34919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8"/>
            <p:cNvSpPr/>
            <p:nvPr/>
          </p:nvSpPr>
          <p:spPr>
            <a:xfrm>
              <a:off x="5119025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8"/>
            <p:cNvSpPr/>
            <p:nvPr/>
          </p:nvSpPr>
          <p:spPr>
            <a:xfrm>
              <a:off x="5992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8"/>
            <p:cNvSpPr/>
            <p:nvPr/>
          </p:nvSpPr>
          <p:spPr>
            <a:xfrm>
              <a:off x="75395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8"/>
            <p:cNvSpPr/>
            <p:nvPr/>
          </p:nvSpPr>
          <p:spPr>
            <a:xfrm>
              <a:off x="1627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8"/>
            <p:cNvSpPr/>
            <p:nvPr/>
          </p:nvSpPr>
          <p:spPr>
            <a:xfrm>
              <a:off x="2500050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8"/>
            <p:cNvSpPr/>
            <p:nvPr/>
          </p:nvSpPr>
          <p:spPr>
            <a:xfrm>
              <a:off x="3372944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8"/>
            <p:cNvSpPr/>
            <p:nvPr/>
          </p:nvSpPr>
          <p:spPr>
            <a:xfrm>
              <a:off x="4245994" y="1984125"/>
              <a:ext cx="872975" cy="873025"/>
            </a:xfrm>
            <a:custGeom>
              <a:rect b="b" l="l" r="r" t="t"/>
              <a:pathLst>
                <a:path extrusionOk="0" h="34921" w="34919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8"/>
            <p:cNvSpPr/>
            <p:nvPr/>
          </p:nvSpPr>
          <p:spPr>
            <a:xfrm>
              <a:off x="5119025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8"/>
            <p:cNvSpPr/>
            <p:nvPr/>
          </p:nvSpPr>
          <p:spPr>
            <a:xfrm>
              <a:off x="5992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8"/>
            <p:cNvSpPr/>
            <p:nvPr/>
          </p:nvSpPr>
          <p:spPr>
            <a:xfrm>
              <a:off x="1627000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8"/>
            <p:cNvSpPr/>
            <p:nvPr/>
          </p:nvSpPr>
          <p:spPr>
            <a:xfrm>
              <a:off x="2499969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8"/>
            <p:cNvSpPr/>
            <p:nvPr/>
          </p:nvSpPr>
          <p:spPr>
            <a:xfrm>
              <a:off x="3372944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8"/>
            <p:cNvSpPr/>
            <p:nvPr/>
          </p:nvSpPr>
          <p:spPr>
            <a:xfrm>
              <a:off x="4246075" y="2857125"/>
              <a:ext cx="872975" cy="873125"/>
            </a:xfrm>
            <a:custGeom>
              <a:rect b="b" l="l" r="r" t="t"/>
              <a:pathLst>
                <a:path extrusionOk="0" h="34925" w="34919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8"/>
            <p:cNvSpPr/>
            <p:nvPr/>
          </p:nvSpPr>
          <p:spPr>
            <a:xfrm>
              <a:off x="5119025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8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8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8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8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5" name="Google Shape;1835;p8"/>
          <p:cNvGrpSpPr/>
          <p:nvPr/>
        </p:nvGrpSpPr>
        <p:grpSpPr>
          <a:xfrm>
            <a:off x="4776076" y="1106508"/>
            <a:ext cx="264001" cy="226285"/>
            <a:chOff x="753950" y="238125"/>
            <a:chExt cx="6111125" cy="5238075"/>
          </a:xfrm>
        </p:grpSpPr>
        <p:sp>
          <p:nvSpPr>
            <p:cNvPr id="1836" name="Google Shape;1836;p8"/>
            <p:cNvSpPr/>
            <p:nvPr/>
          </p:nvSpPr>
          <p:spPr>
            <a:xfrm>
              <a:off x="1627000" y="238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8"/>
            <p:cNvSpPr/>
            <p:nvPr/>
          </p:nvSpPr>
          <p:spPr>
            <a:xfrm>
              <a:off x="2500050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8"/>
            <p:cNvSpPr/>
            <p:nvPr/>
          </p:nvSpPr>
          <p:spPr>
            <a:xfrm>
              <a:off x="4246075" y="238125"/>
              <a:ext cx="872975" cy="873075"/>
            </a:xfrm>
            <a:custGeom>
              <a:rect b="b" l="l" r="r" t="t"/>
              <a:pathLst>
                <a:path extrusionOk="0" h="34923" w="34919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8"/>
            <p:cNvSpPr/>
            <p:nvPr/>
          </p:nvSpPr>
          <p:spPr>
            <a:xfrm>
              <a:off x="5119025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8"/>
            <p:cNvSpPr/>
            <p:nvPr/>
          </p:nvSpPr>
          <p:spPr>
            <a:xfrm>
              <a:off x="75395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8"/>
            <p:cNvSpPr/>
            <p:nvPr/>
          </p:nvSpPr>
          <p:spPr>
            <a:xfrm>
              <a:off x="1627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cap="flat" cmpd="sng" w="9525">
              <a:solidFill>
                <a:srgbClr val="FFF2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8"/>
            <p:cNvSpPr/>
            <p:nvPr/>
          </p:nvSpPr>
          <p:spPr>
            <a:xfrm>
              <a:off x="2500050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8"/>
            <p:cNvSpPr/>
            <p:nvPr/>
          </p:nvSpPr>
          <p:spPr>
            <a:xfrm>
              <a:off x="3372944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8"/>
            <p:cNvSpPr/>
            <p:nvPr/>
          </p:nvSpPr>
          <p:spPr>
            <a:xfrm>
              <a:off x="4245994" y="1111175"/>
              <a:ext cx="872975" cy="872925"/>
            </a:xfrm>
            <a:custGeom>
              <a:rect b="b" l="l" r="r" t="t"/>
              <a:pathLst>
                <a:path extrusionOk="0" h="34917" w="34919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8"/>
            <p:cNvSpPr/>
            <p:nvPr/>
          </p:nvSpPr>
          <p:spPr>
            <a:xfrm>
              <a:off x="5119025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8"/>
            <p:cNvSpPr/>
            <p:nvPr/>
          </p:nvSpPr>
          <p:spPr>
            <a:xfrm>
              <a:off x="5992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8"/>
            <p:cNvSpPr/>
            <p:nvPr/>
          </p:nvSpPr>
          <p:spPr>
            <a:xfrm>
              <a:off x="75395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8"/>
            <p:cNvSpPr/>
            <p:nvPr/>
          </p:nvSpPr>
          <p:spPr>
            <a:xfrm>
              <a:off x="1627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8"/>
            <p:cNvSpPr/>
            <p:nvPr/>
          </p:nvSpPr>
          <p:spPr>
            <a:xfrm>
              <a:off x="2500050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8"/>
            <p:cNvSpPr/>
            <p:nvPr/>
          </p:nvSpPr>
          <p:spPr>
            <a:xfrm>
              <a:off x="3372944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8"/>
            <p:cNvSpPr/>
            <p:nvPr/>
          </p:nvSpPr>
          <p:spPr>
            <a:xfrm>
              <a:off x="4245994" y="1984125"/>
              <a:ext cx="872975" cy="873025"/>
            </a:xfrm>
            <a:custGeom>
              <a:rect b="b" l="l" r="r" t="t"/>
              <a:pathLst>
                <a:path extrusionOk="0" h="34921" w="34919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8"/>
            <p:cNvSpPr/>
            <p:nvPr/>
          </p:nvSpPr>
          <p:spPr>
            <a:xfrm>
              <a:off x="5119025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8"/>
            <p:cNvSpPr/>
            <p:nvPr/>
          </p:nvSpPr>
          <p:spPr>
            <a:xfrm>
              <a:off x="5992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8"/>
            <p:cNvSpPr/>
            <p:nvPr/>
          </p:nvSpPr>
          <p:spPr>
            <a:xfrm>
              <a:off x="1627000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8"/>
            <p:cNvSpPr/>
            <p:nvPr/>
          </p:nvSpPr>
          <p:spPr>
            <a:xfrm>
              <a:off x="2499969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8"/>
            <p:cNvSpPr/>
            <p:nvPr/>
          </p:nvSpPr>
          <p:spPr>
            <a:xfrm>
              <a:off x="3372944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8"/>
            <p:cNvSpPr/>
            <p:nvPr/>
          </p:nvSpPr>
          <p:spPr>
            <a:xfrm>
              <a:off x="4246075" y="2857125"/>
              <a:ext cx="872975" cy="873125"/>
            </a:xfrm>
            <a:custGeom>
              <a:rect b="b" l="l" r="r" t="t"/>
              <a:pathLst>
                <a:path extrusionOk="0" h="34925" w="34919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8"/>
            <p:cNvSpPr/>
            <p:nvPr/>
          </p:nvSpPr>
          <p:spPr>
            <a:xfrm>
              <a:off x="5119025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8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8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8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8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9"/>
          <p:cNvSpPr txBox="1"/>
          <p:nvPr>
            <p:ph idx="1" type="subTitle"/>
          </p:nvPr>
        </p:nvSpPr>
        <p:spPr>
          <a:xfrm>
            <a:off x="4090675" y="633550"/>
            <a:ext cx="3101700" cy="123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b="1" sz="16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b="1" sz="1600"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b="1" sz="1600"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b="1" sz="1600"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b="1" sz="1600"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b="1" sz="1600"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b="1" sz="1600"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b="1" sz="1600"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rbitron"/>
              <a:buNone/>
              <a:defRPr b="1" sz="1600"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1865" name="Google Shape;1865;p9"/>
          <p:cNvSpPr txBox="1"/>
          <p:nvPr>
            <p:ph idx="2" type="body"/>
          </p:nvPr>
        </p:nvSpPr>
        <p:spPr>
          <a:xfrm>
            <a:off x="4090675" y="1964600"/>
            <a:ext cx="4291200" cy="25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600"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600"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600"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600"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1866" name="Google Shape;1866;p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867" name="Google Shape;1867;p9"/>
          <p:cNvGrpSpPr/>
          <p:nvPr/>
        </p:nvGrpSpPr>
        <p:grpSpPr>
          <a:xfrm>
            <a:off x="0" y="4025575"/>
            <a:ext cx="3271200" cy="1302100"/>
            <a:chOff x="0" y="4025575"/>
            <a:chExt cx="3271200" cy="1302100"/>
          </a:xfrm>
        </p:grpSpPr>
        <p:sp>
          <p:nvSpPr>
            <p:cNvPr id="1868" name="Google Shape;1868;p9"/>
            <p:cNvSpPr/>
            <p:nvPr/>
          </p:nvSpPr>
          <p:spPr>
            <a:xfrm>
              <a:off x="0" y="4025575"/>
              <a:ext cx="3271200" cy="5670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9"/>
            <p:cNvSpPr/>
            <p:nvPr/>
          </p:nvSpPr>
          <p:spPr>
            <a:xfrm>
              <a:off x="0" y="4598775"/>
              <a:ext cx="3271200" cy="1557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9"/>
            <p:cNvSpPr/>
            <p:nvPr/>
          </p:nvSpPr>
          <p:spPr>
            <a:xfrm>
              <a:off x="0" y="4760675"/>
              <a:ext cx="3271200" cy="5670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1" name="Google Shape;1871;p9"/>
          <p:cNvGrpSpPr/>
          <p:nvPr/>
        </p:nvGrpSpPr>
        <p:grpSpPr>
          <a:xfrm>
            <a:off x="1180687" y="1797419"/>
            <a:ext cx="925262" cy="2313176"/>
            <a:chOff x="2761775" y="238125"/>
            <a:chExt cx="2094300" cy="5235800"/>
          </a:xfrm>
        </p:grpSpPr>
        <p:sp>
          <p:nvSpPr>
            <p:cNvPr id="1872" name="Google Shape;1872;p9"/>
            <p:cNvSpPr/>
            <p:nvPr/>
          </p:nvSpPr>
          <p:spPr>
            <a:xfrm>
              <a:off x="4018325" y="4845575"/>
              <a:ext cx="209425" cy="418875"/>
            </a:xfrm>
            <a:custGeom>
              <a:rect b="b" l="l" r="r" t="t"/>
              <a:pathLst>
                <a:path extrusionOk="0" h="16755" w="8377">
                  <a:moveTo>
                    <a:pt x="1" y="0"/>
                  </a:moveTo>
                  <a:lnTo>
                    <a:pt x="1" y="16755"/>
                  </a:lnTo>
                  <a:lnTo>
                    <a:pt x="8376" y="16755"/>
                  </a:lnTo>
                  <a:lnTo>
                    <a:pt x="8376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9"/>
            <p:cNvSpPr/>
            <p:nvPr/>
          </p:nvSpPr>
          <p:spPr>
            <a:xfrm>
              <a:off x="3390000" y="4845575"/>
              <a:ext cx="209500" cy="418875"/>
            </a:xfrm>
            <a:custGeom>
              <a:rect b="b" l="l" r="r" t="t"/>
              <a:pathLst>
                <a:path extrusionOk="0" h="16755" w="8380">
                  <a:moveTo>
                    <a:pt x="0" y="0"/>
                  </a:moveTo>
                  <a:lnTo>
                    <a:pt x="0" y="16755"/>
                  </a:lnTo>
                  <a:lnTo>
                    <a:pt x="8380" y="16755"/>
                  </a:lnTo>
                  <a:lnTo>
                    <a:pt x="8380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9"/>
            <p:cNvSpPr/>
            <p:nvPr/>
          </p:nvSpPr>
          <p:spPr>
            <a:xfrm>
              <a:off x="2761775" y="866450"/>
              <a:ext cx="2094300" cy="1675475"/>
            </a:xfrm>
            <a:custGeom>
              <a:rect b="b" l="l" r="r" t="t"/>
              <a:pathLst>
                <a:path extrusionOk="0" h="67019" w="83772">
                  <a:moveTo>
                    <a:pt x="33509" y="16755"/>
                  </a:moveTo>
                  <a:lnTo>
                    <a:pt x="33509" y="25130"/>
                  </a:lnTo>
                  <a:lnTo>
                    <a:pt x="25133" y="25130"/>
                  </a:lnTo>
                  <a:lnTo>
                    <a:pt x="25133" y="16755"/>
                  </a:lnTo>
                  <a:close/>
                  <a:moveTo>
                    <a:pt x="58642" y="16755"/>
                  </a:moveTo>
                  <a:lnTo>
                    <a:pt x="58642" y="25130"/>
                  </a:lnTo>
                  <a:lnTo>
                    <a:pt x="50263" y="25130"/>
                  </a:lnTo>
                  <a:lnTo>
                    <a:pt x="50263" y="16755"/>
                  </a:lnTo>
                  <a:close/>
                  <a:moveTo>
                    <a:pt x="50263" y="33509"/>
                  </a:moveTo>
                  <a:lnTo>
                    <a:pt x="50263" y="41885"/>
                  </a:lnTo>
                  <a:lnTo>
                    <a:pt x="33509" y="41885"/>
                  </a:lnTo>
                  <a:lnTo>
                    <a:pt x="33509" y="33509"/>
                  </a:lnTo>
                  <a:close/>
                  <a:moveTo>
                    <a:pt x="58642" y="1"/>
                  </a:moveTo>
                  <a:lnTo>
                    <a:pt x="58642" y="8376"/>
                  </a:lnTo>
                  <a:lnTo>
                    <a:pt x="8379" y="8376"/>
                  </a:lnTo>
                  <a:lnTo>
                    <a:pt x="8379" y="16755"/>
                  </a:lnTo>
                  <a:lnTo>
                    <a:pt x="0" y="16755"/>
                  </a:lnTo>
                  <a:lnTo>
                    <a:pt x="0" y="25130"/>
                  </a:lnTo>
                  <a:lnTo>
                    <a:pt x="8379" y="25130"/>
                  </a:lnTo>
                  <a:lnTo>
                    <a:pt x="8379" y="50264"/>
                  </a:lnTo>
                  <a:lnTo>
                    <a:pt x="33509" y="50264"/>
                  </a:lnTo>
                  <a:lnTo>
                    <a:pt x="33509" y="67018"/>
                  </a:lnTo>
                  <a:lnTo>
                    <a:pt x="50263" y="67018"/>
                  </a:lnTo>
                  <a:lnTo>
                    <a:pt x="50263" y="50264"/>
                  </a:lnTo>
                  <a:lnTo>
                    <a:pt x="75396" y="50264"/>
                  </a:lnTo>
                  <a:lnTo>
                    <a:pt x="75396" y="25130"/>
                  </a:lnTo>
                  <a:lnTo>
                    <a:pt x="83771" y="25130"/>
                  </a:lnTo>
                  <a:lnTo>
                    <a:pt x="83771" y="16755"/>
                  </a:lnTo>
                  <a:lnTo>
                    <a:pt x="75396" y="16755"/>
                  </a:lnTo>
                  <a:lnTo>
                    <a:pt x="75396" y="8376"/>
                  </a:lnTo>
                  <a:lnTo>
                    <a:pt x="67017" y="8376"/>
                  </a:lnTo>
                  <a:lnTo>
                    <a:pt x="67017" y="1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9"/>
            <p:cNvSpPr/>
            <p:nvPr/>
          </p:nvSpPr>
          <p:spPr>
            <a:xfrm>
              <a:off x="2971250" y="2332400"/>
              <a:ext cx="1675450" cy="1466100"/>
            </a:xfrm>
            <a:custGeom>
              <a:rect b="b" l="l" r="r" t="t"/>
              <a:pathLst>
                <a:path extrusionOk="0" h="58644" w="67018">
                  <a:moveTo>
                    <a:pt x="0" y="1"/>
                  </a:moveTo>
                  <a:lnTo>
                    <a:pt x="0" y="16755"/>
                  </a:lnTo>
                  <a:lnTo>
                    <a:pt x="8375" y="16755"/>
                  </a:lnTo>
                  <a:lnTo>
                    <a:pt x="8375" y="58643"/>
                  </a:lnTo>
                  <a:lnTo>
                    <a:pt x="58638" y="58643"/>
                  </a:lnTo>
                  <a:lnTo>
                    <a:pt x="58638" y="16755"/>
                  </a:lnTo>
                  <a:lnTo>
                    <a:pt x="67017" y="16755"/>
                  </a:lnTo>
                  <a:lnTo>
                    <a:pt x="67017" y="1"/>
                  </a:lnTo>
                  <a:lnTo>
                    <a:pt x="41884" y="1"/>
                  </a:lnTo>
                  <a:lnTo>
                    <a:pt x="41884" y="8380"/>
                  </a:lnTo>
                  <a:lnTo>
                    <a:pt x="25130" y="8380"/>
                  </a:lnTo>
                  <a:lnTo>
                    <a:pt x="2513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9"/>
            <p:cNvSpPr/>
            <p:nvPr/>
          </p:nvSpPr>
          <p:spPr>
            <a:xfrm>
              <a:off x="4018325" y="1285300"/>
              <a:ext cx="209425" cy="209425"/>
            </a:xfrm>
            <a:custGeom>
              <a:rect b="b" l="l" r="r" t="t"/>
              <a:pathLst>
                <a:path extrusionOk="0" h="8377" w="8377">
                  <a:moveTo>
                    <a:pt x="1" y="1"/>
                  </a:moveTo>
                  <a:lnTo>
                    <a:pt x="1" y="8376"/>
                  </a:lnTo>
                  <a:lnTo>
                    <a:pt x="8376" y="8376"/>
                  </a:lnTo>
                  <a:lnTo>
                    <a:pt x="83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9"/>
            <p:cNvSpPr/>
            <p:nvPr/>
          </p:nvSpPr>
          <p:spPr>
            <a:xfrm>
              <a:off x="3390000" y="1285300"/>
              <a:ext cx="209500" cy="209425"/>
            </a:xfrm>
            <a:custGeom>
              <a:rect b="b" l="l" r="r" t="t"/>
              <a:pathLst>
                <a:path extrusionOk="0" h="8377" w="8380">
                  <a:moveTo>
                    <a:pt x="0" y="1"/>
                  </a:moveTo>
                  <a:lnTo>
                    <a:pt x="0" y="8376"/>
                  </a:lnTo>
                  <a:lnTo>
                    <a:pt x="8380" y="8376"/>
                  </a:lnTo>
                  <a:lnTo>
                    <a:pt x="838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9"/>
            <p:cNvSpPr/>
            <p:nvPr/>
          </p:nvSpPr>
          <p:spPr>
            <a:xfrm>
              <a:off x="3599475" y="1704075"/>
              <a:ext cx="418875" cy="209500"/>
            </a:xfrm>
            <a:custGeom>
              <a:rect b="b" l="l" r="r" t="t"/>
              <a:pathLst>
                <a:path extrusionOk="0" h="8380" w="16755">
                  <a:moveTo>
                    <a:pt x="1" y="0"/>
                  </a:moveTo>
                  <a:lnTo>
                    <a:pt x="1" y="8380"/>
                  </a:lnTo>
                  <a:lnTo>
                    <a:pt x="16755" y="8380"/>
                  </a:lnTo>
                  <a:lnTo>
                    <a:pt x="1675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9"/>
            <p:cNvSpPr/>
            <p:nvPr/>
          </p:nvSpPr>
          <p:spPr>
            <a:xfrm>
              <a:off x="4437200" y="2751275"/>
              <a:ext cx="209500" cy="1466075"/>
            </a:xfrm>
            <a:custGeom>
              <a:rect b="b" l="l" r="r" t="t"/>
              <a:pathLst>
                <a:path extrusionOk="0" h="58643" w="8380">
                  <a:moveTo>
                    <a:pt x="0" y="0"/>
                  </a:moveTo>
                  <a:lnTo>
                    <a:pt x="0" y="41888"/>
                  </a:lnTo>
                  <a:lnTo>
                    <a:pt x="0" y="50264"/>
                  </a:lnTo>
                  <a:lnTo>
                    <a:pt x="0" y="58643"/>
                  </a:lnTo>
                  <a:lnTo>
                    <a:pt x="8379" y="58643"/>
                  </a:lnTo>
                  <a:lnTo>
                    <a:pt x="837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9"/>
            <p:cNvSpPr/>
            <p:nvPr/>
          </p:nvSpPr>
          <p:spPr>
            <a:xfrm>
              <a:off x="2971250" y="2751275"/>
              <a:ext cx="209400" cy="1466075"/>
            </a:xfrm>
            <a:custGeom>
              <a:rect b="b" l="l" r="r" t="t"/>
              <a:pathLst>
                <a:path extrusionOk="0" h="58643" w="8376">
                  <a:moveTo>
                    <a:pt x="0" y="0"/>
                  </a:moveTo>
                  <a:lnTo>
                    <a:pt x="0" y="58643"/>
                  </a:lnTo>
                  <a:lnTo>
                    <a:pt x="8375" y="58643"/>
                  </a:lnTo>
                  <a:lnTo>
                    <a:pt x="8375" y="50264"/>
                  </a:lnTo>
                  <a:lnTo>
                    <a:pt x="8375" y="41888"/>
                  </a:lnTo>
                  <a:lnTo>
                    <a:pt x="8375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9"/>
            <p:cNvSpPr/>
            <p:nvPr/>
          </p:nvSpPr>
          <p:spPr>
            <a:xfrm>
              <a:off x="4018325" y="5264425"/>
              <a:ext cx="418900" cy="209500"/>
            </a:xfrm>
            <a:custGeom>
              <a:rect b="b" l="l" r="r" t="t"/>
              <a:pathLst>
                <a:path extrusionOk="0" h="8380" w="16756">
                  <a:moveTo>
                    <a:pt x="1" y="1"/>
                  </a:moveTo>
                  <a:lnTo>
                    <a:pt x="1" y="8380"/>
                  </a:lnTo>
                  <a:lnTo>
                    <a:pt x="16755" y="8380"/>
                  </a:lnTo>
                  <a:lnTo>
                    <a:pt x="1675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9"/>
            <p:cNvSpPr/>
            <p:nvPr/>
          </p:nvSpPr>
          <p:spPr>
            <a:xfrm>
              <a:off x="3180625" y="5264425"/>
              <a:ext cx="418875" cy="209500"/>
            </a:xfrm>
            <a:custGeom>
              <a:rect b="b" l="l" r="r" t="t"/>
              <a:pathLst>
                <a:path extrusionOk="0" h="8380" w="16755">
                  <a:moveTo>
                    <a:pt x="0" y="1"/>
                  </a:moveTo>
                  <a:lnTo>
                    <a:pt x="0" y="8380"/>
                  </a:lnTo>
                  <a:lnTo>
                    <a:pt x="16755" y="8380"/>
                  </a:lnTo>
                  <a:lnTo>
                    <a:pt x="1675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9"/>
            <p:cNvSpPr/>
            <p:nvPr/>
          </p:nvSpPr>
          <p:spPr>
            <a:xfrm>
              <a:off x="2761775" y="238125"/>
              <a:ext cx="2094300" cy="1047200"/>
            </a:xfrm>
            <a:custGeom>
              <a:rect b="b" l="l" r="r" t="t"/>
              <a:pathLst>
                <a:path extrusionOk="0" h="41888" w="83772">
                  <a:moveTo>
                    <a:pt x="16754" y="0"/>
                  </a:moveTo>
                  <a:lnTo>
                    <a:pt x="16754" y="8379"/>
                  </a:lnTo>
                  <a:lnTo>
                    <a:pt x="8379" y="8379"/>
                  </a:lnTo>
                  <a:lnTo>
                    <a:pt x="8379" y="16754"/>
                  </a:lnTo>
                  <a:lnTo>
                    <a:pt x="0" y="16754"/>
                  </a:lnTo>
                  <a:lnTo>
                    <a:pt x="0" y="25134"/>
                  </a:lnTo>
                  <a:lnTo>
                    <a:pt x="0" y="33509"/>
                  </a:lnTo>
                  <a:lnTo>
                    <a:pt x="0" y="41888"/>
                  </a:lnTo>
                  <a:lnTo>
                    <a:pt x="8379" y="41888"/>
                  </a:lnTo>
                  <a:lnTo>
                    <a:pt x="8379" y="33509"/>
                  </a:lnTo>
                  <a:lnTo>
                    <a:pt x="58642" y="33509"/>
                  </a:lnTo>
                  <a:lnTo>
                    <a:pt x="58642" y="25134"/>
                  </a:lnTo>
                  <a:lnTo>
                    <a:pt x="67017" y="25134"/>
                  </a:lnTo>
                  <a:lnTo>
                    <a:pt x="67017" y="33509"/>
                  </a:lnTo>
                  <a:lnTo>
                    <a:pt x="75396" y="33509"/>
                  </a:lnTo>
                  <a:lnTo>
                    <a:pt x="75396" y="41888"/>
                  </a:lnTo>
                  <a:lnTo>
                    <a:pt x="83771" y="41888"/>
                  </a:lnTo>
                  <a:lnTo>
                    <a:pt x="83771" y="33509"/>
                  </a:lnTo>
                  <a:lnTo>
                    <a:pt x="83771" y="25134"/>
                  </a:lnTo>
                  <a:lnTo>
                    <a:pt x="83771" y="16754"/>
                  </a:lnTo>
                  <a:lnTo>
                    <a:pt x="75396" y="16754"/>
                  </a:lnTo>
                  <a:lnTo>
                    <a:pt x="75396" y="8379"/>
                  </a:lnTo>
                  <a:lnTo>
                    <a:pt x="67017" y="8379"/>
                  </a:lnTo>
                  <a:lnTo>
                    <a:pt x="67017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9"/>
            <p:cNvSpPr/>
            <p:nvPr/>
          </p:nvSpPr>
          <p:spPr>
            <a:xfrm>
              <a:off x="3180625" y="3798475"/>
              <a:ext cx="1256600" cy="1047125"/>
            </a:xfrm>
            <a:custGeom>
              <a:rect b="b" l="l" r="r" t="t"/>
              <a:pathLst>
                <a:path extrusionOk="0" h="41885" w="50264">
                  <a:moveTo>
                    <a:pt x="0" y="0"/>
                  </a:moveTo>
                  <a:lnTo>
                    <a:pt x="0" y="8376"/>
                  </a:lnTo>
                  <a:lnTo>
                    <a:pt x="0" y="16755"/>
                  </a:lnTo>
                  <a:lnTo>
                    <a:pt x="0" y="41884"/>
                  </a:lnTo>
                  <a:lnTo>
                    <a:pt x="16755" y="41884"/>
                  </a:lnTo>
                  <a:lnTo>
                    <a:pt x="16755" y="16755"/>
                  </a:lnTo>
                  <a:lnTo>
                    <a:pt x="33509" y="16755"/>
                  </a:lnTo>
                  <a:lnTo>
                    <a:pt x="33509" y="41884"/>
                  </a:lnTo>
                  <a:lnTo>
                    <a:pt x="50263" y="41884"/>
                  </a:lnTo>
                  <a:lnTo>
                    <a:pt x="50263" y="16755"/>
                  </a:lnTo>
                  <a:lnTo>
                    <a:pt x="50263" y="8376"/>
                  </a:lnTo>
                  <a:lnTo>
                    <a:pt x="5026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9"/>
            <p:cNvSpPr/>
            <p:nvPr/>
          </p:nvSpPr>
          <p:spPr>
            <a:xfrm>
              <a:off x="2761775" y="1494700"/>
              <a:ext cx="209400" cy="209400"/>
            </a:xfrm>
            <a:custGeom>
              <a:rect b="b" l="l" r="r" t="t"/>
              <a:pathLst>
                <a:path extrusionOk="0" h="8376" w="8376">
                  <a:moveTo>
                    <a:pt x="0" y="0"/>
                  </a:moveTo>
                  <a:lnTo>
                    <a:pt x="0" y="8375"/>
                  </a:lnTo>
                  <a:lnTo>
                    <a:pt x="8375" y="8375"/>
                  </a:lnTo>
                  <a:lnTo>
                    <a:pt x="837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9"/>
            <p:cNvSpPr/>
            <p:nvPr/>
          </p:nvSpPr>
          <p:spPr>
            <a:xfrm>
              <a:off x="4646675" y="1494700"/>
              <a:ext cx="209400" cy="209400"/>
            </a:xfrm>
            <a:custGeom>
              <a:rect b="b" l="l" r="r" t="t"/>
              <a:pathLst>
                <a:path extrusionOk="0" h="8376" w="8376">
                  <a:moveTo>
                    <a:pt x="0" y="0"/>
                  </a:moveTo>
                  <a:lnTo>
                    <a:pt x="0" y="8375"/>
                  </a:lnTo>
                  <a:lnTo>
                    <a:pt x="8375" y="8375"/>
                  </a:lnTo>
                  <a:lnTo>
                    <a:pt x="837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10"/>
          <p:cNvSpPr/>
          <p:nvPr>
            <p:ph idx="2" type="pic"/>
          </p:nvPr>
        </p:nvSpPr>
        <p:spPr>
          <a:xfrm>
            <a:off x="0" y="63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889" name="Google Shape;1889;p10"/>
          <p:cNvSpPr txBox="1"/>
          <p:nvPr>
            <p:ph type="title"/>
          </p:nvPr>
        </p:nvSpPr>
        <p:spPr>
          <a:xfrm>
            <a:off x="701025" y="627350"/>
            <a:ext cx="2210700" cy="39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11"/>
          <p:cNvSpPr txBox="1"/>
          <p:nvPr>
            <p:ph hasCustomPrompt="1" type="title"/>
          </p:nvPr>
        </p:nvSpPr>
        <p:spPr>
          <a:xfrm>
            <a:off x="1949125" y="1106125"/>
            <a:ext cx="52458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92" name="Google Shape;1892;p11"/>
          <p:cNvSpPr txBox="1"/>
          <p:nvPr>
            <p:ph idx="1" type="body"/>
          </p:nvPr>
        </p:nvSpPr>
        <p:spPr>
          <a:xfrm>
            <a:off x="1949075" y="3152225"/>
            <a:ext cx="5245800" cy="7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algn="ctr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algn="ctr"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ctr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ctr"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ctr"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AND_BODY_1">
    <p:bg>
      <p:bgPr>
        <a:solidFill>
          <a:schemeClr val="accent6"/>
        </a:solidFill>
      </p:bgPr>
    </p:bg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5" name="Google Shape;1895;p13"/>
          <p:cNvCxnSpPr/>
          <p:nvPr/>
        </p:nvCxnSpPr>
        <p:spPr>
          <a:xfrm>
            <a:off x="1039500" y="2424889"/>
            <a:ext cx="7065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6" name="Google Shape;1896;p13"/>
          <p:cNvCxnSpPr/>
          <p:nvPr/>
        </p:nvCxnSpPr>
        <p:spPr>
          <a:xfrm>
            <a:off x="1039500" y="3608864"/>
            <a:ext cx="7065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7" name="Google Shape;1897;p1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98" name="Google Shape;1898;p13"/>
          <p:cNvSpPr txBox="1"/>
          <p:nvPr>
            <p:ph idx="2" type="title"/>
          </p:nvPr>
        </p:nvSpPr>
        <p:spPr>
          <a:xfrm>
            <a:off x="1148450" y="1397525"/>
            <a:ext cx="30888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99" name="Google Shape;1899;p13"/>
          <p:cNvSpPr txBox="1"/>
          <p:nvPr>
            <p:ph idx="1" type="subTitle"/>
          </p:nvPr>
        </p:nvSpPr>
        <p:spPr>
          <a:xfrm>
            <a:off x="1148450" y="1657334"/>
            <a:ext cx="30888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0" name="Google Shape;1900;p13"/>
          <p:cNvSpPr txBox="1"/>
          <p:nvPr>
            <p:ph idx="3" type="title"/>
          </p:nvPr>
        </p:nvSpPr>
        <p:spPr>
          <a:xfrm>
            <a:off x="1148450" y="2569096"/>
            <a:ext cx="30888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01" name="Google Shape;1901;p13"/>
          <p:cNvSpPr txBox="1"/>
          <p:nvPr>
            <p:ph idx="4" type="subTitle"/>
          </p:nvPr>
        </p:nvSpPr>
        <p:spPr>
          <a:xfrm>
            <a:off x="1148450" y="2828905"/>
            <a:ext cx="30888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2" name="Google Shape;1902;p13"/>
          <p:cNvSpPr txBox="1"/>
          <p:nvPr>
            <p:ph idx="5" type="title"/>
          </p:nvPr>
        </p:nvSpPr>
        <p:spPr>
          <a:xfrm>
            <a:off x="1148450" y="3740666"/>
            <a:ext cx="30888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03" name="Google Shape;1903;p13"/>
          <p:cNvSpPr txBox="1"/>
          <p:nvPr>
            <p:ph idx="6" type="subTitle"/>
          </p:nvPr>
        </p:nvSpPr>
        <p:spPr>
          <a:xfrm>
            <a:off x="1148450" y="4000475"/>
            <a:ext cx="3088800" cy="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4" name="Google Shape;1904;p13"/>
          <p:cNvSpPr txBox="1"/>
          <p:nvPr>
            <p:ph idx="7" type="title"/>
          </p:nvPr>
        </p:nvSpPr>
        <p:spPr>
          <a:xfrm>
            <a:off x="4906750" y="1397525"/>
            <a:ext cx="30888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05" name="Google Shape;1905;p13"/>
          <p:cNvSpPr txBox="1"/>
          <p:nvPr>
            <p:ph idx="8" type="subTitle"/>
          </p:nvPr>
        </p:nvSpPr>
        <p:spPr>
          <a:xfrm>
            <a:off x="4906750" y="1657338"/>
            <a:ext cx="30888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6" name="Google Shape;1906;p13"/>
          <p:cNvSpPr txBox="1"/>
          <p:nvPr>
            <p:ph idx="9" type="title"/>
          </p:nvPr>
        </p:nvSpPr>
        <p:spPr>
          <a:xfrm>
            <a:off x="4906750" y="2569107"/>
            <a:ext cx="30888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07" name="Google Shape;1907;p13"/>
          <p:cNvSpPr txBox="1"/>
          <p:nvPr>
            <p:ph idx="13" type="subTitle"/>
          </p:nvPr>
        </p:nvSpPr>
        <p:spPr>
          <a:xfrm>
            <a:off x="4906750" y="2828920"/>
            <a:ext cx="30888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908" name="Google Shape;1908;p13"/>
          <p:cNvGrpSpPr/>
          <p:nvPr/>
        </p:nvGrpSpPr>
        <p:grpSpPr>
          <a:xfrm>
            <a:off x="7230575" y="3501811"/>
            <a:ext cx="1540410" cy="1636035"/>
            <a:chOff x="7230575" y="3501811"/>
            <a:chExt cx="1540410" cy="1636035"/>
          </a:xfrm>
        </p:grpSpPr>
        <p:grpSp>
          <p:nvGrpSpPr>
            <p:cNvPr id="1909" name="Google Shape;1909;p13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1910" name="Google Shape;1910;p13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rect b="b" l="l" r="r" t="t"/>
                <a:pathLst>
                  <a:path extrusionOk="0" h="12246" w="12245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13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rect b="b" l="l" r="r" t="t"/>
                <a:pathLst>
                  <a:path extrusionOk="0" h="12246" w="9524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13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rect b="b" l="l" r="r" t="t"/>
                <a:pathLst>
                  <a:path extrusionOk="0" h="12246" w="10886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13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rect b="b" l="l" r="r" t="t"/>
                <a:pathLst>
                  <a:path extrusionOk="0" h="12246" w="12247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13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rect b="b" l="l" r="r" t="t"/>
                <a:pathLst>
                  <a:path extrusionOk="0" h="10886" w="12245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5" name="Google Shape;1915;p13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rect b="b" l="l" r="r" t="t"/>
                <a:pathLst>
                  <a:path extrusionOk="0" h="10886" w="9524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13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7" name="Google Shape;1917;p13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rect b="b" l="l" r="r" t="t"/>
                <a:pathLst>
                  <a:path extrusionOk="0" h="10886" w="12247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13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rect b="b" l="l" r="r" t="t"/>
                <a:pathLst>
                  <a:path extrusionOk="0" h="10885" w="12245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13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rect b="b" l="l" r="r" t="t"/>
                <a:pathLst>
                  <a:path extrusionOk="0" h="10885" w="9524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13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rect b="b" l="l" r="r" t="t"/>
                <a:pathLst>
                  <a:path extrusionOk="0" h="10885" w="10886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13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rect b="b" l="l" r="r" t="t"/>
                <a:pathLst>
                  <a:path extrusionOk="0" h="10885" w="12247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13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rect b="b" l="l" r="r" t="t"/>
                <a:pathLst>
                  <a:path extrusionOk="0" h="10886" w="12245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13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rect b="b" l="l" r="r" t="t"/>
                <a:pathLst>
                  <a:path extrusionOk="0" h="10886" w="9524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13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13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rect b="b" l="l" r="r" t="t"/>
                <a:pathLst>
                  <a:path extrusionOk="0" h="10886" w="12247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13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rect b="b" l="l" r="r" t="t"/>
                <a:pathLst>
                  <a:path extrusionOk="0" h="10885" w="12245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13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rect b="b" l="l" r="r" t="t"/>
                <a:pathLst>
                  <a:path extrusionOk="0" h="10885" w="9524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13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rect b="b" l="l" r="r" t="t"/>
                <a:pathLst>
                  <a:path extrusionOk="0" h="10885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13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rect b="b" l="l" r="r" t="t"/>
                <a:pathLst>
                  <a:path extrusionOk="0" h="10885" w="12247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13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rect b="b" l="l" r="r" t="t"/>
                <a:pathLst>
                  <a:path extrusionOk="0" h="10885" w="10885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13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rect b="b" l="l" r="r" t="t"/>
                <a:pathLst>
                  <a:path extrusionOk="0" h="10885" w="10886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13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rect b="b" l="l" r="r" t="t"/>
                <a:pathLst>
                  <a:path extrusionOk="0" h="10885" w="12245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13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rect b="b" l="l" r="r" t="t"/>
                <a:pathLst>
                  <a:path extrusionOk="0" h="10885" w="9524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13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rect b="b" l="l" r="r" t="t"/>
                <a:pathLst>
                  <a:path extrusionOk="0" h="10885" w="10886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13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rect b="b" l="l" r="r" t="t"/>
                <a:pathLst>
                  <a:path extrusionOk="0" h="10885" w="12247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13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rect b="b" l="l" r="r" t="t"/>
                <a:pathLst>
                  <a:path extrusionOk="0" h="10885" w="9525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13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rect b="b" l="l" r="r" t="t"/>
                <a:pathLst>
                  <a:path extrusionOk="0" h="10885" w="10885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8" name="Google Shape;1938;p13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rect b="b" l="l" r="r" t="t"/>
                <a:pathLst>
                  <a:path extrusionOk="0" h="10885" w="12246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9" name="Google Shape;1939;p13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0" name="Google Shape;1940;p13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1" name="Google Shape;1941;p13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rect b="b" l="l" r="r" t="t"/>
                <a:pathLst>
                  <a:path extrusionOk="0" h="10886" w="12246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13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rect b="b" l="l" r="r" t="t"/>
                <a:pathLst>
                  <a:path extrusionOk="0" h="10885" w="10885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13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rect b="b" l="l" r="r" t="t"/>
                <a:pathLst>
                  <a:path extrusionOk="0" h="10885" w="10886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13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rect b="b" l="l" r="r" t="t"/>
                <a:pathLst>
                  <a:path extrusionOk="0" h="10885" w="12246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13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13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13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rect b="b" l="l" r="r" t="t"/>
                <a:pathLst>
                  <a:path extrusionOk="0" h="10886" w="12246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48" name="Google Shape;1948;p13"/>
            <p:cNvSpPr/>
            <p:nvPr/>
          </p:nvSpPr>
          <p:spPr>
            <a:xfrm flipH="1">
              <a:off x="7315559" y="3767391"/>
              <a:ext cx="85020" cy="8502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13"/>
            <p:cNvSpPr/>
            <p:nvPr/>
          </p:nvSpPr>
          <p:spPr>
            <a:xfrm flipH="1">
              <a:off x="7655512" y="3767391"/>
              <a:ext cx="85012" cy="8502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13"/>
            <p:cNvSpPr/>
            <p:nvPr/>
          </p:nvSpPr>
          <p:spPr>
            <a:xfrm flipH="1">
              <a:off x="8080438" y="3671779"/>
              <a:ext cx="95649" cy="95641"/>
            </a:xfrm>
            <a:custGeom>
              <a:rect b="b" l="l" r="r" t="t"/>
              <a:pathLst>
                <a:path extrusionOk="0" h="12246" w="12247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13"/>
            <p:cNvSpPr/>
            <p:nvPr/>
          </p:nvSpPr>
          <p:spPr>
            <a:xfrm flipH="1">
              <a:off x="8685973" y="3597414"/>
              <a:ext cx="85012" cy="95641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13"/>
            <p:cNvSpPr/>
            <p:nvPr/>
          </p:nvSpPr>
          <p:spPr>
            <a:xfrm flipH="1">
              <a:off x="8685973" y="3767391"/>
              <a:ext cx="85012" cy="8502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13"/>
            <p:cNvSpPr/>
            <p:nvPr/>
          </p:nvSpPr>
          <p:spPr>
            <a:xfrm flipH="1">
              <a:off x="8176054" y="3501811"/>
              <a:ext cx="74390" cy="95633"/>
            </a:xfrm>
            <a:custGeom>
              <a:rect b="b" l="l" r="r" t="t"/>
              <a:pathLst>
                <a:path extrusionOk="0" h="12245" w="9525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13"/>
            <p:cNvSpPr/>
            <p:nvPr/>
          </p:nvSpPr>
          <p:spPr>
            <a:xfrm flipH="1">
              <a:off x="8250417" y="3501811"/>
              <a:ext cx="85012" cy="95633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55" name="Google Shape;1955;p13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1956" name="Google Shape;1956;p13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rect b="b" l="l" r="r" t="t"/>
                <a:pathLst>
                  <a:path extrusionOk="0" h="10884" w="10886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13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rect b="b" l="l" r="r" t="t"/>
                <a:pathLst>
                  <a:path extrusionOk="0" h="10884" w="10885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13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rect b="b" l="l" r="r" t="t"/>
                <a:pathLst>
                  <a:path extrusionOk="0" h="10884" w="10885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13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rect b="b" l="l" r="r" t="t"/>
                <a:pathLst>
                  <a:path extrusionOk="0" h="10884" w="10886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13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rect b="b" l="l" r="r" t="t"/>
                <a:pathLst>
                  <a:path extrusionOk="0" h="10884" w="10885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1" name="Google Shape;1961;p13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rect b="b" l="l" r="r" t="t"/>
                <a:pathLst>
                  <a:path extrusionOk="0" h="10884" w="10886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13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rect b="b" l="l" r="r" t="t"/>
                <a:pathLst>
                  <a:path extrusionOk="0" h="10884" w="12245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13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rect b="b" l="l" r="r" t="t"/>
                <a:pathLst>
                  <a:path extrusionOk="0" h="10884" w="9524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13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rect b="b" l="l" r="r" t="t"/>
                <a:pathLst>
                  <a:path extrusionOk="0" h="10884" w="10886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13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rect b="b" l="l" r="r" t="t"/>
                <a:pathLst>
                  <a:path extrusionOk="0" h="10884" w="12247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13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rect b="b" l="l" r="r" t="t"/>
                <a:pathLst>
                  <a:path extrusionOk="0" h="10884" w="9525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13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rect b="b" l="l" r="r" t="t"/>
                <a:pathLst>
                  <a:path extrusionOk="0" h="10884" w="10885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13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rect b="b" l="l" r="r" t="t"/>
                <a:pathLst>
                  <a:path extrusionOk="0" h="10884" w="12246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13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rect b="b" l="l" r="r" t="t"/>
                <a:pathLst>
                  <a:path extrusionOk="0" h="10884" w="9525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13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rect b="b" l="l" r="r" t="t"/>
                <a:pathLst>
                  <a:path extrusionOk="0" h="10884" w="10885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13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rect b="b" l="l" r="r" t="t"/>
                <a:pathLst>
                  <a:path extrusionOk="0" h="10884" w="12246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13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rect b="b" l="l" r="r" t="t"/>
                <a:pathLst>
                  <a:path extrusionOk="0" h="12246" w="10886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3" name="Google Shape;1973;p13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4" name="Google Shape;1974;p13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5" name="Google Shape;1975;p13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rect b="b" l="l" r="r" t="t"/>
                <a:pathLst>
                  <a:path extrusionOk="0" h="12246" w="10886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6" name="Google Shape;1976;p13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7" name="Google Shape;1977;p13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rect b="b" l="l" r="r" t="t"/>
                <a:pathLst>
                  <a:path extrusionOk="0" h="12246" w="10886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8" name="Google Shape;1978;p13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rect b="b" l="l" r="r" t="t"/>
                <a:pathLst>
                  <a:path extrusionOk="0" h="12246" w="12245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13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rect b="b" l="l" r="r" t="t"/>
                <a:pathLst>
                  <a:path extrusionOk="0" h="12246" w="9524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13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rect b="b" l="l" r="r" t="t"/>
                <a:pathLst>
                  <a:path extrusionOk="0" h="12246" w="10886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1" name="Google Shape;1981;p13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rect b="b" l="l" r="r" t="t"/>
                <a:pathLst>
                  <a:path extrusionOk="0" h="12246" w="12247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13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rect b="b" l="l" r="r" t="t"/>
                <a:pathLst>
                  <a:path extrusionOk="0" h="12246" w="9525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3" name="Google Shape;1983;p13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4" name="Google Shape;1984;p13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rect b="b" l="l" r="r" t="t"/>
                <a:pathLst>
                  <a:path extrusionOk="0" h="12246" w="12246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5" name="Google Shape;1985;p13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rect b="b" l="l" r="r" t="t"/>
                <a:pathLst>
                  <a:path extrusionOk="0" h="12246" w="9525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6" name="Google Shape;1986;p13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7" name="Google Shape;1987;p13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rect b="b" l="l" r="r" t="t"/>
                <a:pathLst>
                  <a:path extrusionOk="0" h="12246" w="12246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13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13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13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13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13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13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13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rect b="b" l="l" r="r" t="t"/>
                <a:pathLst>
                  <a:path extrusionOk="0" h="9525" w="12245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13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rect b="b" l="l" r="r" t="t"/>
                <a:pathLst>
                  <a:path extrusionOk="0" h="9525" w="9524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13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13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rect b="b" l="l" r="r" t="t"/>
                <a:pathLst>
                  <a:path extrusionOk="0" h="9525" w="12247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13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rect b="b" l="l" r="r" t="t"/>
                <a:pathLst>
                  <a:path extrusionOk="0" h="9525" w="9525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9" name="Google Shape;1999;p13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0" name="Google Shape;2000;p13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rect b="b" l="l" r="r" t="t"/>
                <a:pathLst>
                  <a:path extrusionOk="0" h="9525" w="12246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1" name="Google Shape;2001;p13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rect b="b" l="l" r="r" t="t"/>
                <a:pathLst>
                  <a:path extrusionOk="0" h="9525" w="9525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2" name="Google Shape;2002;p13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3" name="Google Shape;2003;p13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rect b="b" l="l" r="r" t="t"/>
                <a:pathLst>
                  <a:path extrusionOk="0" h="9525" w="12246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13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5" name="Google Shape;2005;p13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6" name="Google Shape;2006;p13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7" name="Google Shape;2007;p13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8" name="Google Shape;2008;p13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13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13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rect b="b" l="l" r="r" t="t"/>
                <a:pathLst>
                  <a:path extrusionOk="0" h="10886" w="12245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1" name="Google Shape;2011;p13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rect b="b" l="l" r="r" t="t"/>
                <a:pathLst>
                  <a:path extrusionOk="0" h="10886" w="9524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13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3" name="Google Shape;2013;p13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rect b="b" l="l" r="r" t="t"/>
                <a:pathLst>
                  <a:path extrusionOk="0" h="10886" w="12247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4" name="Google Shape;2014;p13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rect b="b" l="l" r="r" t="t"/>
                <a:pathLst>
                  <a:path extrusionOk="0" h="10886" w="9525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13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6" name="Google Shape;2016;p13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rect b="b" l="l" r="r" t="t"/>
                <a:pathLst>
                  <a:path extrusionOk="0" h="10886" w="12246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7" name="Google Shape;2017;p13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rect b="b" l="l" r="r" t="t"/>
                <a:pathLst>
                  <a:path extrusionOk="0" h="10886" w="9525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8" name="Google Shape;2018;p13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9" name="Google Shape;2019;p13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rect b="b" l="l" r="r" t="t"/>
                <a:pathLst>
                  <a:path extrusionOk="0" h="10886" w="12246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0" name="Google Shape;2020;p13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rect b="b" l="l" r="r" t="t"/>
                <a:pathLst>
                  <a:path extrusionOk="0" h="12245" w="10886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1" name="Google Shape;2021;p13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2" name="Google Shape;2022;p13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3" name="Google Shape;2023;p13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rect b="b" l="l" r="r" t="t"/>
                <a:pathLst>
                  <a:path extrusionOk="0" h="12245" w="10886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4" name="Google Shape;2024;p13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5" name="Google Shape;2025;p13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rect b="b" l="l" r="r" t="t"/>
                <a:pathLst>
                  <a:path extrusionOk="0" h="12245" w="10886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6" name="Google Shape;2026;p13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rect b="b" l="l" r="r" t="t"/>
                <a:pathLst>
                  <a:path extrusionOk="0" h="12245" w="12245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13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rect b="b" l="l" r="r" t="t"/>
                <a:pathLst>
                  <a:path extrusionOk="0" h="12245" w="9524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13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rect b="b" l="l" r="r" t="t"/>
                <a:pathLst>
                  <a:path extrusionOk="0" h="12245" w="10886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13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rect b="b" l="l" r="r" t="t"/>
                <a:pathLst>
                  <a:path extrusionOk="0" h="12245" w="12247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13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rect b="b" l="l" r="r" t="t"/>
                <a:pathLst>
                  <a:path extrusionOk="0" h="12245" w="9525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13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2" name="Google Shape;2032;p13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rect b="b" l="l" r="r" t="t"/>
                <a:pathLst>
                  <a:path extrusionOk="0" h="12245" w="12246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3" name="Google Shape;2033;p13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rect b="b" l="l" r="r" t="t"/>
                <a:pathLst>
                  <a:path extrusionOk="0" h="12245" w="9525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4" name="Google Shape;2034;p13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13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rect b="b" l="l" r="r" t="t"/>
                <a:pathLst>
                  <a:path extrusionOk="0" h="12245" w="12246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6" name="Google Shape;2036;p13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7" name="Google Shape;2037;p13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8" name="Google Shape;2038;p13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9" name="Google Shape;2039;p13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0" name="Google Shape;2040;p13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1" name="Google Shape;2041;p13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2" name="Google Shape;2042;p13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rect b="b" l="l" r="r" t="t"/>
                <a:pathLst>
                  <a:path extrusionOk="0" h="9525" w="12245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3" name="Google Shape;2043;p13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rect b="b" l="l" r="r" t="t"/>
                <a:pathLst>
                  <a:path extrusionOk="0" h="9525" w="9524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4" name="Google Shape;2044;p13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5" name="Google Shape;2045;p13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rect b="b" l="l" r="r" t="t"/>
                <a:pathLst>
                  <a:path extrusionOk="0" h="9525" w="12247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6" name="Google Shape;2046;p13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rect b="b" l="l" r="r" t="t"/>
                <a:pathLst>
                  <a:path extrusionOk="0" h="9525" w="9525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7" name="Google Shape;2047;p13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8" name="Google Shape;2048;p13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rect b="b" l="l" r="r" t="t"/>
                <a:pathLst>
                  <a:path extrusionOk="0" h="9525" w="12246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9" name="Google Shape;2049;p13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rect b="b" l="l" r="r" t="t"/>
                <a:pathLst>
                  <a:path extrusionOk="0" h="9525" w="9525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0" name="Google Shape;2050;p13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1" name="Google Shape;2051;p13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rect b="b" l="l" r="r" t="t"/>
                <a:pathLst>
                  <a:path extrusionOk="0" h="9525" w="12246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2" name="Google Shape;2052;p13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3" name="Google Shape;2053;p13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4" name="Google Shape;2054;p13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5" name="Google Shape;2055;p13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rect b="b" l="l" r="r" t="t"/>
                <a:pathLst>
                  <a:path extrusionOk="0" h="10885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6" name="Google Shape;2056;p13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7" name="Google Shape;2057;p13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8" name="Google Shape;2058;p13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9" name="Google Shape;2059;p13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0" name="Google Shape;2060;p13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1" name="Google Shape;2061;p13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rect b="b" l="l" r="r" t="t"/>
                <a:pathLst>
                  <a:path extrusionOk="0" h="10886" w="12245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2" name="Google Shape;2062;p13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rect b="b" l="l" r="r" t="t"/>
                <a:pathLst>
                  <a:path extrusionOk="0" h="10886" w="9524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3" name="Google Shape;2063;p13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4" name="Google Shape;2064;p13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rect b="b" l="l" r="r" t="t"/>
                <a:pathLst>
                  <a:path extrusionOk="0" h="10886" w="12247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5" name="Google Shape;2065;p13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rect b="b" l="l" r="r" t="t"/>
                <a:pathLst>
                  <a:path extrusionOk="0" h="10886" w="9525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rect b="b" l="l" r="r" t="t"/>
                <a:pathLst>
                  <a:path extrusionOk="0" h="10886" w="12246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rect b="b" l="l" r="r" t="t"/>
                <a:pathLst>
                  <a:path extrusionOk="0" h="10886" w="9525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rect b="b" l="l" r="r" t="t"/>
                <a:pathLst>
                  <a:path extrusionOk="0" h="10886" w="12246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rect b="b" l="l" r="r" t="t"/>
                <a:pathLst>
                  <a:path extrusionOk="0" h="12246" w="9525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rect b="b" l="l" r="r" t="t"/>
                <a:pathLst>
                  <a:path extrusionOk="0" h="12246" w="12246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rect b="b" l="l" r="r" t="t"/>
                <a:pathLst>
                  <a:path extrusionOk="0" h="12246" w="9525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rect b="b" l="l" r="r" t="t"/>
                <a:pathLst>
                  <a:path extrusionOk="0" h="12246" w="12246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rect b="b" l="l" r="r" t="t"/>
                <a:pathLst>
                  <a:path extrusionOk="0" h="9525" w="12247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rect b="b" l="l" r="r" t="t"/>
                <a:pathLst>
                  <a:path extrusionOk="0" h="9525" w="9525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rect b="b" l="l" r="r" t="t"/>
                <a:pathLst>
                  <a:path extrusionOk="0" h="9525" w="12246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rect b="b" l="l" r="r" t="t"/>
                <a:pathLst>
                  <a:path extrusionOk="0" h="9525" w="9525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rect b="b" l="l" r="r" t="t"/>
                <a:pathLst>
                  <a:path extrusionOk="0" h="9525" w="12246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rect b="b" l="l" r="r" t="t"/>
                <a:pathLst>
                  <a:path extrusionOk="0" h="10885" w="10885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rect b="b" l="l" r="r" t="t"/>
                <a:pathLst>
                  <a:path extrusionOk="0" h="10885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rect b="b" l="l" r="r" t="t"/>
                <a:pathLst>
                  <a:path extrusionOk="0" h="10885" w="10885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rect b="b" l="l" r="r" t="t"/>
                <a:pathLst>
                  <a:path extrusionOk="0" h="12245" w="12247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rect b="b" l="l" r="r" t="t"/>
                <a:pathLst>
                  <a:path extrusionOk="0" h="12245" w="12246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rect b="b" l="l" r="r" t="t"/>
                <a:pathLst>
                  <a:path extrusionOk="0" h="12245" w="9525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rect b="b" l="l" r="r" t="t"/>
                <a:pathLst>
                  <a:path extrusionOk="0" h="12245" w="12246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95" name="Google Shape;2095;p13"/>
          <p:cNvGrpSpPr/>
          <p:nvPr/>
        </p:nvGrpSpPr>
        <p:grpSpPr>
          <a:xfrm>
            <a:off x="6163859" y="4325295"/>
            <a:ext cx="1007280" cy="1069810"/>
            <a:chOff x="6163859" y="4325295"/>
            <a:chExt cx="1007280" cy="1069810"/>
          </a:xfrm>
        </p:grpSpPr>
        <p:sp>
          <p:nvSpPr>
            <p:cNvPr id="2096" name="Google Shape;2096;p13"/>
            <p:cNvSpPr/>
            <p:nvPr/>
          </p:nvSpPr>
          <p:spPr>
            <a:xfrm>
              <a:off x="6719586" y="5332558"/>
              <a:ext cx="62541" cy="62546"/>
            </a:xfrm>
            <a:custGeom>
              <a:rect b="b" l="l" r="r" t="t"/>
              <a:pathLst>
                <a:path extrusionOk="0" h="12246" w="12245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13"/>
            <p:cNvSpPr/>
            <p:nvPr/>
          </p:nvSpPr>
          <p:spPr>
            <a:xfrm>
              <a:off x="6670963" y="5332558"/>
              <a:ext cx="48644" cy="62546"/>
            </a:xfrm>
            <a:custGeom>
              <a:rect b="b" l="l" r="r" t="t"/>
              <a:pathLst>
                <a:path extrusionOk="0" h="12246" w="9524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13"/>
            <p:cNvSpPr/>
            <p:nvPr/>
          </p:nvSpPr>
          <p:spPr>
            <a:xfrm>
              <a:off x="6615387" y="5332558"/>
              <a:ext cx="55600" cy="62546"/>
            </a:xfrm>
            <a:custGeom>
              <a:rect b="b" l="l" r="r" t="t"/>
              <a:pathLst>
                <a:path extrusionOk="0" h="12246" w="10886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13"/>
            <p:cNvSpPr/>
            <p:nvPr/>
          </p:nvSpPr>
          <p:spPr>
            <a:xfrm>
              <a:off x="6552862" y="5332558"/>
              <a:ext cx="62552" cy="62546"/>
            </a:xfrm>
            <a:custGeom>
              <a:rect b="b" l="l" r="r" t="t"/>
              <a:pathLst>
                <a:path extrusionOk="0" h="12246" w="12247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13"/>
            <p:cNvSpPr/>
            <p:nvPr/>
          </p:nvSpPr>
          <p:spPr>
            <a:xfrm>
              <a:off x="6719586" y="5276982"/>
              <a:ext cx="62541" cy="55600"/>
            </a:xfrm>
            <a:custGeom>
              <a:rect b="b" l="l" r="r" t="t"/>
              <a:pathLst>
                <a:path extrusionOk="0" h="10886" w="12245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13"/>
            <p:cNvSpPr/>
            <p:nvPr/>
          </p:nvSpPr>
          <p:spPr>
            <a:xfrm>
              <a:off x="6670963" y="5276982"/>
              <a:ext cx="48644" cy="55600"/>
            </a:xfrm>
            <a:custGeom>
              <a:rect b="b" l="l" r="r" t="t"/>
              <a:pathLst>
                <a:path extrusionOk="0" h="10886" w="9524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13"/>
            <p:cNvSpPr/>
            <p:nvPr/>
          </p:nvSpPr>
          <p:spPr>
            <a:xfrm>
              <a:off x="6615387" y="5276982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13"/>
            <p:cNvSpPr/>
            <p:nvPr/>
          </p:nvSpPr>
          <p:spPr>
            <a:xfrm>
              <a:off x="6552862" y="5276982"/>
              <a:ext cx="62552" cy="55600"/>
            </a:xfrm>
            <a:custGeom>
              <a:rect b="b" l="l" r="r" t="t"/>
              <a:pathLst>
                <a:path extrusionOk="0" h="10886" w="12247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13"/>
            <p:cNvSpPr/>
            <p:nvPr/>
          </p:nvSpPr>
          <p:spPr>
            <a:xfrm>
              <a:off x="6719586" y="5221411"/>
              <a:ext cx="62541" cy="55595"/>
            </a:xfrm>
            <a:custGeom>
              <a:rect b="b" l="l" r="r" t="t"/>
              <a:pathLst>
                <a:path extrusionOk="0" h="10885" w="12245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13"/>
            <p:cNvSpPr/>
            <p:nvPr/>
          </p:nvSpPr>
          <p:spPr>
            <a:xfrm>
              <a:off x="6670963" y="5221411"/>
              <a:ext cx="48644" cy="55595"/>
            </a:xfrm>
            <a:custGeom>
              <a:rect b="b" l="l" r="r" t="t"/>
              <a:pathLst>
                <a:path extrusionOk="0" h="10885" w="9524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13"/>
            <p:cNvSpPr/>
            <p:nvPr/>
          </p:nvSpPr>
          <p:spPr>
            <a:xfrm>
              <a:off x="6615387" y="5221411"/>
              <a:ext cx="55600" cy="55595"/>
            </a:xfrm>
            <a:custGeom>
              <a:rect b="b" l="l" r="r" t="t"/>
              <a:pathLst>
                <a:path extrusionOk="0" h="10885" w="10886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13"/>
            <p:cNvSpPr/>
            <p:nvPr/>
          </p:nvSpPr>
          <p:spPr>
            <a:xfrm>
              <a:off x="6552862" y="5221411"/>
              <a:ext cx="62552" cy="55595"/>
            </a:xfrm>
            <a:custGeom>
              <a:rect b="b" l="l" r="r" t="t"/>
              <a:pathLst>
                <a:path extrusionOk="0" h="10885" w="12247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13"/>
            <p:cNvSpPr/>
            <p:nvPr/>
          </p:nvSpPr>
          <p:spPr>
            <a:xfrm>
              <a:off x="6719586" y="5165834"/>
              <a:ext cx="62541" cy="55600"/>
            </a:xfrm>
            <a:custGeom>
              <a:rect b="b" l="l" r="r" t="t"/>
              <a:pathLst>
                <a:path extrusionOk="0" h="10886" w="12245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13"/>
            <p:cNvSpPr/>
            <p:nvPr/>
          </p:nvSpPr>
          <p:spPr>
            <a:xfrm>
              <a:off x="6670963" y="5165834"/>
              <a:ext cx="48644" cy="55600"/>
            </a:xfrm>
            <a:custGeom>
              <a:rect b="b" l="l" r="r" t="t"/>
              <a:pathLst>
                <a:path extrusionOk="0" h="10886" w="9524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13"/>
            <p:cNvSpPr/>
            <p:nvPr/>
          </p:nvSpPr>
          <p:spPr>
            <a:xfrm>
              <a:off x="6615387" y="5165834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13"/>
            <p:cNvSpPr/>
            <p:nvPr/>
          </p:nvSpPr>
          <p:spPr>
            <a:xfrm>
              <a:off x="6552862" y="5165834"/>
              <a:ext cx="62552" cy="55600"/>
            </a:xfrm>
            <a:custGeom>
              <a:rect b="b" l="l" r="r" t="t"/>
              <a:pathLst>
                <a:path extrusionOk="0" h="10886" w="12247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13"/>
            <p:cNvSpPr/>
            <p:nvPr/>
          </p:nvSpPr>
          <p:spPr>
            <a:xfrm>
              <a:off x="6719586" y="5110263"/>
              <a:ext cx="62541" cy="55595"/>
            </a:xfrm>
            <a:custGeom>
              <a:rect b="b" l="l" r="r" t="t"/>
              <a:pathLst>
                <a:path extrusionOk="0" h="10885" w="12245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13"/>
            <p:cNvSpPr/>
            <p:nvPr/>
          </p:nvSpPr>
          <p:spPr>
            <a:xfrm>
              <a:off x="6670963" y="5110263"/>
              <a:ext cx="48644" cy="55595"/>
            </a:xfrm>
            <a:custGeom>
              <a:rect b="b" l="l" r="r" t="t"/>
              <a:pathLst>
                <a:path extrusionOk="0" h="10885" w="9524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13"/>
            <p:cNvSpPr/>
            <p:nvPr/>
          </p:nvSpPr>
          <p:spPr>
            <a:xfrm>
              <a:off x="6615387" y="5110263"/>
              <a:ext cx="55600" cy="55595"/>
            </a:xfrm>
            <a:custGeom>
              <a:rect b="b" l="l" r="r" t="t"/>
              <a:pathLst>
                <a:path extrusionOk="0" h="10885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13"/>
            <p:cNvSpPr/>
            <p:nvPr/>
          </p:nvSpPr>
          <p:spPr>
            <a:xfrm>
              <a:off x="6552862" y="5110263"/>
              <a:ext cx="62552" cy="55595"/>
            </a:xfrm>
            <a:custGeom>
              <a:rect b="b" l="l" r="r" t="t"/>
              <a:pathLst>
                <a:path extrusionOk="0" h="10885" w="12247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13"/>
            <p:cNvSpPr/>
            <p:nvPr/>
          </p:nvSpPr>
          <p:spPr>
            <a:xfrm>
              <a:off x="6837677" y="5054691"/>
              <a:ext cx="55595" cy="55595"/>
            </a:xfrm>
            <a:custGeom>
              <a:rect b="b" l="l" r="r" t="t"/>
              <a:pathLst>
                <a:path extrusionOk="0" h="10885" w="10885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13"/>
            <p:cNvSpPr/>
            <p:nvPr/>
          </p:nvSpPr>
          <p:spPr>
            <a:xfrm>
              <a:off x="6782101" y="5054691"/>
              <a:ext cx="55600" cy="55595"/>
            </a:xfrm>
            <a:custGeom>
              <a:rect b="b" l="l" r="r" t="t"/>
              <a:pathLst>
                <a:path extrusionOk="0" h="10885" w="10886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13"/>
            <p:cNvSpPr/>
            <p:nvPr/>
          </p:nvSpPr>
          <p:spPr>
            <a:xfrm>
              <a:off x="6719586" y="5054691"/>
              <a:ext cx="62541" cy="55595"/>
            </a:xfrm>
            <a:custGeom>
              <a:rect b="b" l="l" r="r" t="t"/>
              <a:pathLst>
                <a:path extrusionOk="0" h="10885" w="12245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13"/>
            <p:cNvSpPr/>
            <p:nvPr/>
          </p:nvSpPr>
          <p:spPr>
            <a:xfrm>
              <a:off x="6670963" y="5054691"/>
              <a:ext cx="48644" cy="55595"/>
            </a:xfrm>
            <a:custGeom>
              <a:rect b="b" l="l" r="r" t="t"/>
              <a:pathLst>
                <a:path extrusionOk="0" h="10885" w="9524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13"/>
            <p:cNvSpPr/>
            <p:nvPr/>
          </p:nvSpPr>
          <p:spPr>
            <a:xfrm>
              <a:off x="6615387" y="5054691"/>
              <a:ext cx="55600" cy="55595"/>
            </a:xfrm>
            <a:custGeom>
              <a:rect b="b" l="l" r="r" t="t"/>
              <a:pathLst>
                <a:path extrusionOk="0" h="10885" w="10886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13"/>
            <p:cNvSpPr/>
            <p:nvPr/>
          </p:nvSpPr>
          <p:spPr>
            <a:xfrm>
              <a:off x="6552862" y="5054691"/>
              <a:ext cx="62552" cy="55595"/>
            </a:xfrm>
            <a:custGeom>
              <a:rect b="b" l="l" r="r" t="t"/>
              <a:pathLst>
                <a:path extrusionOk="0" h="10885" w="12247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13"/>
            <p:cNvSpPr/>
            <p:nvPr/>
          </p:nvSpPr>
          <p:spPr>
            <a:xfrm>
              <a:off x="6504240" y="5054691"/>
              <a:ext cx="48649" cy="55595"/>
            </a:xfrm>
            <a:custGeom>
              <a:rect b="b" l="l" r="r" t="t"/>
              <a:pathLst>
                <a:path extrusionOk="0" h="10885" w="9525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13"/>
            <p:cNvSpPr/>
            <p:nvPr/>
          </p:nvSpPr>
          <p:spPr>
            <a:xfrm>
              <a:off x="6448669" y="5054691"/>
              <a:ext cx="55595" cy="55595"/>
            </a:xfrm>
            <a:custGeom>
              <a:rect b="b" l="l" r="r" t="t"/>
              <a:pathLst>
                <a:path extrusionOk="0" h="10885" w="10885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13"/>
            <p:cNvSpPr/>
            <p:nvPr/>
          </p:nvSpPr>
          <p:spPr>
            <a:xfrm>
              <a:off x="6386148" y="5054691"/>
              <a:ext cx="62546" cy="55595"/>
            </a:xfrm>
            <a:custGeom>
              <a:rect b="b" l="l" r="r" t="t"/>
              <a:pathLst>
                <a:path extrusionOk="0" h="10885" w="12246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13"/>
            <p:cNvSpPr/>
            <p:nvPr/>
          </p:nvSpPr>
          <p:spPr>
            <a:xfrm>
              <a:off x="6837677" y="4999115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13"/>
            <p:cNvSpPr/>
            <p:nvPr/>
          </p:nvSpPr>
          <p:spPr>
            <a:xfrm>
              <a:off x="6615387" y="4999115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13"/>
            <p:cNvSpPr/>
            <p:nvPr/>
          </p:nvSpPr>
          <p:spPr>
            <a:xfrm>
              <a:off x="6386148" y="4999115"/>
              <a:ext cx="62546" cy="55600"/>
            </a:xfrm>
            <a:custGeom>
              <a:rect b="b" l="l" r="r" t="t"/>
              <a:pathLst>
                <a:path extrusionOk="0" h="10886" w="12246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13"/>
            <p:cNvSpPr/>
            <p:nvPr/>
          </p:nvSpPr>
          <p:spPr>
            <a:xfrm>
              <a:off x="6837677" y="4943544"/>
              <a:ext cx="55595" cy="55595"/>
            </a:xfrm>
            <a:custGeom>
              <a:rect b="b" l="l" r="r" t="t"/>
              <a:pathLst>
                <a:path extrusionOk="0" h="10885" w="10885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13"/>
            <p:cNvSpPr/>
            <p:nvPr/>
          </p:nvSpPr>
          <p:spPr>
            <a:xfrm>
              <a:off x="6615387" y="4943544"/>
              <a:ext cx="55600" cy="55595"/>
            </a:xfrm>
            <a:custGeom>
              <a:rect b="b" l="l" r="r" t="t"/>
              <a:pathLst>
                <a:path extrusionOk="0" h="10885" w="10886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13"/>
            <p:cNvSpPr/>
            <p:nvPr/>
          </p:nvSpPr>
          <p:spPr>
            <a:xfrm>
              <a:off x="6386148" y="4943544"/>
              <a:ext cx="62546" cy="55595"/>
            </a:xfrm>
            <a:custGeom>
              <a:rect b="b" l="l" r="r" t="t"/>
              <a:pathLst>
                <a:path extrusionOk="0" h="10885" w="12246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13"/>
            <p:cNvSpPr/>
            <p:nvPr/>
          </p:nvSpPr>
          <p:spPr>
            <a:xfrm>
              <a:off x="6837677" y="4887972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13"/>
            <p:cNvSpPr/>
            <p:nvPr/>
          </p:nvSpPr>
          <p:spPr>
            <a:xfrm>
              <a:off x="6615387" y="4887972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13"/>
            <p:cNvSpPr/>
            <p:nvPr/>
          </p:nvSpPr>
          <p:spPr>
            <a:xfrm>
              <a:off x="6386148" y="4887972"/>
              <a:ext cx="62546" cy="55600"/>
            </a:xfrm>
            <a:custGeom>
              <a:rect b="b" l="l" r="r" t="t"/>
              <a:pathLst>
                <a:path extrusionOk="0" h="10886" w="12246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13"/>
            <p:cNvSpPr/>
            <p:nvPr/>
          </p:nvSpPr>
          <p:spPr>
            <a:xfrm>
              <a:off x="7059967" y="4832401"/>
              <a:ext cx="55600" cy="55590"/>
            </a:xfrm>
            <a:custGeom>
              <a:rect b="b" l="l" r="r" t="t"/>
              <a:pathLst>
                <a:path extrusionOk="0" h="10884" w="10886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13"/>
            <p:cNvSpPr/>
            <p:nvPr/>
          </p:nvSpPr>
          <p:spPr>
            <a:xfrm>
              <a:off x="7004396" y="4832401"/>
              <a:ext cx="55595" cy="55590"/>
            </a:xfrm>
            <a:custGeom>
              <a:rect b="b" l="l" r="r" t="t"/>
              <a:pathLst>
                <a:path extrusionOk="0" h="10884" w="10885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13"/>
            <p:cNvSpPr/>
            <p:nvPr/>
          </p:nvSpPr>
          <p:spPr>
            <a:xfrm>
              <a:off x="6948824" y="4832401"/>
              <a:ext cx="55595" cy="55590"/>
            </a:xfrm>
            <a:custGeom>
              <a:rect b="b" l="l" r="r" t="t"/>
              <a:pathLst>
                <a:path extrusionOk="0" h="10884" w="10885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13"/>
            <p:cNvSpPr/>
            <p:nvPr/>
          </p:nvSpPr>
          <p:spPr>
            <a:xfrm>
              <a:off x="6893248" y="4832401"/>
              <a:ext cx="55600" cy="55590"/>
            </a:xfrm>
            <a:custGeom>
              <a:rect b="b" l="l" r="r" t="t"/>
              <a:pathLst>
                <a:path extrusionOk="0" h="10884" w="10886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13"/>
            <p:cNvSpPr/>
            <p:nvPr/>
          </p:nvSpPr>
          <p:spPr>
            <a:xfrm>
              <a:off x="6837677" y="4832401"/>
              <a:ext cx="55595" cy="55590"/>
            </a:xfrm>
            <a:custGeom>
              <a:rect b="b" l="l" r="r" t="t"/>
              <a:pathLst>
                <a:path extrusionOk="0" h="10884" w="10885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13"/>
            <p:cNvSpPr/>
            <p:nvPr/>
          </p:nvSpPr>
          <p:spPr>
            <a:xfrm>
              <a:off x="6782101" y="4832401"/>
              <a:ext cx="55600" cy="55590"/>
            </a:xfrm>
            <a:custGeom>
              <a:rect b="b" l="l" r="r" t="t"/>
              <a:pathLst>
                <a:path extrusionOk="0" h="10884" w="10886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13"/>
            <p:cNvSpPr/>
            <p:nvPr/>
          </p:nvSpPr>
          <p:spPr>
            <a:xfrm>
              <a:off x="6719586" y="4832401"/>
              <a:ext cx="62541" cy="55590"/>
            </a:xfrm>
            <a:custGeom>
              <a:rect b="b" l="l" r="r" t="t"/>
              <a:pathLst>
                <a:path extrusionOk="0" h="10884" w="12245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13"/>
            <p:cNvSpPr/>
            <p:nvPr/>
          </p:nvSpPr>
          <p:spPr>
            <a:xfrm>
              <a:off x="6670963" y="4832401"/>
              <a:ext cx="48644" cy="55590"/>
            </a:xfrm>
            <a:custGeom>
              <a:rect b="b" l="l" r="r" t="t"/>
              <a:pathLst>
                <a:path extrusionOk="0" h="10884" w="9524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13"/>
            <p:cNvSpPr/>
            <p:nvPr/>
          </p:nvSpPr>
          <p:spPr>
            <a:xfrm>
              <a:off x="6615387" y="4832401"/>
              <a:ext cx="55600" cy="55590"/>
            </a:xfrm>
            <a:custGeom>
              <a:rect b="b" l="l" r="r" t="t"/>
              <a:pathLst>
                <a:path extrusionOk="0" h="10884" w="10886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13"/>
            <p:cNvSpPr/>
            <p:nvPr/>
          </p:nvSpPr>
          <p:spPr>
            <a:xfrm>
              <a:off x="6552862" y="4832401"/>
              <a:ext cx="62552" cy="55590"/>
            </a:xfrm>
            <a:custGeom>
              <a:rect b="b" l="l" r="r" t="t"/>
              <a:pathLst>
                <a:path extrusionOk="0" h="10884" w="12247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13"/>
            <p:cNvSpPr/>
            <p:nvPr/>
          </p:nvSpPr>
          <p:spPr>
            <a:xfrm>
              <a:off x="6504240" y="4832401"/>
              <a:ext cx="48649" cy="55590"/>
            </a:xfrm>
            <a:custGeom>
              <a:rect b="b" l="l" r="r" t="t"/>
              <a:pathLst>
                <a:path extrusionOk="0" h="10884" w="9525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13"/>
            <p:cNvSpPr/>
            <p:nvPr/>
          </p:nvSpPr>
          <p:spPr>
            <a:xfrm>
              <a:off x="6448669" y="4832401"/>
              <a:ext cx="55595" cy="55590"/>
            </a:xfrm>
            <a:custGeom>
              <a:rect b="b" l="l" r="r" t="t"/>
              <a:pathLst>
                <a:path extrusionOk="0" h="10884" w="10885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13"/>
            <p:cNvSpPr/>
            <p:nvPr/>
          </p:nvSpPr>
          <p:spPr>
            <a:xfrm>
              <a:off x="6386148" y="4832401"/>
              <a:ext cx="62546" cy="55590"/>
            </a:xfrm>
            <a:custGeom>
              <a:rect b="b" l="l" r="r" t="t"/>
              <a:pathLst>
                <a:path extrusionOk="0" h="10884" w="12246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13"/>
            <p:cNvSpPr/>
            <p:nvPr/>
          </p:nvSpPr>
          <p:spPr>
            <a:xfrm>
              <a:off x="6337521" y="4832401"/>
              <a:ext cx="48649" cy="55590"/>
            </a:xfrm>
            <a:custGeom>
              <a:rect b="b" l="l" r="r" t="t"/>
              <a:pathLst>
                <a:path extrusionOk="0" h="10884" w="9525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13"/>
            <p:cNvSpPr/>
            <p:nvPr/>
          </p:nvSpPr>
          <p:spPr>
            <a:xfrm>
              <a:off x="6281950" y="4832401"/>
              <a:ext cx="55595" cy="55590"/>
            </a:xfrm>
            <a:custGeom>
              <a:rect b="b" l="l" r="r" t="t"/>
              <a:pathLst>
                <a:path extrusionOk="0" h="10884" w="10885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13"/>
            <p:cNvSpPr/>
            <p:nvPr/>
          </p:nvSpPr>
          <p:spPr>
            <a:xfrm>
              <a:off x="6219430" y="4832401"/>
              <a:ext cx="62546" cy="55590"/>
            </a:xfrm>
            <a:custGeom>
              <a:rect b="b" l="l" r="r" t="t"/>
              <a:pathLst>
                <a:path extrusionOk="0" h="10884" w="12246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13"/>
            <p:cNvSpPr/>
            <p:nvPr/>
          </p:nvSpPr>
          <p:spPr>
            <a:xfrm>
              <a:off x="7059967" y="4769881"/>
              <a:ext cx="55600" cy="62546"/>
            </a:xfrm>
            <a:custGeom>
              <a:rect b="b" l="l" r="r" t="t"/>
              <a:pathLst>
                <a:path extrusionOk="0" h="12246" w="10886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13"/>
            <p:cNvSpPr/>
            <p:nvPr/>
          </p:nvSpPr>
          <p:spPr>
            <a:xfrm>
              <a:off x="7004396" y="4769881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13"/>
            <p:cNvSpPr/>
            <p:nvPr/>
          </p:nvSpPr>
          <p:spPr>
            <a:xfrm>
              <a:off x="6948824" y="4769881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13"/>
            <p:cNvSpPr/>
            <p:nvPr/>
          </p:nvSpPr>
          <p:spPr>
            <a:xfrm>
              <a:off x="6893248" y="4769881"/>
              <a:ext cx="55600" cy="62546"/>
            </a:xfrm>
            <a:custGeom>
              <a:rect b="b" l="l" r="r" t="t"/>
              <a:pathLst>
                <a:path extrusionOk="0" h="12246" w="10886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13"/>
            <p:cNvSpPr/>
            <p:nvPr/>
          </p:nvSpPr>
          <p:spPr>
            <a:xfrm>
              <a:off x="6837677" y="4769881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13"/>
            <p:cNvSpPr/>
            <p:nvPr/>
          </p:nvSpPr>
          <p:spPr>
            <a:xfrm>
              <a:off x="6782101" y="4769881"/>
              <a:ext cx="55600" cy="62546"/>
            </a:xfrm>
            <a:custGeom>
              <a:rect b="b" l="l" r="r" t="t"/>
              <a:pathLst>
                <a:path extrusionOk="0" h="12246" w="10886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13"/>
            <p:cNvSpPr/>
            <p:nvPr/>
          </p:nvSpPr>
          <p:spPr>
            <a:xfrm>
              <a:off x="6719586" y="4769881"/>
              <a:ext cx="62541" cy="62546"/>
            </a:xfrm>
            <a:custGeom>
              <a:rect b="b" l="l" r="r" t="t"/>
              <a:pathLst>
                <a:path extrusionOk="0" h="12246" w="12245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13"/>
            <p:cNvSpPr/>
            <p:nvPr/>
          </p:nvSpPr>
          <p:spPr>
            <a:xfrm>
              <a:off x="6670963" y="4769881"/>
              <a:ext cx="48644" cy="62546"/>
            </a:xfrm>
            <a:custGeom>
              <a:rect b="b" l="l" r="r" t="t"/>
              <a:pathLst>
                <a:path extrusionOk="0" h="12246" w="9524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13"/>
            <p:cNvSpPr/>
            <p:nvPr/>
          </p:nvSpPr>
          <p:spPr>
            <a:xfrm>
              <a:off x="6615387" y="4769881"/>
              <a:ext cx="55600" cy="62546"/>
            </a:xfrm>
            <a:custGeom>
              <a:rect b="b" l="l" r="r" t="t"/>
              <a:pathLst>
                <a:path extrusionOk="0" h="12246" w="10886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13"/>
            <p:cNvSpPr/>
            <p:nvPr/>
          </p:nvSpPr>
          <p:spPr>
            <a:xfrm>
              <a:off x="6552862" y="4769881"/>
              <a:ext cx="62552" cy="62546"/>
            </a:xfrm>
            <a:custGeom>
              <a:rect b="b" l="l" r="r" t="t"/>
              <a:pathLst>
                <a:path extrusionOk="0" h="12246" w="12247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13"/>
            <p:cNvSpPr/>
            <p:nvPr/>
          </p:nvSpPr>
          <p:spPr>
            <a:xfrm>
              <a:off x="6504240" y="4769881"/>
              <a:ext cx="48649" cy="62546"/>
            </a:xfrm>
            <a:custGeom>
              <a:rect b="b" l="l" r="r" t="t"/>
              <a:pathLst>
                <a:path extrusionOk="0" h="12246" w="9525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13"/>
            <p:cNvSpPr/>
            <p:nvPr/>
          </p:nvSpPr>
          <p:spPr>
            <a:xfrm>
              <a:off x="6448669" y="4769881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13"/>
            <p:cNvSpPr/>
            <p:nvPr/>
          </p:nvSpPr>
          <p:spPr>
            <a:xfrm>
              <a:off x="6386148" y="4769881"/>
              <a:ext cx="62546" cy="62546"/>
            </a:xfrm>
            <a:custGeom>
              <a:rect b="b" l="l" r="r" t="t"/>
              <a:pathLst>
                <a:path extrusionOk="0" h="12246" w="12246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13"/>
            <p:cNvSpPr/>
            <p:nvPr/>
          </p:nvSpPr>
          <p:spPr>
            <a:xfrm>
              <a:off x="6337521" y="4769881"/>
              <a:ext cx="48649" cy="62546"/>
            </a:xfrm>
            <a:custGeom>
              <a:rect b="b" l="l" r="r" t="t"/>
              <a:pathLst>
                <a:path extrusionOk="0" h="12246" w="9525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13"/>
            <p:cNvSpPr/>
            <p:nvPr/>
          </p:nvSpPr>
          <p:spPr>
            <a:xfrm>
              <a:off x="6281950" y="4769881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13"/>
            <p:cNvSpPr/>
            <p:nvPr/>
          </p:nvSpPr>
          <p:spPr>
            <a:xfrm>
              <a:off x="6219430" y="4769881"/>
              <a:ext cx="62546" cy="62546"/>
            </a:xfrm>
            <a:custGeom>
              <a:rect b="b" l="l" r="r" t="t"/>
              <a:pathLst>
                <a:path extrusionOk="0" h="12246" w="12246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13"/>
            <p:cNvSpPr/>
            <p:nvPr/>
          </p:nvSpPr>
          <p:spPr>
            <a:xfrm>
              <a:off x="7059967" y="4721253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13"/>
            <p:cNvSpPr/>
            <p:nvPr/>
          </p:nvSpPr>
          <p:spPr>
            <a:xfrm>
              <a:off x="7004396" y="4721253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13"/>
            <p:cNvSpPr/>
            <p:nvPr/>
          </p:nvSpPr>
          <p:spPr>
            <a:xfrm>
              <a:off x="6948824" y="4721253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13"/>
            <p:cNvSpPr/>
            <p:nvPr/>
          </p:nvSpPr>
          <p:spPr>
            <a:xfrm>
              <a:off x="6893248" y="4721253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13"/>
            <p:cNvSpPr/>
            <p:nvPr/>
          </p:nvSpPr>
          <p:spPr>
            <a:xfrm>
              <a:off x="6837677" y="4721253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13"/>
            <p:cNvSpPr/>
            <p:nvPr/>
          </p:nvSpPr>
          <p:spPr>
            <a:xfrm>
              <a:off x="6782101" y="4721253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13"/>
            <p:cNvSpPr/>
            <p:nvPr/>
          </p:nvSpPr>
          <p:spPr>
            <a:xfrm>
              <a:off x="6719586" y="4721253"/>
              <a:ext cx="62541" cy="48649"/>
            </a:xfrm>
            <a:custGeom>
              <a:rect b="b" l="l" r="r" t="t"/>
              <a:pathLst>
                <a:path extrusionOk="0" h="9525" w="12245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13"/>
            <p:cNvSpPr/>
            <p:nvPr/>
          </p:nvSpPr>
          <p:spPr>
            <a:xfrm>
              <a:off x="6670963" y="4721253"/>
              <a:ext cx="48644" cy="48649"/>
            </a:xfrm>
            <a:custGeom>
              <a:rect b="b" l="l" r="r" t="t"/>
              <a:pathLst>
                <a:path extrusionOk="0" h="9525" w="9524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13"/>
            <p:cNvSpPr/>
            <p:nvPr/>
          </p:nvSpPr>
          <p:spPr>
            <a:xfrm>
              <a:off x="6615387" y="4721253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13"/>
            <p:cNvSpPr/>
            <p:nvPr/>
          </p:nvSpPr>
          <p:spPr>
            <a:xfrm>
              <a:off x="6552862" y="4721253"/>
              <a:ext cx="62552" cy="48649"/>
            </a:xfrm>
            <a:custGeom>
              <a:rect b="b" l="l" r="r" t="t"/>
              <a:pathLst>
                <a:path extrusionOk="0" h="9525" w="12247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13"/>
            <p:cNvSpPr/>
            <p:nvPr/>
          </p:nvSpPr>
          <p:spPr>
            <a:xfrm>
              <a:off x="6504240" y="4721253"/>
              <a:ext cx="48649" cy="48649"/>
            </a:xfrm>
            <a:custGeom>
              <a:rect b="b" l="l" r="r" t="t"/>
              <a:pathLst>
                <a:path extrusionOk="0" h="9525" w="9525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13"/>
            <p:cNvSpPr/>
            <p:nvPr/>
          </p:nvSpPr>
          <p:spPr>
            <a:xfrm>
              <a:off x="6448669" y="4721253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13"/>
            <p:cNvSpPr/>
            <p:nvPr/>
          </p:nvSpPr>
          <p:spPr>
            <a:xfrm>
              <a:off x="6386148" y="4721253"/>
              <a:ext cx="62546" cy="48649"/>
            </a:xfrm>
            <a:custGeom>
              <a:rect b="b" l="l" r="r" t="t"/>
              <a:pathLst>
                <a:path extrusionOk="0" h="9525" w="12246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13"/>
            <p:cNvSpPr/>
            <p:nvPr/>
          </p:nvSpPr>
          <p:spPr>
            <a:xfrm>
              <a:off x="6337521" y="4721253"/>
              <a:ext cx="48649" cy="48649"/>
            </a:xfrm>
            <a:custGeom>
              <a:rect b="b" l="l" r="r" t="t"/>
              <a:pathLst>
                <a:path extrusionOk="0" h="9525" w="9525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13"/>
            <p:cNvSpPr/>
            <p:nvPr/>
          </p:nvSpPr>
          <p:spPr>
            <a:xfrm>
              <a:off x="6281950" y="4721253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13"/>
            <p:cNvSpPr/>
            <p:nvPr/>
          </p:nvSpPr>
          <p:spPr>
            <a:xfrm>
              <a:off x="6219430" y="4721253"/>
              <a:ext cx="62546" cy="48649"/>
            </a:xfrm>
            <a:custGeom>
              <a:rect b="b" l="l" r="r" t="t"/>
              <a:pathLst>
                <a:path extrusionOk="0" h="9525" w="12246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13"/>
            <p:cNvSpPr/>
            <p:nvPr/>
          </p:nvSpPr>
          <p:spPr>
            <a:xfrm>
              <a:off x="7059967" y="4665677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13"/>
            <p:cNvSpPr/>
            <p:nvPr/>
          </p:nvSpPr>
          <p:spPr>
            <a:xfrm>
              <a:off x="7004396" y="4665677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13"/>
            <p:cNvSpPr/>
            <p:nvPr/>
          </p:nvSpPr>
          <p:spPr>
            <a:xfrm>
              <a:off x="6948824" y="4665677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13"/>
            <p:cNvSpPr/>
            <p:nvPr/>
          </p:nvSpPr>
          <p:spPr>
            <a:xfrm>
              <a:off x="6893248" y="4665677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13"/>
            <p:cNvSpPr/>
            <p:nvPr/>
          </p:nvSpPr>
          <p:spPr>
            <a:xfrm>
              <a:off x="6837677" y="4665677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13"/>
            <p:cNvSpPr/>
            <p:nvPr/>
          </p:nvSpPr>
          <p:spPr>
            <a:xfrm>
              <a:off x="6782101" y="4665677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13"/>
            <p:cNvSpPr/>
            <p:nvPr/>
          </p:nvSpPr>
          <p:spPr>
            <a:xfrm>
              <a:off x="6719586" y="4665677"/>
              <a:ext cx="62541" cy="55600"/>
            </a:xfrm>
            <a:custGeom>
              <a:rect b="b" l="l" r="r" t="t"/>
              <a:pathLst>
                <a:path extrusionOk="0" h="10886" w="12245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13"/>
            <p:cNvSpPr/>
            <p:nvPr/>
          </p:nvSpPr>
          <p:spPr>
            <a:xfrm>
              <a:off x="6670963" y="4665677"/>
              <a:ext cx="48644" cy="55600"/>
            </a:xfrm>
            <a:custGeom>
              <a:rect b="b" l="l" r="r" t="t"/>
              <a:pathLst>
                <a:path extrusionOk="0" h="10886" w="9524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13"/>
            <p:cNvSpPr/>
            <p:nvPr/>
          </p:nvSpPr>
          <p:spPr>
            <a:xfrm>
              <a:off x="6615387" y="4665677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13"/>
            <p:cNvSpPr/>
            <p:nvPr/>
          </p:nvSpPr>
          <p:spPr>
            <a:xfrm>
              <a:off x="6552862" y="4665677"/>
              <a:ext cx="62552" cy="55600"/>
            </a:xfrm>
            <a:custGeom>
              <a:rect b="b" l="l" r="r" t="t"/>
              <a:pathLst>
                <a:path extrusionOk="0" h="10886" w="12247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13"/>
            <p:cNvSpPr/>
            <p:nvPr/>
          </p:nvSpPr>
          <p:spPr>
            <a:xfrm>
              <a:off x="6504240" y="4665677"/>
              <a:ext cx="48649" cy="55600"/>
            </a:xfrm>
            <a:custGeom>
              <a:rect b="b" l="l" r="r" t="t"/>
              <a:pathLst>
                <a:path extrusionOk="0" h="10886" w="9525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13"/>
            <p:cNvSpPr/>
            <p:nvPr/>
          </p:nvSpPr>
          <p:spPr>
            <a:xfrm>
              <a:off x="6448669" y="4665677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13"/>
            <p:cNvSpPr/>
            <p:nvPr/>
          </p:nvSpPr>
          <p:spPr>
            <a:xfrm>
              <a:off x="6386148" y="4665677"/>
              <a:ext cx="62546" cy="55600"/>
            </a:xfrm>
            <a:custGeom>
              <a:rect b="b" l="l" r="r" t="t"/>
              <a:pathLst>
                <a:path extrusionOk="0" h="10886" w="12246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13"/>
            <p:cNvSpPr/>
            <p:nvPr/>
          </p:nvSpPr>
          <p:spPr>
            <a:xfrm>
              <a:off x="6337521" y="4665677"/>
              <a:ext cx="48649" cy="55600"/>
            </a:xfrm>
            <a:custGeom>
              <a:rect b="b" l="l" r="r" t="t"/>
              <a:pathLst>
                <a:path extrusionOk="0" h="10886" w="9525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13"/>
            <p:cNvSpPr/>
            <p:nvPr/>
          </p:nvSpPr>
          <p:spPr>
            <a:xfrm>
              <a:off x="6281950" y="4665677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13"/>
            <p:cNvSpPr/>
            <p:nvPr/>
          </p:nvSpPr>
          <p:spPr>
            <a:xfrm>
              <a:off x="6219430" y="4665677"/>
              <a:ext cx="62546" cy="55600"/>
            </a:xfrm>
            <a:custGeom>
              <a:rect b="b" l="l" r="r" t="t"/>
              <a:pathLst>
                <a:path extrusionOk="0" h="10886" w="12246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13"/>
            <p:cNvSpPr/>
            <p:nvPr/>
          </p:nvSpPr>
          <p:spPr>
            <a:xfrm>
              <a:off x="7059967" y="4603162"/>
              <a:ext cx="55600" cy="62541"/>
            </a:xfrm>
            <a:custGeom>
              <a:rect b="b" l="l" r="r" t="t"/>
              <a:pathLst>
                <a:path extrusionOk="0" h="12245" w="10886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13"/>
            <p:cNvSpPr/>
            <p:nvPr/>
          </p:nvSpPr>
          <p:spPr>
            <a:xfrm>
              <a:off x="7004396" y="4603162"/>
              <a:ext cx="55595" cy="62541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13"/>
            <p:cNvSpPr/>
            <p:nvPr/>
          </p:nvSpPr>
          <p:spPr>
            <a:xfrm>
              <a:off x="6948824" y="4603162"/>
              <a:ext cx="55595" cy="62541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13"/>
            <p:cNvSpPr/>
            <p:nvPr/>
          </p:nvSpPr>
          <p:spPr>
            <a:xfrm>
              <a:off x="6893248" y="4603162"/>
              <a:ext cx="55600" cy="62541"/>
            </a:xfrm>
            <a:custGeom>
              <a:rect b="b" l="l" r="r" t="t"/>
              <a:pathLst>
                <a:path extrusionOk="0" h="12245" w="10886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13"/>
            <p:cNvSpPr/>
            <p:nvPr/>
          </p:nvSpPr>
          <p:spPr>
            <a:xfrm>
              <a:off x="6837677" y="4603162"/>
              <a:ext cx="55595" cy="62541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13"/>
            <p:cNvSpPr/>
            <p:nvPr/>
          </p:nvSpPr>
          <p:spPr>
            <a:xfrm>
              <a:off x="6782101" y="4603162"/>
              <a:ext cx="55600" cy="62541"/>
            </a:xfrm>
            <a:custGeom>
              <a:rect b="b" l="l" r="r" t="t"/>
              <a:pathLst>
                <a:path extrusionOk="0" h="12245" w="10886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13"/>
            <p:cNvSpPr/>
            <p:nvPr/>
          </p:nvSpPr>
          <p:spPr>
            <a:xfrm>
              <a:off x="6719586" y="4603162"/>
              <a:ext cx="62541" cy="62541"/>
            </a:xfrm>
            <a:custGeom>
              <a:rect b="b" l="l" r="r" t="t"/>
              <a:pathLst>
                <a:path extrusionOk="0" h="12245" w="12245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13"/>
            <p:cNvSpPr/>
            <p:nvPr/>
          </p:nvSpPr>
          <p:spPr>
            <a:xfrm>
              <a:off x="6670963" y="4603162"/>
              <a:ext cx="48644" cy="62541"/>
            </a:xfrm>
            <a:custGeom>
              <a:rect b="b" l="l" r="r" t="t"/>
              <a:pathLst>
                <a:path extrusionOk="0" h="12245" w="9524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13"/>
            <p:cNvSpPr/>
            <p:nvPr/>
          </p:nvSpPr>
          <p:spPr>
            <a:xfrm>
              <a:off x="6615387" y="4603162"/>
              <a:ext cx="55600" cy="62541"/>
            </a:xfrm>
            <a:custGeom>
              <a:rect b="b" l="l" r="r" t="t"/>
              <a:pathLst>
                <a:path extrusionOk="0" h="12245" w="10886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13"/>
            <p:cNvSpPr/>
            <p:nvPr/>
          </p:nvSpPr>
          <p:spPr>
            <a:xfrm>
              <a:off x="6552862" y="4603162"/>
              <a:ext cx="62552" cy="62541"/>
            </a:xfrm>
            <a:custGeom>
              <a:rect b="b" l="l" r="r" t="t"/>
              <a:pathLst>
                <a:path extrusionOk="0" h="12245" w="12247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13"/>
            <p:cNvSpPr/>
            <p:nvPr/>
          </p:nvSpPr>
          <p:spPr>
            <a:xfrm>
              <a:off x="6504240" y="4603162"/>
              <a:ext cx="48649" cy="62541"/>
            </a:xfrm>
            <a:custGeom>
              <a:rect b="b" l="l" r="r" t="t"/>
              <a:pathLst>
                <a:path extrusionOk="0" h="12245" w="9525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13"/>
            <p:cNvSpPr/>
            <p:nvPr/>
          </p:nvSpPr>
          <p:spPr>
            <a:xfrm>
              <a:off x="6448669" y="4603162"/>
              <a:ext cx="55595" cy="62541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13"/>
            <p:cNvSpPr/>
            <p:nvPr/>
          </p:nvSpPr>
          <p:spPr>
            <a:xfrm>
              <a:off x="6386148" y="4603162"/>
              <a:ext cx="62546" cy="62541"/>
            </a:xfrm>
            <a:custGeom>
              <a:rect b="b" l="l" r="r" t="t"/>
              <a:pathLst>
                <a:path extrusionOk="0" h="12245" w="12246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13"/>
            <p:cNvSpPr/>
            <p:nvPr/>
          </p:nvSpPr>
          <p:spPr>
            <a:xfrm>
              <a:off x="6337521" y="4603162"/>
              <a:ext cx="48649" cy="62541"/>
            </a:xfrm>
            <a:custGeom>
              <a:rect b="b" l="l" r="r" t="t"/>
              <a:pathLst>
                <a:path extrusionOk="0" h="12245" w="9525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13"/>
            <p:cNvSpPr/>
            <p:nvPr/>
          </p:nvSpPr>
          <p:spPr>
            <a:xfrm>
              <a:off x="6281950" y="4603162"/>
              <a:ext cx="55595" cy="62541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13"/>
            <p:cNvSpPr/>
            <p:nvPr/>
          </p:nvSpPr>
          <p:spPr>
            <a:xfrm>
              <a:off x="6219430" y="4603162"/>
              <a:ext cx="62546" cy="62541"/>
            </a:xfrm>
            <a:custGeom>
              <a:rect b="b" l="l" r="r" t="t"/>
              <a:pathLst>
                <a:path extrusionOk="0" h="12245" w="12246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13"/>
            <p:cNvSpPr/>
            <p:nvPr/>
          </p:nvSpPr>
          <p:spPr>
            <a:xfrm>
              <a:off x="7059967" y="4554534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13"/>
            <p:cNvSpPr/>
            <p:nvPr/>
          </p:nvSpPr>
          <p:spPr>
            <a:xfrm>
              <a:off x="7004396" y="4554534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13"/>
            <p:cNvSpPr/>
            <p:nvPr/>
          </p:nvSpPr>
          <p:spPr>
            <a:xfrm>
              <a:off x="6948824" y="4554534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13"/>
            <p:cNvSpPr/>
            <p:nvPr/>
          </p:nvSpPr>
          <p:spPr>
            <a:xfrm>
              <a:off x="6893248" y="4554534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13"/>
            <p:cNvSpPr/>
            <p:nvPr/>
          </p:nvSpPr>
          <p:spPr>
            <a:xfrm>
              <a:off x="6837677" y="4554534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13"/>
            <p:cNvSpPr/>
            <p:nvPr/>
          </p:nvSpPr>
          <p:spPr>
            <a:xfrm>
              <a:off x="6782101" y="4554534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13"/>
            <p:cNvSpPr/>
            <p:nvPr/>
          </p:nvSpPr>
          <p:spPr>
            <a:xfrm>
              <a:off x="6719586" y="4554534"/>
              <a:ext cx="62541" cy="48649"/>
            </a:xfrm>
            <a:custGeom>
              <a:rect b="b" l="l" r="r" t="t"/>
              <a:pathLst>
                <a:path extrusionOk="0" h="9525" w="12245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13"/>
            <p:cNvSpPr/>
            <p:nvPr/>
          </p:nvSpPr>
          <p:spPr>
            <a:xfrm>
              <a:off x="6670963" y="4554534"/>
              <a:ext cx="48644" cy="48649"/>
            </a:xfrm>
            <a:custGeom>
              <a:rect b="b" l="l" r="r" t="t"/>
              <a:pathLst>
                <a:path extrusionOk="0" h="9525" w="9524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13"/>
            <p:cNvSpPr/>
            <p:nvPr/>
          </p:nvSpPr>
          <p:spPr>
            <a:xfrm>
              <a:off x="6615387" y="4554534"/>
              <a:ext cx="55600" cy="48649"/>
            </a:xfrm>
            <a:custGeom>
              <a:rect b="b" l="l" r="r" t="t"/>
              <a:pathLst>
                <a:path extrusionOk="0" h="9525" w="10886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13"/>
            <p:cNvSpPr/>
            <p:nvPr/>
          </p:nvSpPr>
          <p:spPr>
            <a:xfrm>
              <a:off x="6552862" y="4554534"/>
              <a:ext cx="62552" cy="48649"/>
            </a:xfrm>
            <a:custGeom>
              <a:rect b="b" l="l" r="r" t="t"/>
              <a:pathLst>
                <a:path extrusionOk="0" h="9525" w="12247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13"/>
            <p:cNvSpPr/>
            <p:nvPr/>
          </p:nvSpPr>
          <p:spPr>
            <a:xfrm>
              <a:off x="6504240" y="4554534"/>
              <a:ext cx="48649" cy="48649"/>
            </a:xfrm>
            <a:custGeom>
              <a:rect b="b" l="l" r="r" t="t"/>
              <a:pathLst>
                <a:path extrusionOk="0" h="9525" w="9525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13"/>
            <p:cNvSpPr/>
            <p:nvPr/>
          </p:nvSpPr>
          <p:spPr>
            <a:xfrm>
              <a:off x="6448669" y="4554534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13"/>
            <p:cNvSpPr/>
            <p:nvPr/>
          </p:nvSpPr>
          <p:spPr>
            <a:xfrm>
              <a:off x="6386148" y="4554534"/>
              <a:ext cx="62546" cy="48649"/>
            </a:xfrm>
            <a:custGeom>
              <a:rect b="b" l="l" r="r" t="t"/>
              <a:pathLst>
                <a:path extrusionOk="0" h="9525" w="12246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13"/>
            <p:cNvSpPr/>
            <p:nvPr/>
          </p:nvSpPr>
          <p:spPr>
            <a:xfrm>
              <a:off x="6337521" y="4554534"/>
              <a:ext cx="48649" cy="48649"/>
            </a:xfrm>
            <a:custGeom>
              <a:rect b="b" l="l" r="r" t="t"/>
              <a:pathLst>
                <a:path extrusionOk="0" h="9525" w="9525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13"/>
            <p:cNvSpPr/>
            <p:nvPr/>
          </p:nvSpPr>
          <p:spPr>
            <a:xfrm>
              <a:off x="6281950" y="4554534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13"/>
            <p:cNvSpPr/>
            <p:nvPr/>
          </p:nvSpPr>
          <p:spPr>
            <a:xfrm>
              <a:off x="6219430" y="4554534"/>
              <a:ext cx="62546" cy="48649"/>
            </a:xfrm>
            <a:custGeom>
              <a:rect b="b" l="l" r="r" t="t"/>
              <a:pathLst>
                <a:path extrusionOk="0" h="9525" w="12246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13"/>
            <p:cNvSpPr/>
            <p:nvPr/>
          </p:nvSpPr>
          <p:spPr>
            <a:xfrm>
              <a:off x="7059967" y="4498958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13"/>
            <p:cNvSpPr/>
            <p:nvPr/>
          </p:nvSpPr>
          <p:spPr>
            <a:xfrm>
              <a:off x="7115543" y="4776825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13"/>
            <p:cNvSpPr/>
            <p:nvPr/>
          </p:nvSpPr>
          <p:spPr>
            <a:xfrm>
              <a:off x="7115543" y="4728197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13"/>
            <p:cNvSpPr/>
            <p:nvPr/>
          </p:nvSpPr>
          <p:spPr>
            <a:xfrm>
              <a:off x="7115543" y="4665677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13"/>
            <p:cNvSpPr/>
            <p:nvPr/>
          </p:nvSpPr>
          <p:spPr>
            <a:xfrm>
              <a:off x="7115543" y="4610106"/>
              <a:ext cx="55595" cy="55595"/>
            </a:xfrm>
            <a:custGeom>
              <a:rect b="b" l="l" r="r" t="t"/>
              <a:pathLst>
                <a:path extrusionOk="0" h="10885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13"/>
            <p:cNvSpPr/>
            <p:nvPr/>
          </p:nvSpPr>
          <p:spPr>
            <a:xfrm>
              <a:off x="7115543" y="4561478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13"/>
            <p:cNvSpPr/>
            <p:nvPr/>
          </p:nvSpPr>
          <p:spPr>
            <a:xfrm>
              <a:off x="7004396" y="4498958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13"/>
            <p:cNvSpPr/>
            <p:nvPr/>
          </p:nvSpPr>
          <p:spPr>
            <a:xfrm>
              <a:off x="6948824" y="4498958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13"/>
            <p:cNvSpPr/>
            <p:nvPr/>
          </p:nvSpPr>
          <p:spPr>
            <a:xfrm>
              <a:off x="6893248" y="4498958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13"/>
            <p:cNvSpPr/>
            <p:nvPr/>
          </p:nvSpPr>
          <p:spPr>
            <a:xfrm>
              <a:off x="6837677" y="4498958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13"/>
            <p:cNvSpPr/>
            <p:nvPr/>
          </p:nvSpPr>
          <p:spPr>
            <a:xfrm>
              <a:off x="6782101" y="4498958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13"/>
            <p:cNvSpPr/>
            <p:nvPr/>
          </p:nvSpPr>
          <p:spPr>
            <a:xfrm>
              <a:off x="6719586" y="4498958"/>
              <a:ext cx="62541" cy="55600"/>
            </a:xfrm>
            <a:custGeom>
              <a:rect b="b" l="l" r="r" t="t"/>
              <a:pathLst>
                <a:path extrusionOk="0" h="10886" w="12245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13"/>
            <p:cNvSpPr/>
            <p:nvPr/>
          </p:nvSpPr>
          <p:spPr>
            <a:xfrm>
              <a:off x="6670963" y="4498958"/>
              <a:ext cx="48644" cy="55600"/>
            </a:xfrm>
            <a:custGeom>
              <a:rect b="b" l="l" r="r" t="t"/>
              <a:pathLst>
                <a:path extrusionOk="0" h="10886" w="9524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13"/>
            <p:cNvSpPr/>
            <p:nvPr/>
          </p:nvSpPr>
          <p:spPr>
            <a:xfrm>
              <a:off x="6615387" y="4498958"/>
              <a:ext cx="55600" cy="55600"/>
            </a:xfrm>
            <a:custGeom>
              <a:rect b="b" l="l" r="r" t="t"/>
              <a:pathLst>
                <a:path extrusionOk="0" h="10886" w="10886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13"/>
            <p:cNvSpPr/>
            <p:nvPr/>
          </p:nvSpPr>
          <p:spPr>
            <a:xfrm>
              <a:off x="6552862" y="4498958"/>
              <a:ext cx="62552" cy="55600"/>
            </a:xfrm>
            <a:custGeom>
              <a:rect b="b" l="l" r="r" t="t"/>
              <a:pathLst>
                <a:path extrusionOk="0" h="10886" w="12247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13"/>
            <p:cNvSpPr/>
            <p:nvPr/>
          </p:nvSpPr>
          <p:spPr>
            <a:xfrm>
              <a:off x="6504240" y="4498958"/>
              <a:ext cx="48649" cy="55600"/>
            </a:xfrm>
            <a:custGeom>
              <a:rect b="b" l="l" r="r" t="t"/>
              <a:pathLst>
                <a:path extrusionOk="0" h="10886" w="9525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13"/>
            <p:cNvSpPr/>
            <p:nvPr/>
          </p:nvSpPr>
          <p:spPr>
            <a:xfrm>
              <a:off x="6448669" y="4498958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13"/>
            <p:cNvSpPr/>
            <p:nvPr/>
          </p:nvSpPr>
          <p:spPr>
            <a:xfrm>
              <a:off x="6386148" y="4498958"/>
              <a:ext cx="62546" cy="55600"/>
            </a:xfrm>
            <a:custGeom>
              <a:rect b="b" l="l" r="r" t="t"/>
              <a:pathLst>
                <a:path extrusionOk="0" h="10886" w="12246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13"/>
            <p:cNvSpPr/>
            <p:nvPr/>
          </p:nvSpPr>
          <p:spPr>
            <a:xfrm>
              <a:off x="6337521" y="4498958"/>
              <a:ext cx="48649" cy="55600"/>
            </a:xfrm>
            <a:custGeom>
              <a:rect b="b" l="l" r="r" t="t"/>
              <a:pathLst>
                <a:path extrusionOk="0" h="10886" w="9525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13"/>
            <p:cNvSpPr/>
            <p:nvPr/>
          </p:nvSpPr>
          <p:spPr>
            <a:xfrm>
              <a:off x="6281950" y="4498958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13"/>
            <p:cNvSpPr/>
            <p:nvPr/>
          </p:nvSpPr>
          <p:spPr>
            <a:xfrm>
              <a:off x="6219430" y="4498958"/>
              <a:ext cx="62546" cy="55600"/>
            </a:xfrm>
            <a:custGeom>
              <a:rect b="b" l="l" r="r" t="t"/>
              <a:pathLst>
                <a:path extrusionOk="0" h="10886" w="12246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13"/>
            <p:cNvSpPr/>
            <p:nvPr/>
          </p:nvSpPr>
          <p:spPr>
            <a:xfrm>
              <a:off x="6552862" y="4436437"/>
              <a:ext cx="62552" cy="62546"/>
            </a:xfrm>
            <a:custGeom>
              <a:rect b="b" l="l" r="r" t="t"/>
              <a:pathLst>
                <a:path extrusionOk="0" h="12246" w="12247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13"/>
            <p:cNvSpPr/>
            <p:nvPr/>
          </p:nvSpPr>
          <p:spPr>
            <a:xfrm>
              <a:off x="6504240" y="4436437"/>
              <a:ext cx="48649" cy="62546"/>
            </a:xfrm>
            <a:custGeom>
              <a:rect b="b" l="l" r="r" t="t"/>
              <a:pathLst>
                <a:path extrusionOk="0" h="12246" w="9525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13"/>
            <p:cNvSpPr/>
            <p:nvPr/>
          </p:nvSpPr>
          <p:spPr>
            <a:xfrm>
              <a:off x="6448669" y="4436437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13"/>
            <p:cNvSpPr/>
            <p:nvPr/>
          </p:nvSpPr>
          <p:spPr>
            <a:xfrm>
              <a:off x="6386148" y="4436437"/>
              <a:ext cx="62546" cy="62546"/>
            </a:xfrm>
            <a:custGeom>
              <a:rect b="b" l="l" r="r" t="t"/>
              <a:pathLst>
                <a:path extrusionOk="0" h="12246" w="12246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13"/>
            <p:cNvSpPr/>
            <p:nvPr/>
          </p:nvSpPr>
          <p:spPr>
            <a:xfrm>
              <a:off x="6337521" y="4436437"/>
              <a:ext cx="48649" cy="62546"/>
            </a:xfrm>
            <a:custGeom>
              <a:rect b="b" l="l" r="r" t="t"/>
              <a:pathLst>
                <a:path extrusionOk="0" h="12246" w="9525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13"/>
            <p:cNvSpPr/>
            <p:nvPr/>
          </p:nvSpPr>
          <p:spPr>
            <a:xfrm>
              <a:off x="6281950" y="4436437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13"/>
            <p:cNvSpPr/>
            <p:nvPr/>
          </p:nvSpPr>
          <p:spPr>
            <a:xfrm>
              <a:off x="6219430" y="4436437"/>
              <a:ext cx="62546" cy="62546"/>
            </a:xfrm>
            <a:custGeom>
              <a:rect b="b" l="l" r="r" t="t"/>
              <a:pathLst>
                <a:path extrusionOk="0" h="12246" w="12246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13"/>
            <p:cNvSpPr/>
            <p:nvPr/>
          </p:nvSpPr>
          <p:spPr>
            <a:xfrm>
              <a:off x="6552862" y="4387810"/>
              <a:ext cx="62552" cy="48649"/>
            </a:xfrm>
            <a:custGeom>
              <a:rect b="b" l="l" r="r" t="t"/>
              <a:pathLst>
                <a:path extrusionOk="0" h="9525" w="12247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13"/>
            <p:cNvSpPr/>
            <p:nvPr/>
          </p:nvSpPr>
          <p:spPr>
            <a:xfrm>
              <a:off x="6504240" y="4387810"/>
              <a:ext cx="48649" cy="48649"/>
            </a:xfrm>
            <a:custGeom>
              <a:rect b="b" l="l" r="r" t="t"/>
              <a:pathLst>
                <a:path extrusionOk="0" h="9525" w="9525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13"/>
            <p:cNvSpPr/>
            <p:nvPr/>
          </p:nvSpPr>
          <p:spPr>
            <a:xfrm>
              <a:off x="6448669" y="4387810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13"/>
            <p:cNvSpPr/>
            <p:nvPr/>
          </p:nvSpPr>
          <p:spPr>
            <a:xfrm>
              <a:off x="6386148" y="4387810"/>
              <a:ext cx="62546" cy="48649"/>
            </a:xfrm>
            <a:custGeom>
              <a:rect b="b" l="l" r="r" t="t"/>
              <a:pathLst>
                <a:path extrusionOk="0" h="9525" w="12246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13"/>
            <p:cNvSpPr/>
            <p:nvPr/>
          </p:nvSpPr>
          <p:spPr>
            <a:xfrm>
              <a:off x="6337521" y="4387810"/>
              <a:ext cx="48649" cy="48649"/>
            </a:xfrm>
            <a:custGeom>
              <a:rect b="b" l="l" r="r" t="t"/>
              <a:pathLst>
                <a:path extrusionOk="0" h="9525" w="9525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13"/>
            <p:cNvSpPr/>
            <p:nvPr/>
          </p:nvSpPr>
          <p:spPr>
            <a:xfrm>
              <a:off x="6281950" y="4387810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13"/>
            <p:cNvSpPr/>
            <p:nvPr/>
          </p:nvSpPr>
          <p:spPr>
            <a:xfrm>
              <a:off x="6219430" y="4387810"/>
              <a:ext cx="62546" cy="48649"/>
            </a:xfrm>
            <a:custGeom>
              <a:rect b="b" l="l" r="r" t="t"/>
              <a:pathLst>
                <a:path extrusionOk="0" h="9525" w="12246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13"/>
            <p:cNvSpPr/>
            <p:nvPr/>
          </p:nvSpPr>
          <p:spPr>
            <a:xfrm>
              <a:off x="6163859" y="4387810"/>
              <a:ext cx="55595" cy="62546"/>
            </a:xfrm>
            <a:custGeom>
              <a:rect b="b" l="l" r="r" t="t"/>
              <a:pathLst>
                <a:path extrusionOk="0" h="12246" w="10885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13"/>
            <p:cNvSpPr/>
            <p:nvPr/>
          </p:nvSpPr>
          <p:spPr>
            <a:xfrm>
              <a:off x="6163859" y="4450330"/>
              <a:ext cx="55595" cy="48649"/>
            </a:xfrm>
            <a:custGeom>
              <a:rect b="b" l="l" r="r" t="t"/>
              <a:pathLst>
                <a:path extrusionOk="0" h="9525" w="10885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13"/>
            <p:cNvSpPr/>
            <p:nvPr/>
          </p:nvSpPr>
          <p:spPr>
            <a:xfrm>
              <a:off x="6163859" y="4498958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13"/>
            <p:cNvSpPr/>
            <p:nvPr/>
          </p:nvSpPr>
          <p:spPr>
            <a:xfrm>
              <a:off x="6163859" y="4554534"/>
              <a:ext cx="55595" cy="55595"/>
            </a:xfrm>
            <a:custGeom>
              <a:rect b="b" l="l" r="r" t="t"/>
              <a:pathLst>
                <a:path extrusionOk="0" h="10885" w="10885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13"/>
            <p:cNvSpPr/>
            <p:nvPr/>
          </p:nvSpPr>
          <p:spPr>
            <a:xfrm>
              <a:off x="6163859" y="4610106"/>
              <a:ext cx="55595" cy="55595"/>
            </a:xfrm>
            <a:custGeom>
              <a:rect b="b" l="l" r="r" t="t"/>
              <a:pathLst>
                <a:path extrusionOk="0" h="10885" w="10885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13"/>
            <p:cNvSpPr/>
            <p:nvPr/>
          </p:nvSpPr>
          <p:spPr>
            <a:xfrm>
              <a:off x="6163859" y="4665677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13"/>
            <p:cNvSpPr/>
            <p:nvPr/>
          </p:nvSpPr>
          <p:spPr>
            <a:xfrm>
              <a:off x="6163859" y="4721253"/>
              <a:ext cx="55595" cy="55595"/>
            </a:xfrm>
            <a:custGeom>
              <a:rect b="b" l="l" r="r" t="t"/>
              <a:pathLst>
                <a:path extrusionOk="0" h="10885" w="10885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13"/>
            <p:cNvSpPr/>
            <p:nvPr/>
          </p:nvSpPr>
          <p:spPr>
            <a:xfrm>
              <a:off x="6163859" y="4776825"/>
              <a:ext cx="55595" cy="55600"/>
            </a:xfrm>
            <a:custGeom>
              <a:rect b="b" l="l" r="r" t="t"/>
              <a:pathLst>
                <a:path extrusionOk="0" h="10886" w="10885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13"/>
            <p:cNvSpPr/>
            <p:nvPr/>
          </p:nvSpPr>
          <p:spPr>
            <a:xfrm>
              <a:off x="6552862" y="4325295"/>
              <a:ext cx="62552" cy="62541"/>
            </a:xfrm>
            <a:custGeom>
              <a:rect b="b" l="l" r="r" t="t"/>
              <a:pathLst>
                <a:path extrusionOk="0" h="12245" w="12247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13"/>
            <p:cNvSpPr/>
            <p:nvPr/>
          </p:nvSpPr>
          <p:spPr>
            <a:xfrm>
              <a:off x="6504240" y="4325295"/>
              <a:ext cx="48649" cy="62541"/>
            </a:xfrm>
            <a:custGeom>
              <a:rect b="b" l="l" r="r" t="t"/>
              <a:pathLst>
                <a:path extrusionOk="0" h="12245" w="9525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13"/>
            <p:cNvSpPr/>
            <p:nvPr/>
          </p:nvSpPr>
          <p:spPr>
            <a:xfrm>
              <a:off x="6448669" y="4325295"/>
              <a:ext cx="55595" cy="62541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13"/>
            <p:cNvSpPr/>
            <p:nvPr/>
          </p:nvSpPr>
          <p:spPr>
            <a:xfrm>
              <a:off x="6386148" y="4325295"/>
              <a:ext cx="62546" cy="62541"/>
            </a:xfrm>
            <a:custGeom>
              <a:rect b="b" l="l" r="r" t="t"/>
              <a:pathLst>
                <a:path extrusionOk="0" h="12245" w="12246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13"/>
            <p:cNvSpPr/>
            <p:nvPr/>
          </p:nvSpPr>
          <p:spPr>
            <a:xfrm>
              <a:off x="6337521" y="4325295"/>
              <a:ext cx="48649" cy="62541"/>
            </a:xfrm>
            <a:custGeom>
              <a:rect b="b" l="l" r="r" t="t"/>
              <a:pathLst>
                <a:path extrusionOk="0" h="12245" w="9525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13"/>
            <p:cNvSpPr/>
            <p:nvPr/>
          </p:nvSpPr>
          <p:spPr>
            <a:xfrm>
              <a:off x="6281950" y="4325295"/>
              <a:ext cx="55595" cy="62541"/>
            </a:xfrm>
            <a:custGeom>
              <a:rect b="b" l="l" r="r" t="t"/>
              <a:pathLst>
                <a:path extrusionOk="0" h="12245" w="10885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13"/>
            <p:cNvSpPr/>
            <p:nvPr/>
          </p:nvSpPr>
          <p:spPr>
            <a:xfrm>
              <a:off x="6219430" y="4325295"/>
              <a:ext cx="62546" cy="62541"/>
            </a:xfrm>
            <a:custGeom>
              <a:rect b="b" l="l" r="r" t="t"/>
              <a:pathLst>
                <a:path extrusionOk="0" h="12245" w="12246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_1">
    <p:bg>
      <p:bgPr>
        <a:solidFill>
          <a:schemeClr val="accent6"/>
        </a:solidFill>
      </p:bgPr>
    </p:bg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p1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2" name="Google Shape;2282;p14"/>
          <p:cNvSpPr txBox="1"/>
          <p:nvPr>
            <p:ph idx="2" type="title"/>
          </p:nvPr>
        </p:nvSpPr>
        <p:spPr>
          <a:xfrm>
            <a:off x="1148450" y="3117600"/>
            <a:ext cx="30888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83" name="Google Shape;2283;p14"/>
          <p:cNvSpPr txBox="1"/>
          <p:nvPr>
            <p:ph idx="1" type="subTitle"/>
          </p:nvPr>
        </p:nvSpPr>
        <p:spPr>
          <a:xfrm>
            <a:off x="1148450" y="3529783"/>
            <a:ext cx="3088800" cy="11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84" name="Google Shape;2284;p14"/>
          <p:cNvSpPr txBox="1"/>
          <p:nvPr>
            <p:ph idx="3" type="title"/>
          </p:nvPr>
        </p:nvSpPr>
        <p:spPr>
          <a:xfrm>
            <a:off x="4906750" y="3117600"/>
            <a:ext cx="30888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85" name="Google Shape;2285;p14"/>
          <p:cNvSpPr txBox="1"/>
          <p:nvPr>
            <p:ph idx="4" type="subTitle"/>
          </p:nvPr>
        </p:nvSpPr>
        <p:spPr>
          <a:xfrm>
            <a:off x="4906750" y="3529795"/>
            <a:ext cx="3088800" cy="11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chemeClr val="accent6"/>
        </a:solidFill>
      </p:bgPr>
    </p:bg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7" name="Google Shape;2287;p15"/>
          <p:cNvGrpSpPr/>
          <p:nvPr/>
        </p:nvGrpSpPr>
        <p:grpSpPr>
          <a:xfrm>
            <a:off x="-98650" y="2037325"/>
            <a:ext cx="9352525" cy="3275625"/>
            <a:chOff x="-98650" y="2037325"/>
            <a:chExt cx="9352525" cy="3275625"/>
          </a:xfrm>
        </p:grpSpPr>
        <p:sp>
          <p:nvSpPr>
            <p:cNvPr id="2288" name="Google Shape;2288;p15"/>
            <p:cNvSpPr/>
            <p:nvPr/>
          </p:nvSpPr>
          <p:spPr>
            <a:xfrm>
              <a:off x="-98650" y="4010850"/>
              <a:ext cx="2523300" cy="5670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15"/>
            <p:cNvSpPr/>
            <p:nvPr/>
          </p:nvSpPr>
          <p:spPr>
            <a:xfrm>
              <a:off x="-98650" y="4584050"/>
              <a:ext cx="2523300" cy="1557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15"/>
            <p:cNvSpPr/>
            <p:nvPr/>
          </p:nvSpPr>
          <p:spPr>
            <a:xfrm>
              <a:off x="-98650" y="4745950"/>
              <a:ext cx="2523300" cy="5670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15"/>
            <p:cNvSpPr/>
            <p:nvPr/>
          </p:nvSpPr>
          <p:spPr>
            <a:xfrm>
              <a:off x="3488175" y="4010850"/>
              <a:ext cx="5765700" cy="5670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15"/>
            <p:cNvSpPr/>
            <p:nvPr/>
          </p:nvSpPr>
          <p:spPr>
            <a:xfrm>
              <a:off x="3488175" y="4584050"/>
              <a:ext cx="5765700" cy="1557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15"/>
            <p:cNvSpPr/>
            <p:nvPr/>
          </p:nvSpPr>
          <p:spPr>
            <a:xfrm>
              <a:off x="3488175" y="4745950"/>
              <a:ext cx="5765700" cy="5670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15"/>
            <p:cNvSpPr/>
            <p:nvPr/>
          </p:nvSpPr>
          <p:spPr>
            <a:xfrm>
              <a:off x="7648575" y="2037325"/>
              <a:ext cx="1031700" cy="1809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15"/>
            <p:cNvSpPr/>
            <p:nvPr/>
          </p:nvSpPr>
          <p:spPr>
            <a:xfrm>
              <a:off x="7648575" y="2218332"/>
              <a:ext cx="1031700" cy="1245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15"/>
            <p:cNvSpPr/>
            <p:nvPr/>
          </p:nvSpPr>
          <p:spPr>
            <a:xfrm>
              <a:off x="7648575" y="2342924"/>
              <a:ext cx="1031700" cy="16680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97" name="Google Shape;2297;p15"/>
          <p:cNvGrpSpPr/>
          <p:nvPr/>
        </p:nvGrpSpPr>
        <p:grpSpPr>
          <a:xfrm>
            <a:off x="1031000" y="3038742"/>
            <a:ext cx="263998" cy="263956"/>
            <a:chOff x="1031000" y="3038742"/>
            <a:chExt cx="263998" cy="263956"/>
          </a:xfrm>
        </p:grpSpPr>
        <p:sp>
          <p:nvSpPr>
            <p:cNvPr id="2298" name="Google Shape;2298;p15"/>
            <p:cNvSpPr/>
            <p:nvPr/>
          </p:nvSpPr>
          <p:spPr>
            <a:xfrm>
              <a:off x="1031000" y="3170721"/>
              <a:ext cx="148521" cy="131977"/>
            </a:xfrm>
            <a:custGeom>
              <a:rect b="b" l="l" r="r" t="t"/>
              <a:pathLst>
                <a:path extrusionOk="0" h="3175" w="3573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15"/>
            <p:cNvSpPr/>
            <p:nvPr/>
          </p:nvSpPr>
          <p:spPr>
            <a:xfrm>
              <a:off x="1031000" y="3038742"/>
              <a:ext cx="148521" cy="132018"/>
            </a:xfrm>
            <a:custGeom>
              <a:rect b="b" l="l" r="r" t="t"/>
              <a:pathLst>
                <a:path extrusionOk="0" h="3176" w="3573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15"/>
            <p:cNvSpPr/>
            <p:nvPr/>
          </p:nvSpPr>
          <p:spPr>
            <a:xfrm>
              <a:off x="1179482" y="3170721"/>
              <a:ext cx="115516" cy="131977"/>
            </a:xfrm>
            <a:custGeom>
              <a:rect b="b" l="l" r="r" t="t"/>
              <a:pathLst>
                <a:path extrusionOk="0" h="3175" w="2779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15"/>
            <p:cNvSpPr/>
            <p:nvPr/>
          </p:nvSpPr>
          <p:spPr>
            <a:xfrm>
              <a:off x="1179482" y="3038742"/>
              <a:ext cx="115516" cy="132018"/>
            </a:xfrm>
            <a:custGeom>
              <a:rect b="b" l="l" r="r" t="t"/>
              <a:pathLst>
                <a:path extrusionOk="0" h="3176" w="2779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2" name="Google Shape;2302;p15"/>
          <p:cNvGrpSpPr/>
          <p:nvPr/>
        </p:nvGrpSpPr>
        <p:grpSpPr>
          <a:xfrm>
            <a:off x="1031000" y="2611917"/>
            <a:ext cx="263998" cy="263956"/>
            <a:chOff x="1031000" y="3038742"/>
            <a:chExt cx="263998" cy="263956"/>
          </a:xfrm>
        </p:grpSpPr>
        <p:sp>
          <p:nvSpPr>
            <p:cNvPr id="2303" name="Google Shape;2303;p15"/>
            <p:cNvSpPr/>
            <p:nvPr/>
          </p:nvSpPr>
          <p:spPr>
            <a:xfrm>
              <a:off x="1031000" y="3170721"/>
              <a:ext cx="148521" cy="131977"/>
            </a:xfrm>
            <a:custGeom>
              <a:rect b="b" l="l" r="r" t="t"/>
              <a:pathLst>
                <a:path extrusionOk="0" h="3175" w="3573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15"/>
            <p:cNvSpPr/>
            <p:nvPr/>
          </p:nvSpPr>
          <p:spPr>
            <a:xfrm>
              <a:off x="1031000" y="3038742"/>
              <a:ext cx="148521" cy="132018"/>
            </a:xfrm>
            <a:custGeom>
              <a:rect b="b" l="l" r="r" t="t"/>
              <a:pathLst>
                <a:path extrusionOk="0" h="3176" w="3573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15"/>
            <p:cNvSpPr/>
            <p:nvPr/>
          </p:nvSpPr>
          <p:spPr>
            <a:xfrm>
              <a:off x="1179482" y="3170721"/>
              <a:ext cx="115516" cy="131977"/>
            </a:xfrm>
            <a:custGeom>
              <a:rect b="b" l="l" r="r" t="t"/>
              <a:pathLst>
                <a:path extrusionOk="0" h="3175" w="2779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15"/>
            <p:cNvSpPr/>
            <p:nvPr/>
          </p:nvSpPr>
          <p:spPr>
            <a:xfrm>
              <a:off x="1179482" y="3038742"/>
              <a:ext cx="115516" cy="132018"/>
            </a:xfrm>
            <a:custGeom>
              <a:rect b="b" l="l" r="r" t="t"/>
              <a:pathLst>
                <a:path extrusionOk="0" h="3176" w="2779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7" name="Google Shape;2307;p15"/>
          <p:cNvGrpSpPr/>
          <p:nvPr/>
        </p:nvGrpSpPr>
        <p:grpSpPr>
          <a:xfrm>
            <a:off x="1031000" y="2185092"/>
            <a:ext cx="263998" cy="263956"/>
            <a:chOff x="1031000" y="3038742"/>
            <a:chExt cx="263998" cy="263956"/>
          </a:xfrm>
        </p:grpSpPr>
        <p:sp>
          <p:nvSpPr>
            <p:cNvPr id="2308" name="Google Shape;2308;p15"/>
            <p:cNvSpPr/>
            <p:nvPr/>
          </p:nvSpPr>
          <p:spPr>
            <a:xfrm>
              <a:off x="1031000" y="3170721"/>
              <a:ext cx="148521" cy="131977"/>
            </a:xfrm>
            <a:custGeom>
              <a:rect b="b" l="l" r="r" t="t"/>
              <a:pathLst>
                <a:path extrusionOk="0" h="3175" w="3573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15"/>
            <p:cNvSpPr/>
            <p:nvPr/>
          </p:nvSpPr>
          <p:spPr>
            <a:xfrm>
              <a:off x="1031000" y="3038742"/>
              <a:ext cx="148521" cy="132018"/>
            </a:xfrm>
            <a:custGeom>
              <a:rect b="b" l="l" r="r" t="t"/>
              <a:pathLst>
                <a:path extrusionOk="0" h="3176" w="3573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15"/>
            <p:cNvSpPr/>
            <p:nvPr/>
          </p:nvSpPr>
          <p:spPr>
            <a:xfrm>
              <a:off x="1179482" y="3170721"/>
              <a:ext cx="115516" cy="131977"/>
            </a:xfrm>
            <a:custGeom>
              <a:rect b="b" l="l" r="r" t="t"/>
              <a:pathLst>
                <a:path extrusionOk="0" h="3175" w="2779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15"/>
            <p:cNvSpPr/>
            <p:nvPr/>
          </p:nvSpPr>
          <p:spPr>
            <a:xfrm>
              <a:off x="1179482" y="3038742"/>
              <a:ext cx="115516" cy="132018"/>
            </a:xfrm>
            <a:custGeom>
              <a:rect b="b" l="l" r="r" t="t"/>
              <a:pathLst>
                <a:path extrusionOk="0" h="3176" w="2779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2" name="Google Shape;2312;p15"/>
          <p:cNvSpPr txBox="1"/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13" name="Google Shape;2313;p15"/>
          <p:cNvSpPr txBox="1"/>
          <p:nvPr>
            <p:ph hasCustomPrompt="1" idx="2" type="title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314" name="Google Shape;2314;p15"/>
          <p:cNvSpPr txBox="1"/>
          <p:nvPr>
            <p:ph idx="1" type="subTitle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bg>
      <p:bgPr>
        <a:solidFill>
          <a:schemeClr val="accent6"/>
        </a:solidFill>
      </p:bgPr>
    </p:bg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16"/>
          <p:cNvSpPr txBox="1"/>
          <p:nvPr>
            <p:ph idx="1" type="body"/>
          </p:nvPr>
        </p:nvSpPr>
        <p:spPr>
          <a:xfrm>
            <a:off x="4959850" y="1974400"/>
            <a:ext cx="3135900" cy="24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rtl="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2pPr>
            <a:lvl3pPr indent="-330200" lvl="2" marL="1371600" rtl="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3pPr>
            <a:lvl4pPr indent="-330200" lvl="3" marL="1828800" rtl="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indent="-330200" lvl="4" marL="2286000" rtl="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indent="-330200" lvl="5" marL="2743200" rtl="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indent="-330200" lvl="6" marL="3200400" rtl="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indent="-330200" lvl="7" marL="3657600" rtl="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indent="-330200" lvl="8" marL="4114800" rtl="0" algn="ctr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17" name="Google Shape;2317;p16"/>
          <p:cNvSpPr txBox="1"/>
          <p:nvPr>
            <p:ph type="title"/>
          </p:nvPr>
        </p:nvSpPr>
        <p:spPr>
          <a:xfrm>
            <a:off x="4959850" y="1183375"/>
            <a:ext cx="3135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TITLE_AND_BODY_1_1_1">
    <p:bg>
      <p:bgPr>
        <a:solidFill>
          <a:schemeClr val="accent6"/>
        </a:solidFill>
      </p:bgPr>
    </p:bg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p1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20" name="Google Shape;2320;p17"/>
          <p:cNvSpPr txBox="1"/>
          <p:nvPr>
            <p:ph idx="2" type="title"/>
          </p:nvPr>
        </p:nvSpPr>
        <p:spPr>
          <a:xfrm>
            <a:off x="770594" y="3117600"/>
            <a:ext cx="22587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21" name="Google Shape;2321;p17"/>
          <p:cNvSpPr txBox="1"/>
          <p:nvPr>
            <p:ph idx="1" type="subTitle"/>
          </p:nvPr>
        </p:nvSpPr>
        <p:spPr>
          <a:xfrm>
            <a:off x="770594" y="3529786"/>
            <a:ext cx="2258700" cy="11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2" name="Google Shape;2322;p17"/>
          <p:cNvSpPr txBox="1"/>
          <p:nvPr>
            <p:ph idx="3" type="title"/>
          </p:nvPr>
        </p:nvSpPr>
        <p:spPr>
          <a:xfrm>
            <a:off x="3442651" y="3117600"/>
            <a:ext cx="22587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23" name="Google Shape;2323;p17"/>
          <p:cNvSpPr txBox="1"/>
          <p:nvPr>
            <p:ph idx="4" type="subTitle"/>
          </p:nvPr>
        </p:nvSpPr>
        <p:spPr>
          <a:xfrm>
            <a:off x="3442651" y="3529797"/>
            <a:ext cx="2258700" cy="11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4" name="Google Shape;2324;p17"/>
          <p:cNvSpPr txBox="1"/>
          <p:nvPr>
            <p:ph idx="5" type="title"/>
          </p:nvPr>
        </p:nvSpPr>
        <p:spPr>
          <a:xfrm>
            <a:off x="6114706" y="3117600"/>
            <a:ext cx="22587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25" name="Google Shape;2325;p17"/>
          <p:cNvSpPr txBox="1"/>
          <p:nvPr>
            <p:ph idx="6" type="subTitle"/>
          </p:nvPr>
        </p:nvSpPr>
        <p:spPr>
          <a:xfrm>
            <a:off x="6114706" y="3529797"/>
            <a:ext cx="2258700" cy="11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bg>
      <p:bgPr>
        <a:solidFill>
          <a:schemeClr val="accent6"/>
        </a:solidFill>
      </p:bgPr>
    </p:bg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7" name="Google Shape;2327;p18"/>
          <p:cNvGrpSpPr/>
          <p:nvPr/>
        </p:nvGrpSpPr>
        <p:grpSpPr>
          <a:xfrm>
            <a:off x="232963" y="174778"/>
            <a:ext cx="1443946" cy="721968"/>
            <a:chOff x="311697" y="-12"/>
            <a:chExt cx="4437449" cy="2218709"/>
          </a:xfrm>
        </p:grpSpPr>
        <p:sp>
          <p:nvSpPr>
            <p:cNvPr id="2328" name="Google Shape;2328;p18"/>
            <p:cNvSpPr/>
            <p:nvPr/>
          </p:nvSpPr>
          <p:spPr>
            <a:xfrm>
              <a:off x="2400974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18"/>
            <p:cNvSpPr/>
            <p:nvPr/>
          </p:nvSpPr>
          <p:spPr>
            <a:xfrm>
              <a:off x="2253074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18"/>
            <p:cNvSpPr/>
            <p:nvPr/>
          </p:nvSpPr>
          <p:spPr>
            <a:xfrm>
              <a:off x="208667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18"/>
            <p:cNvSpPr/>
            <p:nvPr/>
          </p:nvSpPr>
          <p:spPr>
            <a:xfrm>
              <a:off x="195724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18"/>
            <p:cNvSpPr/>
            <p:nvPr/>
          </p:nvSpPr>
          <p:spPr>
            <a:xfrm>
              <a:off x="1790857" y="2070781"/>
              <a:ext cx="166400" cy="147916"/>
            </a:xfrm>
            <a:custGeom>
              <a:rect b="b" l="l" r="r" t="t"/>
              <a:pathLst>
                <a:path extrusionOk="0" h="9523" w="10713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18"/>
            <p:cNvSpPr/>
            <p:nvPr/>
          </p:nvSpPr>
          <p:spPr>
            <a:xfrm>
              <a:off x="164291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18"/>
            <p:cNvSpPr/>
            <p:nvPr/>
          </p:nvSpPr>
          <p:spPr>
            <a:xfrm>
              <a:off x="1513494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18"/>
            <p:cNvSpPr/>
            <p:nvPr/>
          </p:nvSpPr>
          <p:spPr>
            <a:xfrm>
              <a:off x="134709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18"/>
            <p:cNvSpPr/>
            <p:nvPr/>
          </p:nvSpPr>
          <p:spPr>
            <a:xfrm>
              <a:off x="119917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18"/>
            <p:cNvSpPr/>
            <p:nvPr/>
          </p:nvSpPr>
          <p:spPr>
            <a:xfrm>
              <a:off x="1069761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18"/>
            <p:cNvSpPr/>
            <p:nvPr/>
          </p:nvSpPr>
          <p:spPr>
            <a:xfrm>
              <a:off x="903361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18"/>
            <p:cNvSpPr/>
            <p:nvPr/>
          </p:nvSpPr>
          <p:spPr>
            <a:xfrm>
              <a:off x="755430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18"/>
            <p:cNvSpPr/>
            <p:nvPr/>
          </p:nvSpPr>
          <p:spPr>
            <a:xfrm>
              <a:off x="625998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18"/>
            <p:cNvSpPr/>
            <p:nvPr/>
          </p:nvSpPr>
          <p:spPr>
            <a:xfrm>
              <a:off x="2400974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18"/>
            <p:cNvSpPr/>
            <p:nvPr/>
          </p:nvSpPr>
          <p:spPr>
            <a:xfrm>
              <a:off x="225307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18"/>
            <p:cNvSpPr/>
            <p:nvPr/>
          </p:nvSpPr>
          <p:spPr>
            <a:xfrm>
              <a:off x="208667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18"/>
            <p:cNvSpPr/>
            <p:nvPr/>
          </p:nvSpPr>
          <p:spPr>
            <a:xfrm>
              <a:off x="195724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18"/>
            <p:cNvSpPr/>
            <p:nvPr/>
          </p:nvSpPr>
          <p:spPr>
            <a:xfrm>
              <a:off x="1790857" y="192286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18"/>
            <p:cNvSpPr/>
            <p:nvPr/>
          </p:nvSpPr>
          <p:spPr>
            <a:xfrm>
              <a:off x="164291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18"/>
            <p:cNvSpPr/>
            <p:nvPr/>
          </p:nvSpPr>
          <p:spPr>
            <a:xfrm>
              <a:off x="1513494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18"/>
            <p:cNvSpPr/>
            <p:nvPr/>
          </p:nvSpPr>
          <p:spPr>
            <a:xfrm>
              <a:off x="134709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18"/>
            <p:cNvSpPr/>
            <p:nvPr/>
          </p:nvSpPr>
          <p:spPr>
            <a:xfrm>
              <a:off x="119917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18"/>
            <p:cNvSpPr/>
            <p:nvPr/>
          </p:nvSpPr>
          <p:spPr>
            <a:xfrm>
              <a:off x="1069761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18"/>
            <p:cNvSpPr/>
            <p:nvPr/>
          </p:nvSpPr>
          <p:spPr>
            <a:xfrm>
              <a:off x="903361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18"/>
            <p:cNvSpPr/>
            <p:nvPr/>
          </p:nvSpPr>
          <p:spPr>
            <a:xfrm>
              <a:off x="755430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18"/>
            <p:cNvSpPr/>
            <p:nvPr/>
          </p:nvSpPr>
          <p:spPr>
            <a:xfrm>
              <a:off x="625998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18"/>
            <p:cNvSpPr/>
            <p:nvPr/>
          </p:nvSpPr>
          <p:spPr>
            <a:xfrm>
              <a:off x="459598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18"/>
            <p:cNvSpPr/>
            <p:nvPr/>
          </p:nvSpPr>
          <p:spPr>
            <a:xfrm>
              <a:off x="311697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18"/>
            <p:cNvSpPr/>
            <p:nvPr/>
          </p:nvSpPr>
          <p:spPr>
            <a:xfrm>
              <a:off x="2400974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18"/>
            <p:cNvSpPr/>
            <p:nvPr/>
          </p:nvSpPr>
          <p:spPr>
            <a:xfrm>
              <a:off x="225307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18"/>
            <p:cNvSpPr/>
            <p:nvPr/>
          </p:nvSpPr>
          <p:spPr>
            <a:xfrm>
              <a:off x="208667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18"/>
            <p:cNvSpPr/>
            <p:nvPr/>
          </p:nvSpPr>
          <p:spPr>
            <a:xfrm>
              <a:off x="195724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18"/>
            <p:cNvSpPr/>
            <p:nvPr/>
          </p:nvSpPr>
          <p:spPr>
            <a:xfrm>
              <a:off x="1790857" y="175648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18"/>
            <p:cNvSpPr/>
            <p:nvPr/>
          </p:nvSpPr>
          <p:spPr>
            <a:xfrm>
              <a:off x="164291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18"/>
            <p:cNvSpPr/>
            <p:nvPr/>
          </p:nvSpPr>
          <p:spPr>
            <a:xfrm>
              <a:off x="1513494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18"/>
            <p:cNvSpPr/>
            <p:nvPr/>
          </p:nvSpPr>
          <p:spPr>
            <a:xfrm>
              <a:off x="134709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18"/>
            <p:cNvSpPr/>
            <p:nvPr/>
          </p:nvSpPr>
          <p:spPr>
            <a:xfrm>
              <a:off x="119917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18"/>
            <p:cNvSpPr/>
            <p:nvPr/>
          </p:nvSpPr>
          <p:spPr>
            <a:xfrm>
              <a:off x="1069761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18"/>
            <p:cNvSpPr/>
            <p:nvPr/>
          </p:nvSpPr>
          <p:spPr>
            <a:xfrm>
              <a:off x="903361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18"/>
            <p:cNvSpPr/>
            <p:nvPr/>
          </p:nvSpPr>
          <p:spPr>
            <a:xfrm>
              <a:off x="755430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18"/>
            <p:cNvSpPr/>
            <p:nvPr/>
          </p:nvSpPr>
          <p:spPr>
            <a:xfrm>
              <a:off x="625998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18"/>
            <p:cNvSpPr/>
            <p:nvPr/>
          </p:nvSpPr>
          <p:spPr>
            <a:xfrm>
              <a:off x="459598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18"/>
            <p:cNvSpPr/>
            <p:nvPr/>
          </p:nvSpPr>
          <p:spPr>
            <a:xfrm>
              <a:off x="311697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18"/>
            <p:cNvSpPr/>
            <p:nvPr/>
          </p:nvSpPr>
          <p:spPr>
            <a:xfrm>
              <a:off x="2400974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18"/>
            <p:cNvSpPr/>
            <p:nvPr/>
          </p:nvSpPr>
          <p:spPr>
            <a:xfrm>
              <a:off x="225307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18"/>
            <p:cNvSpPr/>
            <p:nvPr/>
          </p:nvSpPr>
          <p:spPr>
            <a:xfrm>
              <a:off x="208667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18"/>
            <p:cNvSpPr/>
            <p:nvPr/>
          </p:nvSpPr>
          <p:spPr>
            <a:xfrm>
              <a:off x="195724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18"/>
            <p:cNvSpPr/>
            <p:nvPr/>
          </p:nvSpPr>
          <p:spPr>
            <a:xfrm>
              <a:off x="1790857" y="162704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18"/>
            <p:cNvSpPr/>
            <p:nvPr/>
          </p:nvSpPr>
          <p:spPr>
            <a:xfrm>
              <a:off x="164291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18"/>
            <p:cNvSpPr/>
            <p:nvPr/>
          </p:nvSpPr>
          <p:spPr>
            <a:xfrm>
              <a:off x="1513494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18"/>
            <p:cNvSpPr/>
            <p:nvPr/>
          </p:nvSpPr>
          <p:spPr>
            <a:xfrm>
              <a:off x="134709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18"/>
            <p:cNvSpPr/>
            <p:nvPr/>
          </p:nvSpPr>
          <p:spPr>
            <a:xfrm>
              <a:off x="119917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18"/>
            <p:cNvSpPr/>
            <p:nvPr/>
          </p:nvSpPr>
          <p:spPr>
            <a:xfrm>
              <a:off x="1069761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18"/>
            <p:cNvSpPr/>
            <p:nvPr/>
          </p:nvSpPr>
          <p:spPr>
            <a:xfrm>
              <a:off x="903361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18"/>
            <p:cNvSpPr/>
            <p:nvPr/>
          </p:nvSpPr>
          <p:spPr>
            <a:xfrm>
              <a:off x="755430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18"/>
            <p:cNvSpPr/>
            <p:nvPr/>
          </p:nvSpPr>
          <p:spPr>
            <a:xfrm>
              <a:off x="625998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18"/>
            <p:cNvSpPr/>
            <p:nvPr/>
          </p:nvSpPr>
          <p:spPr>
            <a:xfrm>
              <a:off x="459598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18"/>
            <p:cNvSpPr/>
            <p:nvPr/>
          </p:nvSpPr>
          <p:spPr>
            <a:xfrm>
              <a:off x="311697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18"/>
            <p:cNvSpPr/>
            <p:nvPr/>
          </p:nvSpPr>
          <p:spPr>
            <a:xfrm>
              <a:off x="2400974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18"/>
            <p:cNvSpPr/>
            <p:nvPr/>
          </p:nvSpPr>
          <p:spPr>
            <a:xfrm>
              <a:off x="225307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18"/>
            <p:cNvSpPr/>
            <p:nvPr/>
          </p:nvSpPr>
          <p:spPr>
            <a:xfrm>
              <a:off x="208667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18"/>
            <p:cNvSpPr/>
            <p:nvPr/>
          </p:nvSpPr>
          <p:spPr>
            <a:xfrm>
              <a:off x="195724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18"/>
            <p:cNvSpPr/>
            <p:nvPr/>
          </p:nvSpPr>
          <p:spPr>
            <a:xfrm>
              <a:off x="1790857" y="1460633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18"/>
            <p:cNvSpPr/>
            <p:nvPr/>
          </p:nvSpPr>
          <p:spPr>
            <a:xfrm>
              <a:off x="164291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18"/>
            <p:cNvSpPr/>
            <p:nvPr/>
          </p:nvSpPr>
          <p:spPr>
            <a:xfrm>
              <a:off x="1513494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18"/>
            <p:cNvSpPr/>
            <p:nvPr/>
          </p:nvSpPr>
          <p:spPr>
            <a:xfrm>
              <a:off x="134709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18"/>
            <p:cNvSpPr/>
            <p:nvPr/>
          </p:nvSpPr>
          <p:spPr>
            <a:xfrm>
              <a:off x="119917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18"/>
            <p:cNvSpPr/>
            <p:nvPr/>
          </p:nvSpPr>
          <p:spPr>
            <a:xfrm>
              <a:off x="1069761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18"/>
            <p:cNvSpPr/>
            <p:nvPr/>
          </p:nvSpPr>
          <p:spPr>
            <a:xfrm>
              <a:off x="903361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18"/>
            <p:cNvSpPr/>
            <p:nvPr/>
          </p:nvSpPr>
          <p:spPr>
            <a:xfrm>
              <a:off x="755430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18"/>
            <p:cNvSpPr/>
            <p:nvPr/>
          </p:nvSpPr>
          <p:spPr>
            <a:xfrm>
              <a:off x="625998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18"/>
            <p:cNvSpPr/>
            <p:nvPr/>
          </p:nvSpPr>
          <p:spPr>
            <a:xfrm>
              <a:off x="459598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18"/>
            <p:cNvSpPr/>
            <p:nvPr/>
          </p:nvSpPr>
          <p:spPr>
            <a:xfrm>
              <a:off x="311697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18"/>
            <p:cNvSpPr/>
            <p:nvPr/>
          </p:nvSpPr>
          <p:spPr>
            <a:xfrm>
              <a:off x="2400974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18"/>
            <p:cNvSpPr/>
            <p:nvPr/>
          </p:nvSpPr>
          <p:spPr>
            <a:xfrm>
              <a:off x="225307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18"/>
            <p:cNvSpPr/>
            <p:nvPr/>
          </p:nvSpPr>
          <p:spPr>
            <a:xfrm>
              <a:off x="208667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18"/>
            <p:cNvSpPr/>
            <p:nvPr/>
          </p:nvSpPr>
          <p:spPr>
            <a:xfrm>
              <a:off x="195724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18"/>
            <p:cNvSpPr/>
            <p:nvPr/>
          </p:nvSpPr>
          <p:spPr>
            <a:xfrm>
              <a:off x="1790857" y="1331201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18"/>
            <p:cNvSpPr/>
            <p:nvPr/>
          </p:nvSpPr>
          <p:spPr>
            <a:xfrm>
              <a:off x="164291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18"/>
            <p:cNvSpPr/>
            <p:nvPr/>
          </p:nvSpPr>
          <p:spPr>
            <a:xfrm>
              <a:off x="1513494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18"/>
            <p:cNvSpPr/>
            <p:nvPr/>
          </p:nvSpPr>
          <p:spPr>
            <a:xfrm>
              <a:off x="134709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18"/>
            <p:cNvSpPr/>
            <p:nvPr/>
          </p:nvSpPr>
          <p:spPr>
            <a:xfrm>
              <a:off x="119917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18"/>
            <p:cNvSpPr/>
            <p:nvPr/>
          </p:nvSpPr>
          <p:spPr>
            <a:xfrm>
              <a:off x="1069761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18"/>
            <p:cNvSpPr/>
            <p:nvPr/>
          </p:nvSpPr>
          <p:spPr>
            <a:xfrm>
              <a:off x="903361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18"/>
            <p:cNvSpPr/>
            <p:nvPr/>
          </p:nvSpPr>
          <p:spPr>
            <a:xfrm>
              <a:off x="755430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18"/>
            <p:cNvSpPr/>
            <p:nvPr/>
          </p:nvSpPr>
          <p:spPr>
            <a:xfrm>
              <a:off x="625998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18"/>
            <p:cNvSpPr/>
            <p:nvPr/>
          </p:nvSpPr>
          <p:spPr>
            <a:xfrm>
              <a:off x="459598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18"/>
            <p:cNvSpPr/>
            <p:nvPr/>
          </p:nvSpPr>
          <p:spPr>
            <a:xfrm>
              <a:off x="2400974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18"/>
            <p:cNvSpPr/>
            <p:nvPr/>
          </p:nvSpPr>
          <p:spPr>
            <a:xfrm>
              <a:off x="2253074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18"/>
            <p:cNvSpPr/>
            <p:nvPr/>
          </p:nvSpPr>
          <p:spPr>
            <a:xfrm>
              <a:off x="208667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18"/>
            <p:cNvSpPr/>
            <p:nvPr/>
          </p:nvSpPr>
          <p:spPr>
            <a:xfrm>
              <a:off x="195724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18"/>
            <p:cNvSpPr/>
            <p:nvPr/>
          </p:nvSpPr>
          <p:spPr>
            <a:xfrm>
              <a:off x="1790857" y="118328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18"/>
            <p:cNvSpPr/>
            <p:nvPr/>
          </p:nvSpPr>
          <p:spPr>
            <a:xfrm>
              <a:off x="164291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18"/>
            <p:cNvSpPr/>
            <p:nvPr/>
          </p:nvSpPr>
          <p:spPr>
            <a:xfrm>
              <a:off x="1513494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18"/>
            <p:cNvSpPr/>
            <p:nvPr/>
          </p:nvSpPr>
          <p:spPr>
            <a:xfrm>
              <a:off x="134709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18"/>
            <p:cNvSpPr/>
            <p:nvPr/>
          </p:nvSpPr>
          <p:spPr>
            <a:xfrm>
              <a:off x="119917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18"/>
            <p:cNvSpPr/>
            <p:nvPr/>
          </p:nvSpPr>
          <p:spPr>
            <a:xfrm>
              <a:off x="1069761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18"/>
            <p:cNvSpPr/>
            <p:nvPr/>
          </p:nvSpPr>
          <p:spPr>
            <a:xfrm>
              <a:off x="903361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18"/>
            <p:cNvSpPr/>
            <p:nvPr/>
          </p:nvSpPr>
          <p:spPr>
            <a:xfrm>
              <a:off x="755430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18"/>
            <p:cNvSpPr/>
            <p:nvPr/>
          </p:nvSpPr>
          <p:spPr>
            <a:xfrm>
              <a:off x="626013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18"/>
            <p:cNvSpPr/>
            <p:nvPr/>
          </p:nvSpPr>
          <p:spPr>
            <a:xfrm>
              <a:off x="2400974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18"/>
            <p:cNvSpPr/>
            <p:nvPr/>
          </p:nvSpPr>
          <p:spPr>
            <a:xfrm>
              <a:off x="2253074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18"/>
            <p:cNvSpPr/>
            <p:nvPr/>
          </p:nvSpPr>
          <p:spPr>
            <a:xfrm>
              <a:off x="208667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18"/>
            <p:cNvSpPr/>
            <p:nvPr/>
          </p:nvSpPr>
          <p:spPr>
            <a:xfrm>
              <a:off x="195724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18"/>
            <p:cNvSpPr/>
            <p:nvPr/>
          </p:nvSpPr>
          <p:spPr>
            <a:xfrm>
              <a:off x="1790857" y="101690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18"/>
            <p:cNvSpPr/>
            <p:nvPr/>
          </p:nvSpPr>
          <p:spPr>
            <a:xfrm>
              <a:off x="164291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18"/>
            <p:cNvSpPr/>
            <p:nvPr/>
          </p:nvSpPr>
          <p:spPr>
            <a:xfrm>
              <a:off x="1513494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18"/>
            <p:cNvSpPr/>
            <p:nvPr/>
          </p:nvSpPr>
          <p:spPr>
            <a:xfrm>
              <a:off x="134709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18"/>
            <p:cNvSpPr/>
            <p:nvPr/>
          </p:nvSpPr>
          <p:spPr>
            <a:xfrm>
              <a:off x="1199178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18"/>
            <p:cNvSpPr/>
            <p:nvPr/>
          </p:nvSpPr>
          <p:spPr>
            <a:xfrm>
              <a:off x="1069761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18"/>
            <p:cNvSpPr/>
            <p:nvPr/>
          </p:nvSpPr>
          <p:spPr>
            <a:xfrm>
              <a:off x="903361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18"/>
            <p:cNvSpPr/>
            <p:nvPr/>
          </p:nvSpPr>
          <p:spPr>
            <a:xfrm>
              <a:off x="755430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18"/>
            <p:cNvSpPr/>
            <p:nvPr/>
          </p:nvSpPr>
          <p:spPr>
            <a:xfrm>
              <a:off x="2400974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18"/>
            <p:cNvSpPr/>
            <p:nvPr/>
          </p:nvSpPr>
          <p:spPr>
            <a:xfrm>
              <a:off x="2253074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18"/>
            <p:cNvSpPr/>
            <p:nvPr/>
          </p:nvSpPr>
          <p:spPr>
            <a:xfrm>
              <a:off x="208667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18"/>
            <p:cNvSpPr/>
            <p:nvPr/>
          </p:nvSpPr>
          <p:spPr>
            <a:xfrm>
              <a:off x="195724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18"/>
            <p:cNvSpPr/>
            <p:nvPr/>
          </p:nvSpPr>
          <p:spPr>
            <a:xfrm>
              <a:off x="1790857" y="88746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18"/>
            <p:cNvSpPr/>
            <p:nvPr/>
          </p:nvSpPr>
          <p:spPr>
            <a:xfrm>
              <a:off x="164291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18"/>
            <p:cNvSpPr/>
            <p:nvPr/>
          </p:nvSpPr>
          <p:spPr>
            <a:xfrm>
              <a:off x="1513494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18"/>
            <p:cNvSpPr/>
            <p:nvPr/>
          </p:nvSpPr>
          <p:spPr>
            <a:xfrm>
              <a:off x="134709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18"/>
            <p:cNvSpPr/>
            <p:nvPr/>
          </p:nvSpPr>
          <p:spPr>
            <a:xfrm>
              <a:off x="1199178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18"/>
            <p:cNvSpPr/>
            <p:nvPr/>
          </p:nvSpPr>
          <p:spPr>
            <a:xfrm>
              <a:off x="1069761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18"/>
            <p:cNvSpPr/>
            <p:nvPr/>
          </p:nvSpPr>
          <p:spPr>
            <a:xfrm>
              <a:off x="903361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18"/>
            <p:cNvSpPr/>
            <p:nvPr/>
          </p:nvSpPr>
          <p:spPr>
            <a:xfrm>
              <a:off x="755430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18"/>
            <p:cNvSpPr/>
            <p:nvPr/>
          </p:nvSpPr>
          <p:spPr>
            <a:xfrm>
              <a:off x="2400974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18"/>
            <p:cNvSpPr/>
            <p:nvPr/>
          </p:nvSpPr>
          <p:spPr>
            <a:xfrm>
              <a:off x="2253074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18"/>
            <p:cNvSpPr/>
            <p:nvPr/>
          </p:nvSpPr>
          <p:spPr>
            <a:xfrm>
              <a:off x="208667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18"/>
            <p:cNvSpPr/>
            <p:nvPr/>
          </p:nvSpPr>
          <p:spPr>
            <a:xfrm>
              <a:off x="195724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18"/>
            <p:cNvSpPr/>
            <p:nvPr/>
          </p:nvSpPr>
          <p:spPr>
            <a:xfrm>
              <a:off x="1790857" y="739552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18"/>
            <p:cNvSpPr/>
            <p:nvPr/>
          </p:nvSpPr>
          <p:spPr>
            <a:xfrm>
              <a:off x="164291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18"/>
            <p:cNvSpPr/>
            <p:nvPr/>
          </p:nvSpPr>
          <p:spPr>
            <a:xfrm>
              <a:off x="1513494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18"/>
            <p:cNvSpPr/>
            <p:nvPr/>
          </p:nvSpPr>
          <p:spPr>
            <a:xfrm>
              <a:off x="134709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18"/>
            <p:cNvSpPr/>
            <p:nvPr/>
          </p:nvSpPr>
          <p:spPr>
            <a:xfrm>
              <a:off x="1199178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18"/>
            <p:cNvSpPr/>
            <p:nvPr/>
          </p:nvSpPr>
          <p:spPr>
            <a:xfrm>
              <a:off x="1069761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18"/>
            <p:cNvSpPr/>
            <p:nvPr/>
          </p:nvSpPr>
          <p:spPr>
            <a:xfrm>
              <a:off x="903361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18"/>
            <p:cNvSpPr/>
            <p:nvPr/>
          </p:nvSpPr>
          <p:spPr>
            <a:xfrm>
              <a:off x="2400974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18"/>
            <p:cNvSpPr/>
            <p:nvPr/>
          </p:nvSpPr>
          <p:spPr>
            <a:xfrm>
              <a:off x="2253074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18"/>
            <p:cNvSpPr/>
            <p:nvPr/>
          </p:nvSpPr>
          <p:spPr>
            <a:xfrm>
              <a:off x="2086674" y="573137"/>
              <a:ext cx="166415" cy="166431"/>
            </a:xfrm>
            <a:custGeom>
              <a:rect b="b" l="l" r="r" t="t"/>
              <a:pathLst>
                <a:path extrusionOk="0" h="10715" w="10714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18"/>
            <p:cNvSpPr/>
            <p:nvPr/>
          </p:nvSpPr>
          <p:spPr>
            <a:xfrm>
              <a:off x="195724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18"/>
            <p:cNvSpPr/>
            <p:nvPr/>
          </p:nvSpPr>
          <p:spPr>
            <a:xfrm>
              <a:off x="1790857" y="573137"/>
              <a:ext cx="166400" cy="166431"/>
            </a:xfrm>
            <a:custGeom>
              <a:rect b="b" l="l" r="r" t="t"/>
              <a:pathLst>
                <a:path extrusionOk="0" h="10715" w="10713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18"/>
            <p:cNvSpPr/>
            <p:nvPr/>
          </p:nvSpPr>
          <p:spPr>
            <a:xfrm>
              <a:off x="164291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18"/>
            <p:cNvSpPr/>
            <p:nvPr/>
          </p:nvSpPr>
          <p:spPr>
            <a:xfrm>
              <a:off x="1513494" y="573137"/>
              <a:ext cx="129432" cy="166431"/>
            </a:xfrm>
            <a:custGeom>
              <a:rect b="b" l="l" r="r" t="t"/>
              <a:pathLst>
                <a:path extrusionOk="0" h="10715" w="8333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18"/>
            <p:cNvSpPr/>
            <p:nvPr/>
          </p:nvSpPr>
          <p:spPr>
            <a:xfrm>
              <a:off x="2400974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18"/>
            <p:cNvSpPr/>
            <p:nvPr/>
          </p:nvSpPr>
          <p:spPr>
            <a:xfrm>
              <a:off x="2253074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18"/>
            <p:cNvSpPr/>
            <p:nvPr/>
          </p:nvSpPr>
          <p:spPr>
            <a:xfrm>
              <a:off x="2086674" y="443705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18"/>
            <p:cNvSpPr/>
            <p:nvPr/>
          </p:nvSpPr>
          <p:spPr>
            <a:xfrm>
              <a:off x="195724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18"/>
            <p:cNvSpPr/>
            <p:nvPr/>
          </p:nvSpPr>
          <p:spPr>
            <a:xfrm>
              <a:off x="1790857" y="443705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18"/>
            <p:cNvSpPr/>
            <p:nvPr/>
          </p:nvSpPr>
          <p:spPr>
            <a:xfrm>
              <a:off x="164291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18"/>
            <p:cNvSpPr/>
            <p:nvPr/>
          </p:nvSpPr>
          <p:spPr>
            <a:xfrm>
              <a:off x="1513494" y="443705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18"/>
            <p:cNvSpPr/>
            <p:nvPr/>
          </p:nvSpPr>
          <p:spPr>
            <a:xfrm>
              <a:off x="2400974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18"/>
            <p:cNvSpPr/>
            <p:nvPr/>
          </p:nvSpPr>
          <p:spPr>
            <a:xfrm>
              <a:off x="2253074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18"/>
            <p:cNvSpPr/>
            <p:nvPr/>
          </p:nvSpPr>
          <p:spPr>
            <a:xfrm>
              <a:off x="2086674" y="27732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18"/>
            <p:cNvSpPr/>
            <p:nvPr/>
          </p:nvSpPr>
          <p:spPr>
            <a:xfrm>
              <a:off x="195724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18"/>
            <p:cNvSpPr/>
            <p:nvPr/>
          </p:nvSpPr>
          <p:spPr>
            <a:xfrm>
              <a:off x="1790857" y="27732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18"/>
            <p:cNvSpPr/>
            <p:nvPr/>
          </p:nvSpPr>
          <p:spPr>
            <a:xfrm>
              <a:off x="164291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18"/>
            <p:cNvSpPr/>
            <p:nvPr/>
          </p:nvSpPr>
          <p:spPr>
            <a:xfrm>
              <a:off x="2400974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18"/>
            <p:cNvSpPr/>
            <p:nvPr/>
          </p:nvSpPr>
          <p:spPr>
            <a:xfrm>
              <a:off x="2253074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18"/>
            <p:cNvSpPr/>
            <p:nvPr/>
          </p:nvSpPr>
          <p:spPr>
            <a:xfrm>
              <a:off x="2086674" y="129404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18"/>
            <p:cNvSpPr/>
            <p:nvPr/>
          </p:nvSpPr>
          <p:spPr>
            <a:xfrm>
              <a:off x="195724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18"/>
            <p:cNvSpPr/>
            <p:nvPr/>
          </p:nvSpPr>
          <p:spPr>
            <a:xfrm>
              <a:off x="1790857" y="129404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18"/>
            <p:cNvSpPr/>
            <p:nvPr/>
          </p:nvSpPr>
          <p:spPr>
            <a:xfrm>
              <a:off x="2400974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18"/>
            <p:cNvSpPr/>
            <p:nvPr/>
          </p:nvSpPr>
          <p:spPr>
            <a:xfrm>
              <a:off x="2253074" y="-12"/>
              <a:ext cx="147916" cy="129432"/>
            </a:xfrm>
            <a:custGeom>
              <a:rect b="b" l="l" r="r" t="t"/>
              <a:pathLst>
                <a:path extrusionOk="0" h="8333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18"/>
            <p:cNvSpPr/>
            <p:nvPr/>
          </p:nvSpPr>
          <p:spPr>
            <a:xfrm>
              <a:off x="2086674" y="-12"/>
              <a:ext cx="166415" cy="129432"/>
            </a:xfrm>
            <a:custGeom>
              <a:rect b="b" l="l" r="r" t="t"/>
              <a:pathLst>
                <a:path extrusionOk="0" h="8333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18"/>
            <p:cNvSpPr/>
            <p:nvPr/>
          </p:nvSpPr>
          <p:spPr>
            <a:xfrm>
              <a:off x="195724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18"/>
            <p:cNvSpPr/>
            <p:nvPr/>
          </p:nvSpPr>
          <p:spPr>
            <a:xfrm>
              <a:off x="253040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18"/>
            <p:cNvSpPr/>
            <p:nvPr/>
          </p:nvSpPr>
          <p:spPr>
            <a:xfrm>
              <a:off x="267832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18"/>
            <p:cNvSpPr/>
            <p:nvPr/>
          </p:nvSpPr>
          <p:spPr>
            <a:xfrm>
              <a:off x="2807755" y="2070781"/>
              <a:ext cx="166431" cy="147916"/>
            </a:xfrm>
            <a:custGeom>
              <a:rect b="b" l="l" r="r" t="t"/>
              <a:pathLst>
                <a:path extrusionOk="0" h="9523" w="10715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18"/>
            <p:cNvSpPr/>
            <p:nvPr/>
          </p:nvSpPr>
          <p:spPr>
            <a:xfrm>
              <a:off x="297417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18"/>
            <p:cNvSpPr/>
            <p:nvPr/>
          </p:nvSpPr>
          <p:spPr>
            <a:xfrm>
              <a:off x="312208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18"/>
            <p:cNvSpPr/>
            <p:nvPr/>
          </p:nvSpPr>
          <p:spPr>
            <a:xfrm>
              <a:off x="326998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18"/>
            <p:cNvSpPr/>
            <p:nvPr/>
          </p:nvSpPr>
          <p:spPr>
            <a:xfrm>
              <a:off x="341790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18"/>
            <p:cNvSpPr/>
            <p:nvPr/>
          </p:nvSpPr>
          <p:spPr>
            <a:xfrm>
              <a:off x="3565818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18"/>
            <p:cNvSpPr/>
            <p:nvPr/>
          </p:nvSpPr>
          <p:spPr>
            <a:xfrm>
              <a:off x="3713719" y="2070781"/>
              <a:ext cx="147963" cy="147916"/>
            </a:xfrm>
            <a:custGeom>
              <a:rect b="b" l="l" r="r" t="t"/>
              <a:pathLst>
                <a:path extrusionOk="0" h="9523" w="9526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18"/>
            <p:cNvSpPr/>
            <p:nvPr/>
          </p:nvSpPr>
          <p:spPr>
            <a:xfrm>
              <a:off x="386166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18"/>
            <p:cNvSpPr/>
            <p:nvPr/>
          </p:nvSpPr>
          <p:spPr>
            <a:xfrm>
              <a:off x="400956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18"/>
            <p:cNvSpPr/>
            <p:nvPr/>
          </p:nvSpPr>
          <p:spPr>
            <a:xfrm>
              <a:off x="415748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18"/>
            <p:cNvSpPr/>
            <p:nvPr/>
          </p:nvSpPr>
          <p:spPr>
            <a:xfrm>
              <a:off x="430539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18"/>
            <p:cNvSpPr/>
            <p:nvPr/>
          </p:nvSpPr>
          <p:spPr>
            <a:xfrm>
              <a:off x="253040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18"/>
            <p:cNvSpPr/>
            <p:nvPr/>
          </p:nvSpPr>
          <p:spPr>
            <a:xfrm>
              <a:off x="267832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18"/>
            <p:cNvSpPr/>
            <p:nvPr/>
          </p:nvSpPr>
          <p:spPr>
            <a:xfrm>
              <a:off x="2807755" y="192286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18"/>
            <p:cNvSpPr/>
            <p:nvPr/>
          </p:nvSpPr>
          <p:spPr>
            <a:xfrm>
              <a:off x="297417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18"/>
            <p:cNvSpPr/>
            <p:nvPr/>
          </p:nvSpPr>
          <p:spPr>
            <a:xfrm>
              <a:off x="312208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18"/>
            <p:cNvSpPr/>
            <p:nvPr/>
          </p:nvSpPr>
          <p:spPr>
            <a:xfrm>
              <a:off x="326998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18"/>
            <p:cNvSpPr/>
            <p:nvPr/>
          </p:nvSpPr>
          <p:spPr>
            <a:xfrm>
              <a:off x="341790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18"/>
            <p:cNvSpPr/>
            <p:nvPr/>
          </p:nvSpPr>
          <p:spPr>
            <a:xfrm>
              <a:off x="3565818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18"/>
            <p:cNvSpPr/>
            <p:nvPr/>
          </p:nvSpPr>
          <p:spPr>
            <a:xfrm>
              <a:off x="3713719" y="192286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18"/>
            <p:cNvSpPr/>
            <p:nvPr/>
          </p:nvSpPr>
          <p:spPr>
            <a:xfrm>
              <a:off x="386166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18"/>
            <p:cNvSpPr/>
            <p:nvPr/>
          </p:nvSpPr>
          <p:spPr>
            <a:xfrm>
              <a:off x="400956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18"/>
            <p:cNvSpPr/>
            <p:nvPr/>
          </p:nvSpPr>
          <p:spPr>
            <a:xfrm>
              <a:off x="415748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18"/>
            <p:cNvSpPr/>
            <p:nvPr/>
          </p:nvSpPr>
          <p:spPr>
            <a:xfrm>
              <a:off x="430539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18"/>
            <p:cNvSpPr/>
            <p:nvPr/>
          </p:nvSpPr>
          <p:spPr>
            <a:xfrm>
              <a:off x="445331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18"/>
            <p:cNvSpPr/>
            <p:nvPr/>
          </p:nvSpPr>
          <p:spPr>
            <a:xfrm>
              <a:off x="4601215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18"/>
            <p:cNvSpPr/>
            <p:nvPr/>
          </p:nvSpPr>
          <p:spPr>
            <a:xfrm>
              <a:off x="253040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18"/>
            <p:cNvSpPr/>
            <p:nvPr/>
          </p:nvSpPr>
          <p:spPr>
            <a:xfrm>
              <a:off x="267832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18"/>
            <p:cNvSpPr/>
            <p:nvPr/>
          </p:nvSpPr>
          <p:spPr>
            <a:xfrm>
              <a:off x="2807755" y="175648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18"/>
            <p:cNvSpPr/>
            <p:nvPr/>
          </p:nvSpPr>
          <p:spPr>
            <a:xfrm>
              <a:off x="297417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18"/>
            <p:cNvSpPr/>
            <p:nvPr/>
          </p:nvSpPr>
          <p:spPr>
            <a:xfrm>
              <a:off x="312208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18"/>
            <p:cNvSpPr/>
            <p:nvPr/>
          </p:nvSpPr>
          <p:spPr>
            <a:xfrm>
              <a:off x="326998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18"/>
            <p:cNvSpPr/>
            <p:nvPr/>
          </p:nvSpPr>
          <p:spPr>
            <a:xfrm>
              <a:off x="341790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18"/>
            <p:cNvSpPr/>
            <p:nvPr/>
          </p:nvSpPr>
          <p:spPr>
            <a:xfrm>
              <a:off x="3565818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18"/>
            <p:cNvSpPr/>
            <p:nvPr/>
          </p:nvSpPr>
          <p:spPr>
            <a:xfrm>
              <a:off x="3713719" y="175648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18"/>
            <p:cNvSpPr/>
            <p:nvPr/>
          </p:nvSpPr>
          <p:spPr>
            <a:xfrm>
              <a:off x="386166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18"/>
            <p:cNvSpPr/>
            <p:nvPr/>
          </p:nvSpPr>
          <p:spPr>
            <a:xfrm>
              <a:off x="400956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18"/>
            <p:cNvSpPr/>
            <p:nvPr/>
          </p:nvSpPr>
          <p:spPr>
            <a:xfrm>
              <a:off x="415748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18"/>
            <p:cNvSpPr/>
            <p:nvPr/>
          </p:nvSpPr>
          <p:spPr>
            <a:xfrm>
              <a:off x="430539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18"/>
            <p:cNvSpPr/>
            <p:nvPr/>
          </p:nvSpPr>
          <p:spPr>
            <a:xfrm>
              <a:off x="445331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18"/>
            <p:cNvSpPr/>
            <p:nvPr/>
          </p:nvSpPr>
          <p:spPr>
            <a:xfrm>
              <a:off x="4601215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18"/>
            <p:cNvSpPr/>
            <p:nvPr/>
          </p:nvSpPr>
          <p:spPr>
            <a:xfrm>
              <a:off x="253040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18"/>
            <p:cNvSpPr/>
            <p:nvPr/>
          </p:nvSpPr>
          <p:spPr>
            <a:xfrm>
              <a:off x="267832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18"/>
            <p:cNvSpPr/>
            <p:nvPr/>
          </p:nvSpPr>
          <p:spPr>
            <a:xfrm>
              <a:off x="2807755" y="162704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18"/>
            <p:cNvSpPr/>
            <p:nvPr/>
          </p:nvSpPr>
          <p:spPr>
            <a:xfrm>
              <a:off x="297417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18"/>
            <p:cNvSpPr/>
            <p:nvPr/>
          </p:nvSpPr>
          <p:spPr>
            <a:xfrm>
              <a:off x="312208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18"/>
            <p:cNvSpPr/>
            <p:nvPr/>
          </p:nvSpPr>
          <p:spPr>
            <a:xfrm>
              <a:off x="326998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18"/>
            <p:cNvSpPr/>
            <p:nvPr/>
          </p:nvSpPr>
          <p:spPr>
            <a:xfrm>
              <a:off x="341790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18"/>
            <p:cNvSpPr/>
            <p:nvPr/>
          </p:nvSpPr>
          <p:spPr>
            <a:xfrm>
              <a:off x="3565818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18"/>
            <p:cNvSpPr/>
            <p:nvPr/>
          </p:nvSpPr>
          <p:spPr>
            <a:xfrm>
              <a:off x="3713719" y="162704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18"/>
            <p:cNvSpPr/>
            <p:nvPr/>
          </p:nvSpPr>
          <p:spPr>
            <a:xfrm>
              <a:off x="386166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18"/>
            <p:cNvSpPr/>
            <p:nvPr/>
          </p:nvSpPr>
          <p:spPr>
            <a:xfrm>
              <a:off x="400956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18"/>
            <p:cNvSpPr/>
            <p:nvPr/>
          </p:nvSpPr>
          <p:spPr>
            <a:xfrm>
              <a:off x="415748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18"/>
            <p:cNvSpPr/>
            <p:nvPr/>
          </p:nvSpPr>
          <p:spPr>
            <a:xfrm>
              <a:off x="430539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18"/>
            <p:cNvSpPr/>
            <p:nvPr/>
          </p:nvSpPr>
          <p:spPr>
            <a:xfrm>
              <a:off x="445331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18"/>
            <p:cNvSpPr/>
            <p:nvPr/>
          </p:nvSpPr>
          <p:spPr>
            <a:xfrm>
              <a:off x="4601215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18"/>
            <p:cNvSpPr/>
            <p:nvPr/>
          </p:nvSpPr>
          <p:spPr>
            <a:xfrm>
              <a:off x="253040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18"/>
            <p:cNvSpPr/>
            <p:nvPr/>
          </p:nvSpPr>
          <p:spPr>
            <a:xfrm>
              <a:off x="267832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18"/>
            <p:cNvSpPr/>
            <p:nvPr/>
          </p:nvSpPr>
          <p:spPr>
            <a:xfrm>
              <a:off x="2807755" y="1460633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18"/>
            <p:cNvSpPr/>
            <p:nvPr/>
          </p:nvSpPr>
          <p:spPr>
            <a:xfrm>
              <a:off x="297417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18"/>
            <p:cNvSpPr/>
            <p:nvPr/>
          </p:nvSpPr>
          <p:spPr>
            <a:xfrm>
              <a:off x="312208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18"/>
            <p:cNvSpPr/>
            <p:nvPr/>
          </p:nvSpPr>
          <p:spPr>
            <a:xfrm>
              <a:off x="326998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18"/>
            <p:cNvSpPr/>
            <p:nvPr/>
          </p:nvSpPr>
          <p:spPr>
            <a:xfrm>
              <a:off x="341790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18"/>
            <p:cNvSpPr/>
            <p:nvPr/>
          </p:nvSpPr>
          <p:spPr>
            <a:xfrm>
              <a:off x="3565818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18"/>
            <p:cNvSpPr/>
            <p:nvPr/>
          </p:nvSpPr>
          <p:spPr>
            <a:xfrm>
              <a:off x="3713719" y="1460633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18"/>
            <p:cNvSpPr/>
            <p:nvPr/>
          </p:nvSpPr>
          <p:spPr>
            <a:xfrm>
              <a:off x="386166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18"/>
            <p:cNvSpPr/>
            <p:nvPr/>
          </p:nvSpPr>
          <p:spPr>
            <a:xfrm>
              <a:off x="400956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18"/>
            <p:cNvSpPr/>
            <p:nvPr/>
          </p:nvSpPr>
          <p:spPr>
            <a:xfrm>
              <a:off x="415748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18"/>
            <p:cNvSpPr/>
            <p:nvPr/>
          </p:nvSpPr>
          <p:spPr>
            <a:xfrm>
              <a:off x="430539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18"/>
            <p:cNvSpPr/>
            <p:nvPr/>
          </p:nvSpPr>
          <p:spPr>
            <a:xfrm>
              <a:off x="445331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18"/>
            <p:cNvSpPr/>
            <p:nvPr/>
          </p:nvSpPr>
          <p:spPr>
            <a:xfrm>
              <a:off x="4601215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18"/>
            <p:cNvSpPr/>
            <p:nvPr/>
          </p:nvSpPr>
          <p:spPr>
            <a:xfrm>
              <a:off x="253040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18"/>
            <p:cNvSpPr/>
            <p:nvPr/>
          </p:nvSpPr>
          <p:spPr>
            <a:xfrm>
              <a:off x="267832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18"/>
            <p:cNvSpPr/>
            <p:nvPr/>
          </p:nvSpPr>
          <p:spPr>
            <a:xfrm>
              <a:off x="2807755" y="1331201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18"/>
            <p:cNvSpPr/>
            <p:nvPr/>
          </p:nvSpPr>
          <p:spPr>
            <a:xfrm>
              <a:off x="297417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18"/>
            <p:cNvSpPr/>
            <p:nvPr/>
          </p:nvSpPr>
          <p:spPr>
            <a:xfrm>
              <a:off x="312208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18"/>
            <p:cNvSpPr/>
            <p:nvPr/>
          </p:nvSpPr>
          <p:spPr>
            <a:xfrm>
              <a:off x="326998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18"/>
            <p:cNvSpPr/>
            <p:nvPr/>
          </p:nvSpPr>
          <p:spPr>
            <a:xfrm>
              <a:off x="341790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18"/>
            <p:cNvSpPr/>
            <p:nvPr/>
          </p:nvSpPr>
          <p:spPr>
            <a:xfrm>
              <a:off x="3565818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18"/>
            <p:cNvSpPr/>
            <p:nvPr/>
          </p:nvSpPr>
          <p:spPr>
            <a:xfrm>
              <a:off x="3713719" y="1331201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18"/>
            <p:cNvSpPr/>
            <p:nvPr/>
          </p:nvSpPr>
          <p:spPr>
            <a:xfrm>
              <a:off x="386166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18"/>
            <p:cNvSpPr/>
            <p:nvPr/>
          </p:nvSpPr>
          <p:spPr>
            <a:xfrm>
              <a:off x="400956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18"/>
            <p:cNvSpPr/>
            <p:nvPr/>
          </p:nvSpPr>
          <p:spPr>
            <a:xfrm>
              <a:off x="415748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18"/>
            <p:cNvSpPr/>
            <p:nvPr/>
          </p:nvSpPr>
          <p:spPr>
            <a:xfrm>
              <a:off x="430539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18"/>
            <p:cNvSpPr/>
            <p:nvPr/>
          </p:nvSpPr>
          <p:spPr>
            <a:xfrm>
              <a:off x="445331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18"/>
            <p:cNvSpPr/>
            <p:nvPr/>
          </p:nvSpPr>
          <p:spPr>
            <a:xfrm>
              <a:off x="4601215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18"/>
            <p:cNvSpPr/>
            <p:nvPr/>
          </p:nvSpPr>
          <p:spPr>
            <a:xfrm>
              <a:off x="253040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18"/>
            <p:cNvSpPr/>
            <p:nvPr/>
          </p:nvSpPr>
          <p:spPr>
            <a:xfrm>
              <a:off x="267832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18"/>
            <p:cNvSpPr/>
            <p:nvPr/>
          </p:nvSpPr>
          <p:spPr>
            <a:xfrm>
              <a:off x="2807755" y="118328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18"/>
            <p:cNvSpPr/>
            <p:nvPr/>
          </p:nvSpPr>
          <p:spPr>
            <a:xfrm>
              <a:off x="297417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18"/>
            <p:cNvSpPr/>
            <p:nvPr/>
          </p:nvSpPr>
          <p:spPr>
            <a:xfrm>
              <a:off x="312208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18"/>
            <p:cNvSpPr/>
            <p:nvPr/>
          </p:nvSpPr>
          <p:spPr>
            <a:xfrm>
              <a:off x="326998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18"/>
            <p:cNvSpPr/>
            <p:nvPr/>
          </p:nvSpPr>
          <p:spPr>
            <a:xfrm>
              <a:off x="341790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18"/>
            <p:cNvSpPr/>
            <p:nvPr/>
          </p:nvSpPr>
          <p:spPr>
            <a:xfrm>
              <a:off x="3565818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18"/>
            <p:cNvSpPr/>
            <p:nvPr/>
          </p:nvSpPr>
          <p:spPr>
            <a:xfrm>
              <a:off x="3713719" y="118328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18"/>
            <p:cNvSpPr/>
            <p:nvPr/>
          </p:nvSpPr>
          <p:spPr>
            <a:xfrm>
              <a:off x="386166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18"/>
            <p:cNvSpPr/>
            <p:nvPr/>
          </p:nvSpPr>
          <p:spPr>
            <a:xfrm>
              <a:off x="400956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18"/>
            <p:cNvSpPr/>
            <p:nvPr/>
          </p:nvSpPr>
          <p:spPr>
            <a:xfrm>
              <a:off x="415748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18"/>
            <p:cNvSpPr/>
            <p:nvPr/>
          </p:nvSpPr>
          <p:spPr>
            <a:xfrm>
              <a:off x="430539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18"/>
            <p:cNvSpPr/>
            <p:nvPr/>
          </p:nvSpPr>
          <p:spPr>
            <a:xfrm>
              <a:off x="253040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18"/>
            <p:cNvSpPr/>
            <p:nvPr/>
          </p:nvSpPr>
          <p:spPr>
            <a:xfrm>
              <a:off x="267832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18"/>
            <p:cNvSpPr/>
            <p:nvPr/>
          </p:nvSpPr>
          <p:spPr>
            <a:xfrm>
              <a:off x="2807755" y="101690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18"/>
            <p:cNvSpPr/>
            <p:nvPr/>
          </p:nvSpPr>
          <p:spPr>
            <a:xfrm>
              <a:off x="297417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18"/>
            <p:cNvSpPr/>
            <p:nvPr/>
          </p:nvSpPr>
          <p:spPr>
            <a:xfrm>
              <a:off x="312208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18"/>
            <p:cNvSpPr/>
            <p:nvPr/>
          </p:nvSpPr>
          <p:spPr>
            <a:xfrm>
              <a:off x="326998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18"/>
            <p:cNvSpPr/>
            <p:nvPr/>
          </p:nvSpPr>
          <p:spPr>
            <a:xfrm>
              <a:off x="341790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18"/>
            <p:cNvSpPr/>
            <p:nvPr/>
          </p:nvSpPr>
          <p:spPr>
            <a:xfrm>
              <a:off x="3565818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18"/>
            <p:cNvSpPr/>
            <p:nvPr/>
          </p:nvSpPr>
          <p:spPr>
            <a:xfrm>
              <a:off x="3713719" y="101690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18"/>
            <p:cNvSpPr/>
            <p:nvPr/>
          </p:nvSpPr>
          <p:spPr>
            <a:xfrm>
              <a:off x="386166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18"/>
            <p:cNvSpPr/>
            <p:nvPr/>
          </p:nvSpPr>
          <p:spPr>
            <a:xfrm>
              <a:off x="400956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18"/>
            <p:cNvSpPr/>
            <p:nvPr/>
          </p:nvSpPr>
          <p:spPr>
            <a:xfrm>
              <a:off x="415748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18"/>
            <p:cNvSpPr/>
            <p:nvPr/>
          </p:nvSpPr>
          <p:spPr>
            <a:xfrm>
              <a:off x="253040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18"/>
            <p:cNvSpPr/>
            <p:nvPr/>
          </p:nvSpPr>
          <p:spPr>
            <a:xfrm>
              <a:off x="267832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18"/>
            <p:cNvSpPr/>
            <p:nvPr/>
          </p:nvSpPr>
          <p:spPr>
            <a:xfrm>
              <a:off x="2807755" y="88746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18"/>
            <p:cNvSpPr/>
            <p:nvPr/>
          </p:nvSpPr>
          <p:spPr>
            <a:xfrm>
              <a:off x="297417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18"/>
            <p:cNvSpPr/>
            <p:nvPr/>
          </p:nvSpPr>
          <p:spPr>
            <a:xfrm>
              <a:off x="312208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18"/>
            <p:cNvSpPr/>
            <p:nvPr/>
          </p:nvSpPr>
          <p:spPr>
            <a:xfrm>
              <a:off x="326998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18"/>
            <p:cNvSpPr/>
            <p:nvPr/>
          </p:nvSpPr>
          <p:spPr>
            <a:xfrm>
              <a:off x="341790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18"/>
            <p:cNvSpPr/>
            <p:nvPr/>
          </p:nvSpPr>
          <p:spPr>
            <a:xfrm>
              <a:off x="3565818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18"/>
            <p:cNvSpPr/>
            <p:nvPr/>
          </p:nvSpPr>
          <p:spPr>
            <a:xfrm>
              <a:off x="3713719" y="88746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18"/>
            <p:cNvSpPr/>
            <p:nvPr/>
          </p:nvSpPr>
          <p:spPr>
            <a:xfrm>
              <a:off x="386166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18"/>
            <p:cNvSpPr/>
            <p:nvPr/>
          </p:nvSpPr>
          <p:spPr>
            <a:xfrm>
              <a:off x="400956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18"/>
            <p:cNvSpPr/>
            <p:nvPr/>
          </p:nvSpPr>
          <p:spPr>
            <a:xfrm>
              <a:off x="415748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18"/>
            <p:cNvSpPr/>
            <p:nvPr/>
          </p:nvSpPr>
          <p:spPr>
            <a:xfrm>
              <a:off x="253040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18"/>
            <p:cNvSpPr/>
            <p:nvPr/>
          </p:nvSpPr>
          <p:spPr>
            <a:xfrm>
              <a:off x="267832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18"/>
            <p:cNvSpPr/>
            <p:nvPr/>
          </p:nvSpPr>
          <p:spPr>
            <a:xfrm>
              <a:off x="2807755" y="739552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18"/>
            <p:cNvSpPr/>
            <p:nvPr/>
          </p:nvSpPr>
          <p:spPr>
            <a:xfrm>
              <a:off x="297417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18"/>
            <p:cNvSpPr/>
            <p:nvPr/>
          </p:nvSpPr>
          <p:spPr>
            <a:xfrm>
              <a:off x="312208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18"/>
            <p:cNvSpPr/>
            <p:nvPr/>
          </p:nvSpPr>
          <p:spPr>
            <a:xfrm>
              <a:off x="326998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18"/>
            <p:cNvSpPr/>
            <p:nvPr/>
          </p:nvSpPr>
          <p:spPr>
            <a:xfrm>
              <a:off x="3417902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18"/>
            <p:cNvSpPr/>
            <p:nvPr/>
          </p:nvSpPr>
          <p:spPr>
            <a:xfrm>
              <a:off x="3565818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18"/>
            <p:cNvSpPr/>
            <p:nvPr/>
          </p:nvSpPr>
          <p:spPr>
            <a:xfrm>
              <a:off x="3713719" y="739552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18"/>
            <p:cNvSpPr/>
            <p:nvPr/>
          </p:nvSpPr>
          <p:spPr>
            <a:xfrm>
              <a:off x="386166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18"/>
            <p:cNvSpPr/>
            <p:nvPr/>
          </p:nvSpPr>
          <p:spPr>
            <a:xfrm>
              <a:off x="400956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18"/>
            <p:cNvSpPr/>
            <p:nvPr/>
          </p:nvSpPr>
          <p:spPr>
            <a:xfrm>
              <a:off x="253040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18"/>
            <p:cNvSpPr/>
            <p:nvPr/>
          </p:nvSpPr>
          <p:spPr>
            <a:xfrm>
              <a:off x="267832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18"/>
            <p:cNvSpPr/>
            <p:nvPr/>
          </p:nvSpPr>
          <p:spPr>
            <a:xfrm>
              <a:off x="2807755" y="573137"/>
              <a:ext cx="166431" cy="166431"/>
            </a:xfrm>
            <a:custGeom>
              <a:rect b="b" l="l" r="r" t="t"/>
              <a:pathLst>
                <a:path extrusionOk="0" h="10715" w="10715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18"/>
            <p:cNvSpPr/>
            <p:nvPr/>
          </p:nvSpPr>
          <p:spPr>
            <a:xfrm>
              <a:off x="297417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18"/>
            <p:cNvSpPr/>
            <p:nvPr/>
          </p:nvSpPr>
          <p:spPr>
            <a:xfrm>
              <a:off x="3122086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18"/>
            <p:cNvSpPr/>
            <p:nvPr/>
          </p:nvSpPr>
          <p:spPr>
            <a:xfrm>
              <a:off x="326998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18"/>
            <p:cNvSpPr/>
            <p:nvPr/>
          </p:nvSpPr>
          <p:spPr>
            <a:xfrm>
              <a:off x="3417902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18"/>
            <p:cNvSpPr/>
            <p:nvPr/>
          </p:nvSpPr>
          <p:spPr>
            <a:xfrm>
              <a:off x="253040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18"/>
            <p:cNvSpPr/>
            <p:nvPr/>
          </p:nvSpPr>
          <p:spPr>
            <a:xfrm>
              <a:off x="267832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18"/>
            <p:cNvSpPr/>
            <p:nvPr/>
          </p:nvSpPr>
          <p:spPr>
            <a:xfrm>
              <a:off x="2807755" y="443705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18"/>
            <p:cNvSpPr/>
            <p:nvPr/>
          </p:nvSpPr>
          <p:spPr>
            <a:xfrm>
              <a:off x="297417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18"/>
            <p:cNvSpPr/>
            <p:nvPr/>
          </p:nvSpPr>
          <p:spPr>
            <a:xfrm>
              <a:off x="3122086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18"/>
            <p:cNvSpPr/>
            <p:nvPr/>
          </p:nvSpPr>
          <p:spPr>
            <a:xfrm>
              <a:off x="326998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18"/>
            <p:cNvSpPr/>
            <p:nvPr/>
          </p:nvSpPr>
          <p:spPr>
            <a:xfrm>
              <a:off x="3417902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18"/>
            <p:cNvSpPr/>
            <p:nvPr/>
          </p:nvSpPr>
          <p:spPr>
            <a:xfrm>
              <a:off x="253040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18"/>
            <p:cNvSpPr/>
            <p:nvPr/>
          </p:nvSpPr>
          <p:spPr>
            <a:xfrm>
              <a:off x="267832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18"/>
            <p:cNvSpPr/>
            <p:nvPr/>
          </p:nvSpPr>
          <p:spPr>
            <a:xfrm>
              <a:off x="2807755" y="27732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18"/>
            <p:cNvSpPr/>
            <p:nvPr/>
          </p:nvSpPr>
          <p:spPr>
            <a:xfrm>
              <a:off x="297417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18"/>
            <p:cNvSpPr/>
            <p:nvPr/>
          </p:nvSpPr>
          <p:spPr>
            <a:xfrm>
              <a:off x="3122086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18"/>
            <p:cNvSpPr/>
            <p:nvPr/>
          </p:nvSpPr>
          <p:spPr>
            <a:xfrm>
              <a:off x="326998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18"/>
            <p:cNvSpPr/>
            <p:nvPr/>
          </p:nvSpPr>
          <p:spPr>
            <a:xfrm>
              <a:off x="2530406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18"/>
            <p:cNvSpPr/>
            <p:nvPr/>
          </p:nvSpPr>
          <p:spPr>
            <a:xfrm>
              <a:off x="267832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18"/>
            <p:cNvSpPr/>
            <p:nvPr/>
          </p:nvSpPr>
          <p:spPr>
            <a:xfrm>
              <a:off x="2807755" y="129404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18"/>
            <p:cNvSpPr/>
            <p:nvPr/>
          </p:nvSpPr>
          <p:spPr>
            <a:xfrm>
              <a:off x="2974170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18"/>
            <p:cNvSpPr/>
            <p:nvPr/>
          </p:nvSpPr>
          <p:spPr>
            <a:xfrm>
              <a:off x="3122086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18"/>
            <p:cNvSpPr/>
            <p:nvPr/>
          </p:nvSpPr>
          <p:spPr>
            <a:xfrm>
              <a:off x="2530406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18"/>
            <p:cNvSpPr/>
            <p:nvPr/>
          </p:nvSpPr>
          <p:spPr>
            <a:xfrm>
              <a:off x="267832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18"/>
            <p:cNvSpPr/>
            <p:nvPr/>
          </p:nvSpPr>
          <p:spPr>
            <a:xfrm>
              <a:off x="2807755" y="-12"/>
              <a:ext cx="166431" cy="129432"/>
            </a:xfrm>
            <a:custGeom>
              <a:rect b="b" l="l" r="r" t="t"/>
              <a:pathLst>
                <a:path extrusionOk="0" h="8333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18"/>
            <p:cNvSpPr/>
            <p:nvPr/>
          </p:nvSpPr>
          <p:spPr>
            <a:xfrm>
              <a:off x="2974170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7" name="Google Shape;2657;p18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2658" name="Google Shape;2658;p18"/>
            <p:cNvSpPr/>
            <p:nvPr/>
          </p:nvSpPr>
          <p:spPr>
            <a:xfrm>
              <a:off x="2400974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18"/>
            <p:cNvSpPr/>
            <p:nvPr/>
          </p:nvSpPr>
          <p:spPr>
            <a:xfrm>
              <a:off x="2253074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18"/>
            <p:cNvSpPr/>
            <p:nvPr/>
          </p:nvSpPr>
          <p:spPr>
            <a:xfrm>
              <a:off x="208667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18"/>
            <p:cNvSpPr/>
            <p:nvPr/>
          </p:nvSpPr>
          <p:spPr>
            <a:xfrm>
              <a:off x="195724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18"/>
            <p:cNvSpPr/>
            <p:nvPr/>
          </p:nvSpPr>
          <p:spPr>
            <a:xfrm>
              <a:off x="1790857" y="2070781"/>
              <a:ext cx="166400" cy="147916"/>
            </a:xfrm>
            <a:custGeom>
              <a:rect b="b" l="l" r="r" t="t"/>
              <a:pathLst>
                <a:path extrusionOk="0" h="9523" w="10713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18"/>
            <p:cNvSpPr/>
            <p:nvPr/>
          </p:nvSpPr>
          <p:spPr>
            <a:xfrm>
              <a:off x="164291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18"/>
            <p:cNvSpPr/>
            <p:nvPr/>
          </p:nvSpPr>
          <p:spPr>
            <a:xfrm>
              <a:off x="1513494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18"/>
            <p:cNvSpPr/>
            <p:nvPr/>
          </p:nvSpPr>
          <p:spPr>
            <a:xfrm>
              <a:off x="134709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18"/>
            <p:cNvSpPr/>
            <p:nvPr/>
          </p:nvSpPr>
          <p:spPr>
            <a:xfrm>
              <a:off x="119917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18"/>
            <p:cNvSpPr/>
            <p:nvPr/>
          </p:nvSpPr>
          <p:spPr>
            <a:xfrm>
              <a:off x="1069761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18"/>
            <p:cNvSpPr/>
            <p:nvPr/>
          </p:nvSpPr>
          <p:spPr>
            <a:xfrm>
              <a:off x="903361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18"/>
            <p:cNvSpPr/>
            <p:nvPr/>
          </p:nvSpPr>
          <p:spPr>
            <a:xfrm>
              <a:off x="755430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18"/>
            <p:cNvSpPr/>
            <p:nvPr/>
          </p:nvSpPr>
          <p:spPr>
            <a:xfrm>
              <a:off x="625998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18"/>
            <p:cNvSpPr/>
            <p:nvPr/>
          </p:nvSpPr>
          <p:spPr>
            <a:xfrm>
              <a:off x="2400974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18"/>
            <p:cNvSpPr/>
            <p:nvPr/>
          </p:nvSpPr>
          <p:spPr>
            <a:xfrm>
              <a:off x="225307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18"/>
            <p:cNvSpPr/>
            <p:nvPr/>
          </p:nvSpPr>
          <p:spPr>
            <a:xfrm>
              <a:off x="208667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18"/>
            <p:cNvSpPr/>
            <p:nvPr/>
          </p:nvSpPr>
          <p:spPr>
            <a:xfrm>
              <a:off x="195724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18"/>
            <p:cNvSpPr/>
            <p:nvPr/>
          </p:nvSpPr>
          <p:spPr>
            <a:xfrm>
              <a:off x="1790857" y="192286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18"/>
            <p:cNvSpPr/>
            <p:nvPr/>
          </p:nvSpPr>
          <p:spPr>
            <a:xfrm>
              <a:off x="164291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18"/>
            <p:cNvSpPr/>
            <p:nvPr/>
          </p:nvSpPr>
          <p:spPr>
            <a:xfrm>
              <a:off x="1513494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18"/>
            <p:cNvSpPr/>
            <p:nvPr/>
          </p:nvSpPr>
          <p:spPr>
            <a:xfrm>
              <a:off x="134709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18"/>
            <p:cNvSpPr/>
            <p:nvPr/>
          </p:nvSpPr>
          <p:spPr>
            <a:xfrm>
              <a:off x="119917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18"/>
            <p:cNvSpPr/>
            <p:nvPr/>
          </p:nvSpPr>
          <p:spPr>
            <a:xfrm>
              <a:off x="1069761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18"/>
            <p:cNvSpPr/>
            <p:nvPr/>
          </p:nvSpPr>
          <p:spPr>
            <a:xfrm>
              <a:off x="903361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18"/>
            <p:cNvSpPr/>
            <p:nvPr/>
          </p:nvSpPr>
          <p:spPr>
            <a:xfrm>
              <a:off x="755430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18"/>
            <p:cNvSpPr/>
            <p:nvPr/>
          </p:nvSpPr>
          <p:spPr>
            <a:xfrm>
              <a:off x="625998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18"/>
            <p:cNvSpPr/>
            <p:nvPr/>
          </p:nvSpPr>
          <p:spPr>
            <a:xfrm>
              <a:off x="459598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18"/>
            <p:cNvSpPr/>
            <p:nvPr/>
          </p:nvSpPr>
          <p:spPr>
            <a:xfrm>
              <a:off x="311697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18"/>
            <p:cNvSpPr/>
            <p:nvPr/>
          </p:nvSpPr>
          <p:spPr>
            <a:xfrm>
              <a:off x="2400974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18"/>
            <p:cNvSpPr/>
            <p:nvPr/>
          </p:nvSpPr>
          <p:spPr>
            <a:xfrm>
              <a:off x="225307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18"/>
            <p:cNvSpPr/>
            <p:nvPr/>
          </p:nvSpPr>
          <p:spPr>
            <a:xfrm>
              <a:off x="208667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18"/>
            <p:cNvSpPr/>
            <p:nvPr/>
          </p:nvSpPr>
          <p:spPr>
            <a:xfrm>
              <a:off x="195724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18"/>
            <p:cNvSpPr/>
            <p:nvPr/>
          </p:nvSpPr>
          <p:spPr>
            <a:xfrm>
              <a:off x="1790857" y="175648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18"/>
            <p:cNvSpPr/>
            <p:nvPr/>
          </p:nvSpPr>
          <p:spPr>
            <a:xfrm>
              <a:off x="164291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18"/>
            <p:cNvSpPr/>
            <p:nvPr/>
          </p:nvSpPr>
          <p:spPr>
            <a:xfrm>
              <a:off x="1513494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18"/>
            <p:cNvSpPr/>
            <p:nvPr/>
          </p:nvSpPr>
          <p:spPr>
            <a:xfrm>
              <a:off x="134709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18"/>
            <p:cNvSpPr/>
            <p:nvPr/>
          </p:nvSpPr>
          <p:spPr>
            <a:xfrm>
              <a:off x="119917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18"/>
            <p:cNvSpPr/>
            <p:nvPr/>
          </p:nvSpPr>
          <p:spPr>
            <a:xfrm>
              <a:off x="1069761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18"/>
            <p:cNvSpPr/>
            <p:nvPr/>
          </p:nvSpPr>
          <p:spPr>
            <a:xfrm>
              <a:off x="903361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18"/>
            <p:cNvSpPr/>
            <p:nvPr/>
          </p:nvSpPr>
          <p:spPr>
            <a:xfrm>
              <a:off x="755430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18"/>
            <p:cNvSpPr/>
            <p:nvPr/>
          </p:nvSpPr>
          <p:spPr>
            <a:xfrm>
              <a:off x="625998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18"/>
            <p:cNvSpPr/>
            <p:nvPr/>
          </p:nvSpPr>
          <p:spPr>
            <a:xfrm>
              <a:off x="459598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18"/>
            <p:cNvSpPr/>
            <p:nvPr/>
          </p:nvSpPr>
          <p:spPr>
            <a:xfrm>
              <a:off x="311697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18"/>
            <p:cNvSpPr/>
            <p:nvPr/>
          </p:nvSpPr>
          <p:spPr>
            <a:xfrm>
              <a:off x="2400974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18"/>
            <p:cNvSpPr/>
            <p:nvPr/>
          </p:nvSpPr>
          <p:spPr>
            <a:xfrm>
              <a:off x="225307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18"/>
            <p:cNvSpPr/>
            <p:nvPr/>
          </p:nvSpPr>
          <p:spPr>
            <a:xfrm>
              <a:off x="208667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18"/>
            <p:cNvSpPr/>
            <p:nvPr/>
          </p:nvSpPr>
          <p:spPr>
            <a:xfrm>
              <a:off x="195724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18"/>
            <p:cNvSpPr/>
            <p:nvPr/>
          </p:nvSpPr>
          <p:spPr>
            <a:xfrm>
              <a:off x="1790857" y="162704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18"/>
            <p:cNvSpPr/>
            <p:nvPr/>
          </p:nvSpPr>
          <p:spPr>
            <a:xfrm>
              <a:off x="164291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18"/>
            <p:cNvSpPr/>
            <p:nvPr/>
          </p:nvSpPr>
          <p:spPr>
            <a:xfrm>
              <a:off x="1513494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18"/>
            <p:cNvSpPr/>
            <p:nvPr/>
          </p:nvSpPr>
          <p:spPr>
            <a:xfrm>
              <a:off x="134709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18"/>
            <p:cNvSpPr/>
            <p:nvPr/>
          </p:nvSpPr>
          <p:spPr>
            <a:xfrm>
              <a:off x="119917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18"/>
            <p:cNvSpPr/>
            <p:nvPr/>
          </p:nvSpPr>
          <p:spPr>
            <a:xfrm>
              <a:off x="1069761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18"/>
            <p:cNvSpPr/>
            <p:nvPr/>
          </p:nvSpPr>
          <p:spPr>
            <a:xfrm>
              <a:off x="903361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18"/>
            <p:cNvSpPr/>
            <p:nvPr/>
          </p:nvSpPr>
          <p:spPr>
            <a:xfrm>
              <a:off x="755430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18"/>
            <p:cNvSpPr/>
            <p:nvPr/>
          </p:nvSpPr>
          <p:spPr>
            <a:xfrm>
              <a:off x="625998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18"/>
            <p:cNvSpPr/>
            <p:nvPr/>
          </p:nvSpPr>
          <p:spPr>
            <a:xfrm>
              <a:off x="459598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18"/>
            <p:cNvSpPr/>
            <p:nvPr/>
          </p:nvSpPr>
          <p:spPr>
            <a:xfrm>
              <a:off x="311697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18"/>
            <p:cNvSpPr/>
            <p:nvPr/>
          </p:nvSpPr>
          <p:spPr>
            <a:xfrm>
              <a:off x="2400974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18"/>
            <p:cNvSpPr/>
            <p:nvPr/>
          </p:nvSpPr>
          <p:spPr>
            <a:xfrm>
              <a:off x="225307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18"/>
            <p:cNvSpPr/>
            <p:nvPr/>
          </p:nvSpPr>
          <p:spPr>
            <a:xfrm>
              <a:off x="208667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18"/>
            <p:cNvSpPr/>
            <p:nvPr/>
          </p:nvSpPr>
          <p:spPr>
            <a:xfrm>
              <a:off x="195724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18"/>
            <p:cNvSpPr/>
            <p:nvPr/>
          </p:nvSpPr>
          <p:spPr>
            <a:xfrm>
              <a:off x="1790857" y="1460633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18"/>
            <p:cNvSpPr/>
            <p:nvPr/>
          </p:nvSpPr>
          <p:spPr>
            <a:xfrm>
              <a:off x="164291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18"/>
            <p:cNvSpPr/>
            <p:nvPr/>
          </p:nvSpPr>
          <p:spPr>
            <a:xfrm>
              <a:off x="1513494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18"/>
            <p:cNvSpPr/>
            <p:nvPr/>
          </p:nvSpPr>
          <p:spPr>
            <a:xfrm>
              <a:off x="134709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18"/>
            <p:cNvSpPr/>
            <p:nvPr/>
          </p:nvSpPr>
          <p:spPr>
            <a:xfrm>
              <a:off x="119917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18"/>
            <p:cNvSpPr/>
            <p:nvPr/>
          </p:nvSpPr>
          <p:spPr>
            <a:xfrm>
              <a:off x="1069761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18"/>
            <p:cNvSpPr/>
            <p:nvPr/>
          </p:nvSpPr>
          <p:spPr>
            <a:xfrm>
              <a:off x="903361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18"/>
            <p:cNvSpPr/>
            <p:nvPr/>
          </p:nvSpPr>
          <p:spPr>
            <a:xfrm>
              <a:off x="755430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18"/>
            <p:cNvSpPr/>
            <p:nvPr/>
          </p:nvSpPr>
          <p:spPr>
            <a:xfrm>
              <a:off x="625998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18"/>
            <p:cNvSpPr/>
            <p:nvPr/>
          </p:nvSpPr>
          <p:spPr>
            <a:xfrm>
              <a:off x="459598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18"/>
            <p:cNvSpPr/>
            <p:nvPr/>
          </p:nvSpPr>
          <p:spPr>
            <a:xfrm>
              <a:off x="311697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18"/>
            <p:cNvSpPr/>
            <p:nvPr/>
          </p:nvSpPr>
          <p:spPr>
            <a:xfrm>
              <a:off x="2400974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18"/>
            <p:cNvSpPr/>
            <p:nvPr/>
          </p:nvSpPr>
          <p:spPr>
            <a:xfrm>
              <a:off x="225307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18"/>
            <p:cNvSpPr/>
            <p:nvPr/>
          </p:nvSpPr>
          <p:spPr>
            <a:xfrm>
              <a:off x="208667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18"/>
            <p:cNvSpPr/>
            <p:nvPr/>
          </p:nvSpPr>
          <p:spPr>
            <a:xfrm>
              <a:off x="195724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18"/>
            <p:cNvSpPr/>
            <p:nvPr/>
          </p:nvSpPr>
          <p:spPr>
            <a:xfrm>
              <a:off x="1790857" y="1331201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18"/>
            <p:cNvSpPr/>
            <p:nvPr/>
          </p:nvSpPr>
          <p:spPr>
            <a:xfrm>
              <a:off x="164291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18"/>
            <p:cNvSpPr/>
            <p:nvPr/>
          </p:nvSpPr>
          <p:spPr>
            <a:xfrm>
              <a:off x="1513494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18"/>
            <p:cNvSpPr/>
            <p:nvPr/>
          </p:nvSpPr>
          <p:spPr>
            <a:xfrm>
              <a:off x="134709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18"/>
            <p:cNvSpPr/>
            <p:nvPr/>
          </p:nvSpPr>
          <p:spPr>
            <a:xfrm>
              <a:off x="119917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18"/>
            <p:cNvSpPr/>
            <p:nvPr/>
          </p:nvSpPr>
          <p:spPr>
            <a:xfrm>
              <a:off x="1069761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18"/>
            <p:cNvSpPr/>
            <p:nvPr/>
          </p:nvSpPr>
          <p:spPr>
            <a:xfrm>
              <a:off x="903361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18"/>
            <p:cNvSpPr/>
            <p:nvPr/>
          </p:nvSpPr>
          <p:spPr>
            <a:xfrm>
              <a:off x="755430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18"/>
            <p:cNvSpPr/>
            <p:nvPr/>
          </p:nvSpPr>
          <p:spPr>
            <a:xfrm>
              <a:off x="625998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18"/>
            <p:cNvSpPr/>
            <p:nvPr/>
          </p:nvSpPr>
          <p:spPr>
            <a:xfrm>
              <a:off x="459598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18"/>
            <p:cNvSpPr/>
            <p:nvPr/>
          </p:nvSpPr>
          <p:spPr>
            <a:xfrm>
              <a:off x="2400974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18"/>
            <p:cNvSpPr/>
            <p:nvPr/>
          </p:nvSpPr>
          <p:spPr>
            <a:xfrm>
              <a:off x="2253074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18"/>
            <p:cNvSpPr/>
            <p:nvPr/>
          </p:nvSpPr>
          <p:spPr>
            <a:xfrm>
              <a:off x="208667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18"/>
            <p:cNvSpPr/>
            <p:nvPr/>
          </p:nvSpPr>
          <p:spPr>
            <a:xfrm>
              <a:off x="195724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18"/>
            <p:cNvSpPr/>
            <p:nvPr/>
          </p:nvSpPr>
          <p:spPr>
            <a:xfrm>
              <a:off x="1790857" y="118328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18"/>
            <p:cNvSpPr/>
            <p:nvPr/>
          </p:nvSpPr>
          <p:spPr>
            <a:xfrm>
              <a:off x="164291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18"/>
            <p:cNvSpPr/>
            <p:nvPr/>
          </p:nvSpPr>
          <p:spPr>
            <a:xfrm>
              <a:off x="1513494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18"/>
            <p:cNvSpPr/>
            <p:nvPr/>
          </p:nvSpPr>
          <p:spPr>
            <a:xfrm>
              <a:off x="134709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18"/>
            <p:cNvSpPr/>
            <p:nvPr/>
          </p:nvSpPr>
          <p:spPr>
            <a:xfrm>
              <a:off x="119917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18"/>
            <p:cNvSpPr/>
            <p:nvPr/>
          </p:nvSpPr>
          <p:spPr>
            <a:xfrm>
              <a:off x="1069761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18"/>
            <p:cNvSpPr/>
            <p:nvPr/>
          </p:nvSpPr>
          <p:spPr>
            <a:xfrm>
              <a:off x="903361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18"/>
            <p:cNvSpPr/>
            <p:nvPr/>
          </p:nvSpPr>
          <p:spPr>
            <a:xfrm>
              <a:off x="755430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18"/>
            <p:cNvSpPr/>
            <p:nvPr/>
          </p:nvSpPr>
          <p:spPr>
            <a:xfrm>
              <a:off x="626013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18"/>
            <p:cNvSpPr/>
            <p:nvPr/>
          </p:nvSpPr>
          <p:spPr>
            <a:xfrm>
              <a:off x="2400974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18"/>
            <p:cNvSpPr/>
            <p:nvPr/>
          </p:nvSpPr>
          <p:spPr>
            <a:xfrm>
              <a:off x="2253074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18"/>
            <p:cNvSpPr/>
            <p:nvPr/>
          </p:nvSpPr>
          <p:spPr>
            <a:xfrm>
              <a:off x="208667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18"/>
            <p:cNvSpPr/>
            <p:nvPr/>
          </p:nvSpPr>
          <p:spPr>
            <a:xfrm>
              <a:off x="195724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18"/>
            <p:cNvSpPr/>
            <p:nvPr/>
          </p:nvSpPr>
          <p:spPr>
            <a:xfrm>
              <a:off x="1790857" y="101690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18"/>
            <p:cNvSpPr/>
            <p:nvPr/>
          </p:nvSpPr>
          <p:spPr>
            <a:xfrm>
              <a:off x="164291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18"/>
            <p:cNvSpPr/>
            <p:nvPr/>
          </p:nvSpPr>
          <p:spPr>
            <a:xfrm>
              <a:off x="1513494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18"/>
            <p:cNvSpPr/>
            <p:nvPr/>
          </p:nvSpPr>
          <p:spPr>
            <a:xfrm>
              <a:off x="134709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18"/>
            <p:cNvSpPr/>
            <p:nvPr/>
          </p:nvSpPr>
          <p:spPr>
            <a:xfrm>
              <a:off x="1199178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18"/>
            <p:cNvSpPr/>
            <p:nvPr/>
          </p:nvSpPr>
          <p:spPr>
            <a:xfrm>
              <a:off x="1069761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18"/>
            <p:cNvSpPr/>
            <p:nvPr/>
          </p:nvSpPr>
          <p:spPr>
            <a:xfrm>
              <a:off x="903361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18"/>
            <p:cNvSpPr/>
            <p:nvPr/>
          </p:nvSpPr>
          <p:spPr>
            <a:xfrm>
              <a:off x="755430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18"/>
            <p:cNvSpPr/>
            <p:nvPr/>
          </p:nvSpPr>
          <p:spPr>
            <a:xfrm>
              <a:off x="2400974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18"/>
            <p:cNvSpPr/>
            <p:nvPr/>
          </p:nvSpPr>
          <p:spPr>
            <a:xfrm>
              <a:off x="2253074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18"/>
            <p:cNvSpPr/>
            <p:nvPr/>
          </p:nvSpPr>
          <p:spPr>
            <a:xfrm>
              <a:off x="208667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18"/>
            <p:cNvSpPr/>
            <p:nvPr/>
          </p:nvSpPr>
          <p:spPr>
            <a:xfrm>
              <a:off x="195724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18"/>
            <p:cNvSpPr/>
            <p:nvPr/>
          </p:nvSpPr>
          <p:spPr>
            <a:xfrm>
              <a:off x="1790857" y="88746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18"/>
            <p:cNvSpPr/>
            <p:nvPr/>
          </p:nvSpPr>
          <p:spPr>
            <a:xfrm>
              <a:off x="164291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18"/>
            <p:cNvSpPr/>
            <p:nvPr/>
          </p:nvSpPr>
          <p:spPr>
            <a:xfrm>
              <a:off x="1513494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18"/>
            <p:cNvSpPr/>
            <p:nvPr/>
          </p:nvSpPr>
          <p:spPr>
            <a:xfrm>
              <a:off x="134709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18"/>
            <p:cNvSpPr/>
            <p:nvPr/>
          </p:nvSpPr>
          <p:spPr>
            <a:xfrm>
              <a:off x="1199178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18"/>
            <p:cNvSpPr/>
            <p:nvPr/>
          </p:nvSpPr>
          <p:spPr>
            <a:xfrm>
              <a:off x="1069761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18"/>
            <p:cNvSpPr/>
            <p:nvPr/>
          </p:nvSpPr>
          <p:spPr>
            <a:xfrm>
              <a:off x="903361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18"/>
            <p:cNvSpPr/>
            <p:nvPr/>
          </p:nvSpPr>
          <p:spPr>
            <a:xfrm>
              <a:off x="755430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18"/>
            <p:cNvSpPr/>
            <p:nvPr/>
          </p:nvSpPr>
          <p:spPr>
            <a:xfrm>
              <a:off x="2400974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18"/>
            <p:cNvSpPr/>
            <p:nvPr/>
          </p:nvSpPr>
          <p:spPr>
            <a:xfrm>
              <a:off x="2253074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18"/>
            <p:cNvSpPr/>
            <p:nvPr/>
          </p:nvSpPr>
          <p:spPr>
            <a:xfrm>
              <a:off x="208667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18"/>
            <p:cNvSpPr/>
            <p:nvPr/>
          </p:nvSpPr>
          <p:spPr>
            <a:xfrm>
              <a:off x="195724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18"/>
            <p:cNvSpPr/>
            <p:nvPr/>
          </p:nvSpPr>
          <p:spPr>
            <a:xfrm>
              <a:off x="1790857" y="739552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18"/>
            <p:cNvSpPr/>
            <p:nvPr/>
          </p:nvSpPr>
          <p:spPr>
            <a:xfrm>
              <a:off x="164291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18"/>
            <p:cNvSpPr/>
            <p:nvPr/>
          </p:nvSpPr>
          <p:spPr>
            <a:xfrm>
              <a:off x="1513494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18"/>
            <p:cNvSpPr/>
            <p:nvPr/>
          </p:nvSpPr>
          <p:spPr>
            <a:xfrm>
              <a:off x="134709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18"/>
            <p:cNvSpPr/>
            <p:nvPr/>
          </p:nvSpPr>
          <p:spPr>
            <a:xfrm>
              <a:off x="1199178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18"/>
            <p:cNvSpPr/>
            <p:nvPr/>
          </p:nvSpPr>
          <p:spPr>
            <a:xfrm>
              <a:off x="1069761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18"/>
            <p:cNvSpPr/>
            <p:nvPr/>
          </p:nvSpPr>
          <p:spPr>
            <a:xfrm>
              <a:off x="903361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18"/>
            <p:cNvSpPr/>
            <p:nvPr/>
          </p:nvSpPr>
          <p:spPr>
            <a:xfrm>
              <a:off x="2400974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18"/>
            <p:cNvSpPr/>
            <p:nvPr/>
          </p:nvSpPr>
          <p:spPr>
            <a:xfrm>
              <a:off x="2253074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18"/>
            <p:cNvSpPr/>
            <p:nvPr/>
          </p:nvSpPr>
          <p:spPr>
            <a:xfrm>
              <a:off x="2086674" y="573137"/>
              <a:ext cx="166415" cy="166431"/>
            </a:xfrm>
            <a:custGeom>
              <a:rect b="b" l="l" r="r" t="t"/>
              <a:pathLst>
                <a:path extrusionOk="0" h="10715" w="10714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18"/>
            <p:cNvSpPr/>
            <p:nvPr/>
          </p:nvSpPr>
          <p:spPr>
            <a:xfrm>
              <a:off x="195724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18"/>
            <p:cNvSpPr/>
            <p:nvPr/>
          </p:nvSpPr>
          <p:spPr>
            <a:xfrm>
              <a:off x="1790857" y="573137"/>
              <a:ext cx="166400" cy="166431"/>
            </a:xfrm>
            <a:custGeom>
              <a:rect b="b" l="l" r="r" t="t"/>
              <a:pathLst>
                <a:path extrusionOk="0" h="10715" w="10713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18"/>
            <p:cNvSpPr/>
            <p:nvPr/>
          </p:nvSpPr>
          <p:spPr>
            <a:xfrm>
              <a:off x="164291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18"/>
            <p:cNvSpPr/>
            <p:nvPr/>
          </p:nvSpPr>
          <p:spPr>
            <a:xfrm>
              <a:off x="1513494" y="573137"/>
              <a:ext cx="129432" cy="166431"/>
            </a:xfrm>
            <a:custGeom>
              <a:rect b="b" l="l" r="r" t="t"/>
              <a:pathLst>
                <a:path extrusionOk="0" h="10715" w="8333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18"/>
            <p:cNvSpPr/>
            <p:nvPr/>
          </p:nvSpPr>
          <p:spPr>
            <a:xfrm>
              <a:off x="2400974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18"/>
            <p:cNvSpPr/>
            <p:nvPr/>
          </p:nvSpPr>
          <p:spPr>
            <a:xfrm>
              <a:off x="2253074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18"/>
            <p:cNvSpPr/>
            <p:nvPr/>
          </p:nvSpPr>
          <p:spPr>
            <a:xfrm>
              <a:off x="2086674" y="443705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18"/>
            <p:cNvSpPr/>
            <p:nvPr/>
          </p:nvSpPr>
          <p:spPr>
            <a:xfrm>
              <a:off x="195724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18"/>
            <p:cNvSpPr/>
            <p:nvPr/>
          </p:nvSpPr>
          <p:spPr>
            <a:xfrm>
              <a:off x="1790857" y="443705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18"/>
            <p:cNvSpPr/>
            <p:nvPr/>
          </p:nvSpPr>
          <p:spPr>
            <a:xfrm>
              <a:off x="164291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18"/>
            <p:cNvSpPr/>
            <p:nvPr/>
          </p:nvSpPr>
          <p:spPr>
            <a:xfrm>
              <a:off x="1513494" y="443705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18"/>
            <p:cNvSpPr/>
            <p:nvPr/>
          </p:nvSpPr>
          <p:spPr>
            <a:xfrm>
              <a:off x="2400974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18"/>
            <p:cNvSpPr/>
            <p:nvPr/>
          </p:nvSpPr>
          <p:spPr>
            <a:xfrm>
              <a:off x="2253074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18"/>
            <p:cNvSpPr/>
            <p:nvPr/>
          </p:nvSpPr>
          <p:spPr>
            <a:xfrm>
              <a:off x="2086674" y="27732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18"/>
            <p:cNvSpPr/>
            <p:nvPr/>
          </p:nvSpPr>
          <p:spPr>
            <a:xfrm>
              <a:off x="195724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18"/>
            <p:cNvSpPr/>
            <p:nvPr/>
          </p:nvSpPr>
          <p:spPr>
            <a:xfrm>
              <a:off x="1790857" y="27732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18"/>
            <p:cNvSpPr/>
            <p:nvPr/>
          </p:nvSpPr>
          <p:spPr>
            <a:xfrm>
              <a:off x="164291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18"/>
            <p:cNvSpPr/>
            <p:nvPr/>
          </p:nvSpPr>
          <p:spPr>
            <a:xfrm>
              <a:off x="2400974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18"/>
            <p:cNvSpPr/>
            <p:nvPr/>
          </p:nvSpPr>
          <p:spPr>
            <a:xfrm>
              <a:off x="2253074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18"/>
            <p:cNvSpPr/>
            <p:nvPr/>
          </p:nvSpPr>
          <p:spPr>
            <a:xfrm>
              <a:off x="2086674" y="129404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18"/>
            <p:cNvSpPr/>
            <p:nvPr/>
          </p:nvSpPr>
          <p:spPr>
            <a:xfrm>
              <a:off x="195724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18"/>
            <p:cNvSpPr/>
            <p:nvPr/>
          </p:nvSpPr>
          <p:spPr>
            <a:xfrm>
              <a:off x="1790857" y="129404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18"/>
            <p:cNvSpPr/>
            <p:nvPr/>
          </p:nvSpPr>
          <p:spPr>
            <a:xfrm>
              <a:off x="2400974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18"/>
            <p:cNvSpPr/>
            <p:nvPr/>
          </p:nvSpPr>
          <p:spPr>
            <a:xfrm>
              <a:off x="2253074" y="-12"/>
              <a:ext cx="147916" cy="129432"/>
            </a:xfrm>
            <a:custGeom>
              <a:rect b="b" l="l" r="r" t="t"/>
              <a:pathLst>
                <a:path extrusionOk="0" h="8333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18"/>
            <p:cNvSpPr/>
            <p:nvPr/>
          </p:nvSpPr>
          <p:spPr>
            <a:xfrm>
              <a:off x="2086674" y="-12"/>
              <a:ext cx="166415" cy="129432"/>
            </a:xfrm>
            <a:custGeom>
              <a:rect b="b" l="l" r="r" t="t"/>
              <a:pathLst>
                <a:path extrusionOk="0" h="8333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18"/>
            <p:cNvSpPr/>
            <p:nvPr/>
          </p:nvSpPr>
          <p:spPr>
            <a:xfrm>
              <a:off x="195724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18"/>
            <p:cNvSpPr/>
            <p:nvPr/>
          </p:nvSpPr>
          <p:spPr>
            <a:xfrm>
              <a:off x="253040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18"/>
            <p:cNvSpPr/>
            <p:nvPr/>
          </p:nvSpPr>
          <p:spPr>
            <a:xfrm>
              <a:off x="267832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18"/>
            <p:cNvSpPr/>
            <p:nvPr/>
          </p:nvSpPr>
          <p:spPr>
            <a:xfrm>
              <a:off x="2807755" y="2070781"/>
              <a:ext cx="166431" cy="147916"/>
            </a:xfrm>
            <a:custGeom>
              <a:rect b="b" l="l" r="r" t="t"/>
              <a:pathLst>
                <a:path extrusionOk="0" h="9523" w="10715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18"/>
            <p:cNvSpPr/>
            <p:nvPr/>
          </p:nvSpPr>
          <p:spPr>
            <a:xfrm>
              <a:off x="297417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18"/>
            <p:cNvSpPr/>
            <p:nvPr/>
          </p:nvSpPr>
          <p:spPr>
            <a:xfrm>
              <a:off x="312208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18"/>
            <p:cNvSpPr/>
            <p:nvPr/>
          </p:nvSpPr>
          <p:spPr>
            <a:xfrm>
              <a:off x="326998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18"/>
            <p:cNvSpPr/>
            <p:nvPr/>
          </p:nvSpPr>
          <p:spPr>
            <a:xfrm>
              <a:off x="341790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18"/>
            <p:cNvSpPr/>
            <p:nvPr/>
          </p:nvSpPr>
          <p:spPr>
            <a:xfrm>
              <a:off x="3565818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18"/>
            <p:cNvSpPr/>
            <p:nvPr/>
          </p:nvSpPr>
          <p:spPr>
            <a:xfrm>
              <a:off x="3713719" y="2070781"/>
              <a:ext cx="147963" cy="147916"/>
            </a:xfrm>
            <a:custGeom>
              <a:rect b="b" l="l" r="r" t="t"/>
              <a:pathLst>
                <a:path extrusionOk="0" h="9523" w="9526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18"/>
            <p:cNvSpPr/>
            <p:nvPr/>
          </p:nvSpPr>
          <p:spPr>
            <a:xfrm>
              <a:off x="386166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18"/>
            <p:cNvSpPr/>
            <p:nvPr/>
          </p:nvSpPr>
          <p:spPr>
            <a:xfrm>
              <a:off x="400956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18"/>
            <p:cNvSpPr/>
            <p:nvPr/>
          </p:nvSpPr>
          <p:spPr>
            <a:xfrm>
              <a:off x="415748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18"/>
            <p:cNvSpPr/>
            <p:nvPr/>
          </p:nvSpPr>
          <p:spPr>
            <a:xfrm>
              <a:off x="430539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18"/>
            <p:cNvSpPr/>
            <p:nvPr/>
          </p:nvSpPr>
          <p:spPr>
            <a:xfrm>
              <a:off x="253040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18"/>
            <p:cNvSpPr/>
            <p:nvPr/>
          </p:nvSpPr>
          <p:spPr>
            <a:xfrm>
              <a:off x="267832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18"/>
            <p:cNvSpPr/>
            <p:nvPr/>
          </p:nvSpPr>
          <p:spPr>
            <a:xfrm>
              <a:off x="2807755" y="192286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18"/>
            <p:cNvSpPr/>
            <p:nvPr/>
          </p:nvSpPr>
          <p:spPr>
            <a:xfrm>
              <a:off x="297417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18"/>
            <p:cNvSpPr/>
            <p:nvPr/>
          </p:nvSpPr>
          <p:spPr>
            <a:xfrm>
              <a:off x="312208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18"/>
            <p:cNvSpPr/>
            <p:nvPr/>
          </p:nvSpPr>
          <p:spPr>
            <a:xfrm>
              <a:off x="326998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18"/>
            <p:cNvSpPr/>
            <p:nvPr/>
          </p:nvSpPr>
          <p:spPr>
            <a:xfrm>
              <a:off x="341790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18"/>
            <p:cNvSpPr/>
            <p:nvPr/>
          </p:nvSpPr>
          <p:spPr>
            <a:xfrm>
              <a:off x="3565818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18"/>
            <p:cNvSpPr/>
            <p:nvPr/>
          </p:nvSpPr>
          <p:spPr>
            <a:xfrm>
              <a:off x="3713719" y="192286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18"/>
            <p:cNvSpPr/>
            <p:nvPr/>
          </p:nvSpPr>
          <p:spPr>
            <a:xfrm>
              <a:off x="386166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18"/>
            <p:cNvSpPr/>
            <p:nvPr/>
          </p:nvSpPr>
          <p:spPr>
            <a:xfrm>
              <a:off x="400956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18"/>
            <p:cNvSpPr/>
            <p:nvPr/>
          </p:nvSpPr>
          <p:spPr>
            <a:xfrm>
              <a:off x="415748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18"/>
            <p:cNvSpPr/>
            <p:nvPr/>
          </p:nvSpPr>
          <p:spPr>
            <a:xfrm>
              <a:off x="430539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18"/>
            <p:cNvSpPr/>
            <p:nvPr/>
          </p:nvSpPr>
          <p:spPr>
            <a:xfrm>
              <a:off x="445331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18"/>
            <p:cNvSpPr/>
            <p:nvPr/>
          </p:nvSpPr>
          <p:spPr>
            <a:xfrm>
              <a:off x="4601215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18"/>
            <p:cNvSpPr/>
            <p:nvPr/>
          </p:nvSpPr>
          <p:spPr>
            <a:xfrm>
              <a:off x="253040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18"/>
            <p:cNvSpPr/>
            <p:nvPr/>
          </p:nvSpPr>
          <p:spPr>
            <a:xfrm>
              <a:off x="267832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18"/>
            <p:cNvSpPr/>
            <p:nvPr/>
          </p:nvSpPr>
          <p:spPr>
            <a:xfrm>
              <a:off x="2807755" y="175648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18"/>
            <p:cNvSpPr/>
            <p:nvPr/>
          </p:nvSpPr>
          <p:spPr>
            <a:xfrm>
              <a:off x="297417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18"/>
            <p:cNvSpPr/>
            <p:nvPr/>
          </p:nvSpPr>
          <p:spPr>
            <a:xfrm>
              <a:off x="312208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18"/>
            <p:cNvSpPr/>
            <p:nvPr/>
          </p:nvSpPr>
          <p:spPr>
            <a:xfrm>
              <a:off x="326998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18"/>
            <p:cNvSpPr/>
            <p:nvPr/>
          </p:nvSpPr>
          <p:spPr>
            <a:xfrm>
              <a:off x="341790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18"/>
            <p:cNvSpPr/>
            <p:nvPr/>
          </p:nvSpPr>
          <p:spPr>
            <a:xfrm>
              <a:off x="3565818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18"/>
            <p:cNvSpPr/>
            <p:nvPr/>
          </p:nvSpPr>
          <p:spPr>
            <a:xfrm>
              <a:off x="3713719" y="175648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18"/>
            <p:cNvSpPr/>
            <p:nvPr/>
          </p:nvSpPr>
          <p:spPr>
            <a:xfrm>
              <a:off x="386166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18"/>
            <p:cNvSpPr/>
            <p:nvPr/>
          </p:nvSpPr>
          <p:spPr>
            <a:xfrm>
              <a:off x="400956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18"/>
            <p:cNvSpPr/>
            <p:nvPr/>
          </p:nvSpPr>
          <p:spPr>
            <a:xfrm>
              <a:off x="415748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18"/>
            <p:cNvSpPr/>
            <p:nvPr/>
          </p:nvSpPr>
          <p:spPr>
            <a:xfrm>
              <a:off x="430539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18"/>
            <p:cNvSpPr/>
            <p:nvPr/>
          </p:nvSpPr>
          <p:spPr>
            <a:xfrm>
              <a:off x="445331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18"/>
            <p:cNvSpPr/>
            <p:nvPr/>
          </p:nvSpPr>
          <p:spPr>
            <a:xfrm>
              <a:off x="4601215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18"/>
            <p:cNvSpPr/>
            <p:nvPr/>
          </p:nvSpPr>
          <p:spPr>
            <a:xfrm>
              <a:off x="253040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18"/>
            <p:cNvSpPr/>
            <p:nvPr/>
          </p:nvSpPr>
          <p:spPr>
            <a:xfrm>
              <a:off x="267832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18"/>
            <p:cNvSpPr/>
            <p:nvPr/>
          </p:nvSpPr>
          <p:spPr>
            <a:xfrm>
              <a:off x="2807755" y="162704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18"/>
            <p:cNvSpPr/>
            <p:nvPr/>
          </p:nvSpPr>
          <p:spPr>
            <a:xfrm>
              <a:off x="297417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18"/>
            <p:cNvSpPr/>
            <p:nvPr/>
          </p:nvSpPr>
          <p:spPr>
            <a:xfrm>
              <a:off x="312208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18"/>
            <p:cNvSpPr/>
            <p:nvPr/>
          </p:nvSpPr>
          <p:spPr>
            <a:xfrm>
              <a:off x="326998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18"/>
            <p:cNvSpPr/>
            <p:nvPr/>
          </p:nvSpPr>
          <p:spPr>
            <a:xfrm>
              <a:off x="341790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18"/>
            <p:cNvSpPr/>
            <p:nvPr/>
          </p:nvSpPr>
          <p:spPr>
            <a:xfrm>
              <a:off x="3565818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18"/>
            <p:cNvSpPr/>
            <p:nvPr/>
          </p:nvSpPr>
          <p:spPr>
            <a:xfrm>
              <a:off x="3713719" y="162704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18"/>
            <p:cNvSpPr/>
            <p:nvPr/>
          </p:nvSpPr>
          <p:spPr>
            <a:xfrm>
              <a:off x="386166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18"/>
            <p:cNvSpPr/>
            <p:nvPr/>
          </p:nvSpPr>
          <p:spPr>
            <a:xfrm>
              <a:off x="400956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18"/>
            <p:cNvSpPr/>
            <p:nvPr/>
          </p:nvSpPr>
          <p:spPr>
            <a:xfrm>
              <a:off x="415748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18"/>
            <p:cNvSpPr/>
            <p:nvPr/>
          </p:nvSpPr>
          <p:spPr>
            <a:xfrm>
              <a:off x="430539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18"/>
            <p:cNvSpPr/>
            <p:nvPr/>
          </p:nvSpPr>
          <p:spPr>
            <a:xfrm>
              <a:off x="445331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18"/>
            <p:cNvSpPr/>
            <p:nvPr/>
          </p:nvSpPr>
          <p:spPr>
            <a:xfrm>
              <a:off x="4601215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18"/>
            <p:cNvSpPr/>
            <p:nvPr/>
          </p:nvSpPr>
          <p:spPr>
            <a:xfrm>
              <a:off x="253040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18"/>
            <p:cNvSpPr/>
            <p:nvPr/>
          </p:nvSpPr>
          <p:spPr>
            <a:xfrm>
              <a:off x="267832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18"/>
            <p:cNvSpPr/>
            <p:nvPr/>
          </p:nvSpPr>
          <p:spPr>
            <a:xfrm>
              <a:off x="2807755" y="1460633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18"/>
            <p:cNvSpPr/>
            <p:nvPr/>
          </p:nvSpPr>
          <p:spPr>
            <a:xfrm>
              <a:off x="297417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18"/>
            <p:cNvSpPr/>
            <p:nvPr/>
          </p:nvSpPr>
          <p:spPr>
            <a:xfrm>
              <a:off x="312208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18"/>
            <p:cNvSpPr/>
            <p:nvPr/>
          </p:nvSpPr>
          <p:spPr>
            <a:xfrm>
              <a:off x="326998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18"/>
            <p:cNvSpPr/>
            <p:nvPr/>
          </p:nvSpPr>
          <p:spPr>
            <a:xfrm>
              <a:off x="341790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18"/>
            <p:cNvSpPr/>
            <p:nvPr/>
          </p:nvSpPr>
          <p:spPr>
            <a:xfrm>
              <a:off x="3565818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18"/>
            <p:cNvSpPr/>
            <p:nvPr/>
          </p:nvSpPr>
          <p:spPr>
            <a:xfrm>
              <a:off x="3713719" y="1460633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18"/>
            <p:cNvSpPr/>
            <p:nvPr/>
          </p:nvSpPr>
          <p:spPr>
            <a:xfrm>
              <a:off x="386166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18"/>
            <p:cNvSpPr/>
            <p:nvPr/>
          </p:nvSpPr>
          <p:spPr>
            <a:xfrm>
              <a:off x="400956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18"/>
            <p:cNvSpPr/>
            <p:nvPr/>
          </p:nvSpPr>
          <p:spPr>
            <a:xfrm>
              <a:off x="415748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18"/>
            <p:cNvSpPr/>
            <p:nvPr/>
          </p:nvSpPr>
          <p:spPr>
            <a:xfrm>
              <a:off x="430539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18"/>
            <p:cNvSpPr/>
            <p:nvPr/>
          </p:nvSpPr>
          <p:spPr>
            <a:xfrm>
              <a:off x="445331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18"/>
            <p:cNvSpPr/>
            <p:nvPr/>
          </p:nvSpPr>
          <p:spPr>
            <a:xfrm>
              <a:off x="4601215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18"/>
            <p:cNvSpPr/>
            <p:nvPr/>
          </p:nvSpPr>
          <p:spPr>
            <a:xfrm>
              <a:off x="253040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18"/>
            <p:cNvSpPr/>
            <p:nvPr/>
          </p:nvSpPr>
          <p:spPr>
            <a:xfrm>
              <a:off x="267832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18"/>
            <p:cNvSpPr/>
            <p:nvPr/>
          </p:nvSpPr>
          <p:spPr>
            <a:xfrm>
              <a:off x="2807755" y="1331201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18"/>
            <p:cNvSpPr/>
            <p:nvPr/>
          </p:nvSpPr>
          <p:spPr>
            <a:xfrm>
              <a:off x="297417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18"/>
            <p:cNvSpPr/>
            <p:nvPr/>
          </p:nvSpPr>
          <p:spPr>
            <a:xfrm>
              <a:off x="312208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18"/>
            <p:cNvSpPr/>
            <p:nvPr/>
          </p:nvSpPr>
          <p:spPr>
            <a:xfrm>
              <a:off x="326998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18"/>
            <p:cNvSpPr/>
            <p:nvPr/>
          </p:nvSpPr>
          <p:spPr>
            <a:xfrm>
              <a:off x="341790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18"/>
            <p:cNvSpPr/>
            <p:nvPr/>
          </p:nvSpPr>
          <p:spPr>
            <a:xfrm>
              <a:off x="3565818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18"/>
            <p:cNvSpPr/>
            <p:nvPr/>
          </p:nvSpPr>
          <p:spPr>
            <a:xfrm>
              <a:off x="3713719" y="1331201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18"/>
            <p:cNvSpPr/>
            <p:nvPr/>
          </p:nvSpPr>
          <p:spPr>
            <a:xfrm>
              <a:off x="386166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18"/>
            <p:cNvSpPr/>
            <p:nvPr/>
          </p:nvSpPr>
          <p:spPr>
            <a:xfrm>
              <a:off x="400956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18"/>
            <p:cNvSpPr/>
            <p:nvPr/>
          </p:nvSpPr>
          <p:spPr>
            <a:xfrm>
              <a:off x="415748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18"/>
            <p:cNvSpPr/>
            <p:nvPr/>
          </p:nvSpPr>
          <p:spPr>
            <a:xfrm>
              <a:off x="430539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18"/>
            <p:cNvSpPr/>
            <p:nvPr/>
          </p:nvSpPr>
          <p:spPr>
            <a:xfrm>
              <a:off x="445331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18"/>
            <p:cNvSpPr/>
            <p:nvPr/>
          </p:nvSpPr>
          <p:spPr>
            <a:xfrm>
              <a:off x="4601215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18"/>
            <p:cNvSpPr/>
            <p:nvPr/>
          </p:nvSpPr>
          <p:spPr>
            <a:xfrm>
              <a:off x="253040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18"/>
            <p:cNvSpPr/>
            <p:nvPr/>
          </p:nvSpPr>
          <p:spPr>
            <a:xfrm>
              <a:off x="267832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18"/>
            <p:cNvSpPr/>
            <p:nvPr/>
          </p:nvSpPr>
          <p:spPr>
            <a:xfrm>
              <a:off x="2807755" y="118328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18"/>
            <p:cNvSpPr/>
            <p:nvPr/>
          </p:nvSpPr>
          <p:spPr>
            <a:xfrm>
              <a:off x="297417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18"/>
            <p:cNvSpPr/>
            <p:nvPr/>
          </p:nvSpPr>
          <p:spPr>
            <a:xfrm>
              <a:off x="312208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18"/>
            <p:cNvSpPr/>
            <p:nvPr/>
          </p:nvSpPr>
          <p:spPr>
            <a:xfrm>
              <a:off x="326998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18"/>
            <p:cNvSpPr/>
            <p:nvPr/>
          </p:nvSpPr>
          <p:spPr>
            <a:xfrm>
              <a:off x="341790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18"/>
            <p:cNvSpPr/>
            <p:nvPr/>
          </p:nvSpPr>
          <p:spPr>
            <a:xfrm>
              <a:off x="3565818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18"/>
            <p:cNvSpPr/>
            <p:nvPr/>
          </p:nvSpPr>
          <p:spPr>
            <a:xfrm>
              <a:off x="3713719" y="118328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18"/>
            <p:cNvSpPr/>
            <p:nvPr/>
          </p:nvSpPr>
          <p:spPr>
            <a:xfrm>
              <a:off x="386166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18"/>
            <p:cNvSpPr/>
            <p:nvPr/>
          </p:nvSpPr>
          <p:spPr>
            <a:xfrm>
              <a:off x="400956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18"/>
            <p:cNvSpPr/>
            <p:nvPr/>
          </p:nvSpPr>
          <p:spPr>
            <a:xfrm>
              <a:off x="415748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18"/>
            <p:cNvSpPr/>
            <p:nvPr/>
          </p:nvSpPr>
          <p:spPr>
            <a:xfrm>
              <a:off x="430539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18"/>
            <p:cNvSpPr/>
            <p:nvPr/>
          </p:nvSpPr>
          <p:spPr>
            <a:xfrm>
              <a:off x="253040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18"/>
            <p:cNvSpPr/>
            <p:nvPr/>
          </p:nvSpPr>
          <p:spPr>
            <a:xfrm>
              <a:off x="267832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18"/>
            <p:cNvSpPr/>
            <p:nvPr/>
          </p:nvSpPr>
          <p:spPr>
            <a:xfrm>
              <a:off x="2807755" y="101690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18"/>
            <p:cNvSpPr/>
            <p:nvPr/>
          </p:nvSpPr>
          <p:spPr>
            <a:xfrm>
              <a:off x="297417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18"/>
            <p:cNvSpPr/>
            <p:nvPr/>
          </p:nvSpPr>
          <p:spPr>
            <a:xfrm>
              <a:off x="312208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18"/>
            <p:cNvSpPr/>
            <p:nvPr/>
          </p:nvSpPr>
          <p:spPr>
            <a:xfrm>
              <a:off x="326998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18"/>
            <p:cNvSpPr/>
            <p:nvPr/>
          </p:nvSpPr>
          <p:spPr>
            <a:xfrm>
              <a:off x="341790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18"/>
            <p:cNvSpPr/>
            <p:nvPr/>
          </p:nvSpPr>
          <p:spPr>
            <a:xfrm>
              <a:off x="3565818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18"/>
            <p:cNvSpPr/>
            <p:nvPr/>
          </p:nvSpPr>
          <p:spPr>
            <a:xfrm>
              <a:off x="3713719" y="101690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18"/>
            <p:cNvSpPr/>
            <p:nvPr/>
          </p:nvSpPr>
          <p:spPr>
            <a:xfrm>
              <a:off x="386166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18"/>
            <p:cNvSpPr/>
            <p:nvPr/>
          </p:nvSpPr>
          <p:spPr>
            <a:xfrm>
              <a:off x="400956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18"/>
            <p:cNvSpPr/>
            <p:nvPr/>
          </p:nvSpPr>
          <p:spPr>
            <a:xfrm>
              <a:off x="415748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18"/>
            <p:cNvSpPr/>
            <p:nvPr/>
          </p:nvSpPr>
          <p:spPr>
            <a:xfrm>
              <a:off x="253040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18"/>
            <p:cNvSpPr/>
            <p:nvPr/>
          </p:nvSpPr>
          <p:spPr>
            <a:xfrm>
              <a:off x="267832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18"/>
            <p:cNvSpPr/>
            <p:nvPr/>
          </p:nvSpPr>
          <p:spPr>
            <a:xfrm>
              <a:off x="2807755" y="88746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18"/>
            <p:cNvSpPr/>
            <p:nvPr/>
          </p:nvSpPr>
          <p:spPr>
            <a:xfrm>
              <a:off x="297417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18"/>
            <p:cNvSpPr/>
            <p:nvPr/>
          </p:nvSpPr>
          <p:spPr>
            <a:xfrm>
              <a:off x="312208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18"/>
            <p:cNvSpPr/>
            <p:nvPr/>
          </p:nvSpPr>
          <p:spPr>
            <a:xfrm>
              <a:off x="326998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18"/>
            <p:cNvSpPr/>
            <p:nvPr/>
          </p:nvSpPr>
          <p:spPr>
            <a:xfrm>
              <a:off x="341790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18"/>
            <p:cNvSpPr/>
            <p:nvPr/>
          </p:nvSpPr>
          <p:spPr>
            <a:xfrm>
              <a:off x="3565818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18"/>
            <p:cNvSpPr/>
            <p:nvPr/>
          </p:nvSpPr>
          <p:spPr>
            <a:xfrm>
              <a:off x="3713719" y="88746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18"/>
            <p:cNvSpPr/>
            <p:nvPr/>
          </p:nvSpPr>
          <p:spPr>
            <a:xfrm>
              <a:off x="386166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18"/>
            <p:cNvSpPr/>
            <p:nvPr/>
          </p:nvSpPr>
          <p:spPr>
            <a:xfrm>
              <a:off x="400956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18"/>
            <p:cNvSpPr/>
            <p:nvPr/>
          </p:nvSpPr>
          <p:spPr>
            <a:xfrm>
              <a:off x="415748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18"/>
            <p:cNvSpPr/>
            <p:nvPr/>
          </p:nvSpPr>
          <p:spPr>
            <a:xfrm>
              <a:off x="253040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18"/>
            <p:cNvSpPr/>
            <p:nvPr/>
          </p:nvSpPr>
          <p:spPr>
            <a:xfrm>
              <a:off x="267832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18"/>
            <p:cNvSpPr/>
            <p:nvPr/>
          </p:nvSpPr>
          <p:spPr>
            <a:xfrm>
              <a:off x="2807755" y="739552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18"/>
            <p:cNvSpPr/>
            <p:nvPr/>
          </p:nvSpPr>
          <p:spPr>
            <a:xfrm>
              <a:off x="297417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18"/>
            <p:cNvSpPr/>
            <p:nvPr/>
          </p:nvSpPr>
          <p:spPr>
            <a:xfrm>
              <a:off x="312208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18"/>
            <p:cNvSpPr/>
            <p:nvPr/>
          </p:nvSpPr>
          <p:spPr>
            <a:xfrm>
              <a:off x="326998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18"/>
            <p:cNvSpPr/>
            <p:nvPr/>
          </p:nvSpPr>
          <p:spPr>
            <a:xfrm>
              <a:off x="3417902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18"/>
            <p:cNvSpPr/>
            <p:nvPr/>
          </p:nvSpPr>
          <p:spPr>
            <a:xfrm>
              <a:off x="3565818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18"/>
            <p:cNvSpPr/>
            <p:nvPr/>
          </p:nvSpPr>
          <p:spPr>
            <a:xfrm>
              <a:off x="3713719" y="739552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18"/>
            <p:cNvSpPr/>
            <p:nvPr/>
          </p:nvSpPr>
          <p:spPr>
            <a:xfrm>
              <a:off x="386166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18"/>
            <p:cNvSpPr/>
            <p:nvPr/>
          </p:nvSpPr>
          <p:spPr>
            <a:xfrm>
              <a:off x="400956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18"/>
            <p:cNvSpPr/>
            <p:nvPr/>
          </p:nvSpPr>
          <p:spPr>
            <a:xfrm>
              <a:off x="253040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18"/>
            <p:cNvSpPr/>
            <p:nvPr/>
          </p:nvSpPr>
          <p:spPr>
            <a:xfrm>
              <a:off x="267832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18"/>
            <p:cNvSpPr/>
            <p:nvPr/>
          </p:nvSpPr>
          <p:spPr>
            <a:xfrm>
              <a:off x="2807755" y="573137"/>
              <a:ext cx="166431" cy="166431"/>
            </a:xfrm>
            <a:custGeom>
              <a:rect b="b" l="l" r="r" t="t"/>
              <a:pathLst>
                <a:path extrusionOk="0" h="10715" w="10715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18"/>
            <p:cNvSpPr/>
            <p:nvPr/>
          </p:nvSpPr>
          <p:spPr>
            <a:xfrm>
              <a:off x="297417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18"/>
            <p:cNvSpPr/>
            <p:nvPr/>
          </p:nvSpPr>
          <p:spPr>
            <a:xfrm>
              <a:off x="3122086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18"/>
            <p:cNvSpPr/>
            <p:nvPr/>
          </p:nvSpPr>
          <p:spPr>
            <a:xfrm>
              <a:off x="326998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18"/>
            <p:cNvSpPr/>
            <p:nvPr/>
          </p:nvSpPr>
          <p:spPr>
            <a:xfrm>
              <a:off x="3417902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18"/>
            <p:cNvSpPr/>
            <p:nvPr/>
          </p:nvSpPr>
          <p:spPr>
            <a:xfrm>
              <a:off x="253040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18"/>
            <p:cNvSpPr/>
            <p:nvPr/>
          </p:nvSpPr>
          <p:spPr>
            <a:xfrm>
              <a:off x="267832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18"/>
            <p:cNvSpPr/>
            <p:nvPr/>
          </p:nvSpPr>
          <p:spPr>
            <a:xfrm>
              <a:off x="2807755" y="443705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18"/>
            <p:cNvSpPr/>
            <p:nvPr/>
          </p:nvSpPr>
          <p:spPr>
            <a:xfrm>
              <a:off x="297417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18"/>
            <p:cNvSpPr/>
            <p:nvPr/>
          </p:nvSpPr>
          <p:spPr>
            <a:xfrm>
              <a:off x="3122086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18"/>
            <p:cNvSpPr/>
            <p:nvPr/>
          </p:nvSpPr>
          <p:spPr>
            <a:xfrm>
              <a:off x="326998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18"/>
            <p:cNvSpPr/>
            <p:nvPr/>
          </p:nvSpPr>
          <p:spPr>
            <a:xfrm>
              <a:off x="3417902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18"/>
            <p:cNvSpPr/>
            <p:nvPr/>
          </p:nvSpPr>
          <p:spPr>
            <a:xfrm>
              <a:off x="253040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18"/>
            <p:cNvSpPr/>
            <p:nvPr/>
          </p:nvSpPr>
          <p:spPr>
            <a:xfrm>
              <a:off x="267832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18"/>
            <p:cNvSpPr/>
            <p:nvPr/>
          </p:nvSpPr>
          <p:spPr>
            <a:xfrm>
              <a:off x="2807755" y="27732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18"/>
            <p:cNvSpPr/>
            <p:nvPr/>
          </p:nvSpPr>
          <p:spPr>
            <a:xfrm>
              <a:off x="297417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18"/>
            <p:cNvSpPr/>
            <p:nvPr/>
          </p:nvSpPr>
          <p:spPr>
            <a:xfrm>
              <a:off x="3122086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18"/>
            <p:cNvSpPr/>
            <p:nvPr/>
          </p:nvSpPr>
          <p:spPr>
            <a:xfrm>
              <a:off x="326998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18"/>
            <p:cNvSpPr/>
            <p:nvPr/>
          </p:nvSpPr>
          <p:spPr>
            <a:xfrm>
              <a:off x="2530406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18"/>
            <p:cNvSpPr/>
            <p:nvPr/>
          </p:nvSpPr>
          <p:spPr>
            <a:xfrm>
              <a:off x="267832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18"/>
            <p:cNvSpPr/>
            <p:nvPr/>
          </p:nvSpPr>
          <p:spPr>
            <a:xfrm>
              <a:off x="2807755" y="129404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18"/>
            <p:cNvSpPr/>
            <p:nvPr/>
          </p:nvSpPr>
          <p:spPr>
            <a:xfrm>
              <a:off x="2974170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18"/>
            <p:cNvSpPr/>
            <p:nvPr/>
          </p:nvSpPr>
          <p:spPr>
            <a:xfrm>
              <a:off x="3122086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18"/>
            <p:cNvSpPr/>
            <p:nvPr/>
          </p:nvSpPr>
          <p:spPr>
            <a:xfrm>
              <a:off x="2530406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18"/>
            <p:cNvSpPr/>
            <p:nvPr/>
          </p:nvSpPr>
          <p:spPr>
            <a:xfrm>
              <a:off x="267832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18"/>
            <p:cNvSpPr/>
            <p:nvPr/>
          </p:nvSpPr>
          <p:spPr>
            <a:xfrm>
              <a:off x="2807755" y="-12"/>
              <a:ext cx="166431" cy="129432"/>
            </a:xfrm>
            <a:custGeom>
              <a:rect b="b" l="l" r="r" t="t"/>
              <a:pathLst>
                <a:path extrusionOk="0" h="8333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18"/>
            <p:cNvSpPr/>
            <p:nvPr/>
          </p:nvSpPr>
          <p:spPr>
            <a:xfrm>
              <a:off x="2974170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87" name="Google Shape;2987;p18"/>
          <p:cNvSpPr txBox="1"/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88" name="Google Shape;2988;p18"/>
          <p:cNvSpPr txBox="1"/>
          <p:nvPr>
            <p:ph hasCustomPrompt="1" idx="2" type="title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989" name="Google Shape;2989;p18"/>
          <p:cNvSpPr txBox="1"/>
          <p:nvPr>
            <p:ph idx="1" type="subTitle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2990" name="Google Shape;2990;p18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sp>
          <p:nvSpPr>
            <p:cNvPr id="2991" name="Google Shape;2991;p18"/>
            <p:cNvSpPr/>
            <p:nvPr/>
          </p:nvSpPr>
          <p:spPr>
            <a:xfrm>
              <a:off x="0" y="4025575"/>
              <a:ext cx="9144000" cy="5670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18"/>
            <p:cNvSpPr/>
            <p:nvPr/>
          </p:nvSpPr>
          <p:spPr>
            <a:xfrm>
              <a:off x="0" y="4598775"/>
              <a:ext cx="9144000" cy="1557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18"/>
            <p:cNvSpPr/>
            <p:nvPr/>
          </p:nvSpPr>
          <p:spPr>
            <a:xfrm>
              <a:off x="0" y="4760675"/>
              <a:ext cx="9144000" cy="5670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18"/>
            <p:cNvSpPr/>
            <p:nvPr/>
          </p:nvSpPr>
          <p:spPr>
            <a:xfrm>
              <a:off x="0" y="1475275"/>
              <a:ext cx="1611600" cy="5670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18"/>
            <p:cNvSpPr/>
            <p:nvPr/>
          </p:nvSpPr>
          <p:spPr>
            <a:xfrm>
              <a:off x="0" y="2048475"/>
              <a:ext cx="1611600" cy="1557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18"/>
            <p:cNvSpPr/>
            <p:nvPr/>
          </p:nvSpPr>
          <p:spPr>
            <a:xfrm>
              <a:off x="0" y="2204175"/>
              <a:ext cx="1611600" cy="18213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97" name="Google Shape;2997;p18"/>
            <p:cNvGrpSpPr/>
            <p:nvPr/>
          </p:nvGrpSpPr>
          <p:grpSpPr>
            <a:xfrm>
              <a:off x="514651" y="1474590"/>
              <a:ext cx="582277" cy="2550888"/>
              <a:chOff x="573900" y="1154950"/>
              <a:chExt cx="538000" cy="2396100"/>
            </a:xfrm>
          </p:grpSpPr>
          <p:sp>
            <p:nvSpPr>
              <p:cNvPr id="2998" name="Google Shape;2998;p18"/>
              <p:cNvSpPr/>
              <p:nvPr/>
            </p:nvSpPr>
            <p:spPr>
              <a:xfrm>
                <a:off x="573900" y="1154950"/>
                <a:ext cx="71700" cy="2396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9" name="Google Shape;2999;p18"/>
              <p:cNvSpPr/>
              <p:nvPr/>
            </p:nvSpPr>
            <p:spPr>
              <a:xfrm>
                <a:off x="1040200" y="1154950"/>
                <a:ext cx="71700" cy="2396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0" name="Google Shape;3000;p18"/>
              <p:cNvSpPr/>
              <p:nvPr/>
            </p:nvSpPr>
            <p:spPr>
              <a:xfrm>
                <a:off x="595400" y="137738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1" name="Google Shape;3001;p18"/>
              <p:cNvSpPr/>
              <p:nvPr/>
            </p:nvSpPr>
            <p:spPr>
              <a:xfrm>
                <a:off x="595400" y="175401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2" name="Google Shape;3002;p18"/>
              <p:cNvSpPr/>
              <p:nvPr/>
            </p:nvSpPr>
            <p:spPr>
              <a:xfrm>
                <a:off x="613325" y="213063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3" name="Google Shape;3003;p18"/>
              <p:cNvSpPr/>
              <p:nvPr/>
            </p:nvSpPr>
            <p:spPr>
              <a:xfrm>
                <a:off x="595400" y="250726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4" name="Google Shape;3004;p18"/>
              <p:cNvSpPr/>
              <p:nvPr/>
            </p:nvSpPr>
            <p:spPr>
              <a:xfrm>
                <a:off x="595400" y="288388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5" name="Google Shape;3005;p18"/>
              <p:cNvSpPr/>
              <p:nvPr/>
            </p:nvSpPr>
            <p:spPr>
              <a:xfrm>
                <a:off x="613325" y="326051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TITLE_AND_BODY_1_1_1_1">
    <p:bg>
      <p:bgPr>
        <a:solidFill>
          <a:schemeClr val="accent6"/>
        </a:solidFill>
      </p:bgPr>
    </p:bg>
    <p:spTree>
      <p:nvGrpSpPr>
        <p:cNvPr id="3006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Google Shape;3007;p1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08" name="Google Shape;3008;p19"/>
          <p:cNvSpPr txBox="1"/>
          <p:nvPr>
            <p:ph idx="2" type="title"/>
          </p:nvPr>
        </p:nvSpPr>
        <p:spPr>
          <a:xfrm>
            <a:off x="1598176" y="1762650"/>
            <a:ext cx="26208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09" name="Google Shape;3009;p19"/>
          <p:cNvSpPr txBox="1"/>
          <p:nvPr>
            <p:ph idx="1" type="subTitle"/>
          </p:nvPr>
        </p:nvSpPr>
        <p:spPr>
          <a:xfrm>
            <a:off x="1598175" y="2174828"/>
            <a:ext cx="2620800" cy="7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0" name="Google Shape;3010;p19"/>
          <p:cNvSpPr txBox="1"/>
          <p:nvPr>
            <p:ph idx="3" type="title"/>
          </p:nvPr>
        </p:nvSpPr>
        <p:spPr>
          <a:xfrm>
            <a:off x="1598176" y="3271775"/>
            <a:ext cx="26208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11" name="Google Shape;3011;p19"/>
          <p:cNvSpPr txBox="1"/>
          <p:nvPr>
            <p:ph idx="4" type="subTitle"/>
          </p:nvPr>
        </p:nvSpPr>
        <p:spPr>
          <a:xfrm>
            <a:off x="1598175" y="3683953"/>
            <a:ext cx="2620800" cy="7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2" name="Google Shape;3012;p19"/>
          <p:cNvSpPr txBox="1"/>
          <p:nvPr>
            <p:ph idx="5" type="title"/>
          </p:nvPr>
        </p:nvSpPr>
        <p:spPr>
          <a:xfrm>
            <a:off x="5744226" y="1762650"/>
            <a:ext cx="26208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13" name="Google Shape;3013;p19"/>
          <p:cNvSpPr txBox="1"/>
          <p:nvPr>
            <p:ph idx="6" type="subTitle"/>
          </p:nvPr>
        </p:nvSpPr>
        <p:spPr>
          <a:xfrm>
            <a:off x="5744225" y="2174828"/>
            <a:ext cx="2620800" cy="7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4" name="Google Shape;3014;p19"/>
          <p:cNvSpPr txBox="1"/>
          <p:nvPr>
            <p:ph idx="7" type="title"/>
          </p:nvPr>
        </p:nvSpPr>
        <p:spPr>
          <a:xfrm>
            <a:off x="5744226" y="3271775"/>
            <a:ext cx="26208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15" name="Google Shape;3015;p19"/>
          <p:cNvSpPr txBox="1"/>
          <p:nvPr>
            <p:ph idx="8" type="subTitle"/>
          </p:nvPr>
        </p:nvSpPr>
        <p:spPr>
          <a:xfrm>
            <a:off x="5744225" y="3683953"/>
            <a:ext cx="2620800" cy="7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1_1">
    <p:bg>
      <p:bgPr>
        <a:solidFill>
          <a:schemeClr val="accent6"/>
        </a:solidFill>
      </p:bgPr>
    </p:bg>
    <p:spTree>
      <p:nvGrpSpPr>
        <p:cNvPr id="3016" name="Shape 3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7" name="Google Shape;3017;p20"/>
          <p:cNvSpPr txBox="1"/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18" name="Google Shape;3018;p20"/>
          <p:cNvSpPr txBox="1"/>
          <p:nvPr>
            <p:ph hasCustomPrompt="1" idx="2" type="title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019" name="Google Shape;3019;p20"/>
          <p:cNvSpPr txBox="1"/>
          <p:nvPr>
            <p:ph idx="1" type="subTitle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3020" name="Google Shape;3020;p20"/>
          <p:cNvGrpSpPr/>
          <p:nvPr/>
        </p:nvGrpSpPr>
        <p:grpSpPr>
          <a:xfrm>
            <a:off x="1849188" y="277203"/>
            <a:ext cx="1443946" cy="721968"/>
            <a:chOff x="311697" y="-12"/>
            <a:chExt cx="4437449" cy="2218709"/>
          </a:xfrm>
        </p:grpSpPr>
        <p:sp>
          <p:nvSpPr>
            <p:cNvPr id="3021" name="Google Shape;3021;p20"/>
            <p:cNvSpPr/>
            <p:nvPr/>
          </p:nvSpPr>
          <p:spPr>
            <a:xfrm>
              <a:off x="2400974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20"/>
            <p:cNvSpPr/>
            <p:nvPr/>
          </p:nvSpPr>
          <p:spPr>
            <a:xfrm>
              <a:off x="2253074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20"/>
            <p:cNvSpPr/>
            <p:nvPr/>
          </p:nvSpPr>
          <p:spPr>
            <a:xfrm>
              <a:off x="208667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20"/>
            <p:cNvSpPr/>
            <p:nvPr/>
          </p:nvSpPr>
          <p:spPr>
            <a:xfrm>
              <a:off x="195724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20"/>
            <p:cNvSpPr/>
            <p:nvPr/>
          </p:nvSpPr>
          <p:spPr>
            <a:xfrm>
              <a:off x="1790857" y="2070781"/>
              <a:ext cx="166400" cy="147916"/>
            </a:xfrm>
            <a:custGeom>
              <a:rect b="b" l="l" r="r" t="t"/>
              <a:pathLst>
                <a:path extrusionOk="0" h="9523" w="10713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20"/>
            <p:cNvSpPr/>
            <p:nvPr/>
          </p:nvSpPr>
          <p:spPr>
            <a:xfrm>
              <a:off x="164291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20"/>
            <p:cNvSpPr/>
            <p:nvPr/>
          </p:nvSpPr>
          <p:spPr>
            <a:xfrm>
              <a:off x="1513494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20"/>
            <p:cNvSpPr/>
            <p:nvPr/>
          </p:nvSpPr>
          <p:spPr>
            <a:xfrm>
              <a:off x="134709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20"/>
            <p:cNvSpPr/>
            <p:nvPr/>
          </p:nvSpPr>
          <p:spPr>
            <a:xfrm>
              <a:off x="119917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20"/>
            <p:cNvSpPr/>
            <p:nvPr/>
          </p:nvSpPr>
          <p:spPr>
            <a:xfrm>
              <a:off x="1069761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20"/>
            <p:cNvSpPr/>
            <p:nvPr/>
          </p:nvSpPr>
          <p:spPr>
            <a:xfrm>
              <a:off x="903361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20"/>
            <p:cNvSpPr/>
            <p:nvPr/>
          </p:nvSpPr>
          <p:spPr>
            <a:xfrm>
              <a:off x="755430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20"/>
            <p:cNvSpPr/>
            <p:nvPr/>
          </p:nvSpPr>
          <p:spPr>
            <a:xfrm>
              <a:off x="625998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20"/>
            <p:cNvSpPr/>
            <p:nvPr/>
          </p:nvSpPr>
          <p:spPr>
            <a:xfrm>
              <a:off x="2400974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20"/>
            <p:cNvSpPr/>
            <p:nvPr/>
          </p:nvSpPr>
          <p:spPr>
            <a:xfrm>
              <a:off x="225307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20"/>
            <p:cNvSpPr/>
            <p:nvPr/>
          </p:nvSpPr>
          <p:spPr>
            <a:xfrm>
              <a:off x="208667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20"/>
            <p:cNvSpPr/>
            <p:nvPr/>
          </p:nvSpPr>
          <p:spPr>
            <a:xfrm>
              <a:off x="195724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20"/>
            <p:cNvSpPr/>
            <p:nvPr/>
          </p:nvSpPr>
          <p:spPr>
            <a:xfrm>
              <a:off x="1790857" y="192286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20"/>
            <p:cNvSpPr/>
            <p:nvPr/>
          </p:nvSpPr>
          <p:spPr>
            <a:xfrm>
              <a:off x="164291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20"/>
            <p:cNvSpPr/>
            <p:nvPr/>
          </p:nvSpPr>
          <p:spPr>
            <a:xfrm>
              <a:off x="1513494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20"/>
            <p:cNvSpPr/>
            <p:nvPr/>
          </p:nvSpPr>
          <p:spPr>
            <a:xfrm>
              <a:off x="134709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20"/>
            <p:cNvSpPr/>
            <p:nvPr/>
          </p:nvSpPr>
          <p:spPr>
            <a:xfrm>
              <a:off x="119917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20"/>
            <p:cNvSpPr/>
            <p:nvPr/>
          </p:nvSpPr>
          <p:spPr>
            <a:xfrm>
              <a:off x="1069761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20"/>
            <p:cNvSpPr/>
            <p:nvPr/>
          </p:nvSpPr>
          <p:spPr>
            <a:xfrm>
              <a:off x="903361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20"/>
            <p:cNvSpPr/>
            <p:nvPr/>
          </p:nvSpPr>
          <p:spPr>
            <a:xfrm>
              <a:off x="755430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20"/>
            <p:cNvSpPr/>
            <p:nvPr/>
          </p:nvSpPr>
          <p:spPr>
            <a:xfrm>
              <a:off x="625998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20"/>
            <p:cNvSpPr/>
            <p:nvPr/>
          </p:nvSpPr>
          <p:spPr>
            <a:xfrm>
              <a:off x="459598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20"/>
            <p:cNvSpPr/>
            <p:nvPr/>
          </p:nvSpPr>
          <p:spPr>
            <a:xfrm>
              <a:off x="311697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20"/>
            <p:cNvSpPr/>
            <p:nvPr/>
          </p:nvSpPr>
          <p:spPr>
            <a:xfrm>
              <a:off x="2400974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20"/>
            <p:cNvSpPr/>
            <p:nvPr/>
          </p:nvSpPr>
          <p:spPr>
            <a:xfrm>
              <a:off x="225307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20"/>
            <p:cNvSpPr/>
            <p:nvPr/>
          </p:nvSpPr>
          <p:spPr>
            <a:xfrm>
              <a:off x="208667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20"/>
            <p:cNvSpPr/>
            <p:nvPr/>
          </p:nvSpPr>
          <p:spPr>
            <a:xfrm>
              <a:off x="195724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20"/>
            <p:cNvSpPr/>
            <p:nvPr/>
          </p:nvSpPr>
          <p:spPr>
            <a:xfrm>
              <a:off x="1790857" y="175648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20"/>
            <p:cNvSpPr/>
            <p:nvPr/>
          </p:nvSpPr>
          <p:spPr>
            <a:xfrm>
              <a:off x="164291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20"/>
            <p:cNvSpPr/>
            <p:nvPr/>
          </p:nvSpPr>
          <p:spPr>
            <a:xfrm>
              <a:off x="1513494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20"/>
            <p:cNvSpPr/>
            <p:nvPr/>
          </p:nvSpPr>
          <p:spPr>
            <a:xfrm>
              <a:off x="134709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20"/>
            <p:cNvSpPr/>
            <p:nvPr/>
          </p:nvSpPr>
          <p:spPr>
            <a:xfrm>
              <a:off x="119917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20"/>
            <p:cNvSpPr/>
            <p:nvPr/>
          </p:nvSpPr>
          <p:spPr>
            <a:xfrm>
              <a:off x="1069761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20"/>
            <p:cNvSpPr/>
            <p:nvPr/>
          </p:nvSpPr>
          <p:spPr>
            <a:xfrm>
              <a:off x="903361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20"/>
            <p:cNvSpPr/>
            <p:nvPr/>
          </p:nvSpPr>
          <p:spPr>
            <a:xfrm>
              <a:off x="755430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20"/>
            <p:cNvSpPr/>
            <p:nvPr/>
          </p:nvSpPr>
          <p:spPr>
            <a:xfrm>
              <a:off x="625998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20"/>
            <p:cNvSpPr/>
            <p:nvPr/>
          </p:nvSpPr>
          <p:spPr>
            <a:xfrm>
              <a:off x="459598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20"/>
            <p:cNvSpPr/>
            <p:nvPr/>
          </p:nvSpPr>
          <p:spPr>
            <a:xfrm>
              <a:off x="311697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20"/>
            <p:cNvSpPr/>
            <p:nvPr/>
          </p:nvSpPr>
          <p:spPr>
            <a:xfrm>
              <a:off x="2400974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20"/>
            <p:cNvSpPr/>
            <p:nvPr/>
          </p:nvSpPr>
          <p:spPr>
            <a:xfrm>
              <a:off x="225307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20"/>
            <p:cNvSpPr/>
            <p:nvPr/>
          </p:nvSpPr>
          <p:spPr>
            <a:xfrm>
              <a:off x="208667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20"/>
            <p:cNvSpPr/>
            <p:nvPr/>
          </p:nvSpPr>
          <p:spPr>
            <a:xfrm>
              <a:off x="195724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20"/>
            <p:cNvSpPr/>
            <p:nvPr/>
          </p:nvSpPr>
          <p:spPr>
            <a:xfrm>
              <a:off x="1790857" y="162704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20"/>
            <p:cNvSpPr/>
            <p:nvPr/>
          </p:nvSpPr>
          <p:spPr>
            <a:xfrm>
              <a:off x="164291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20"/>
            <p:cNvSpPr/>
            <p:nvPr/>
          </p:nvSpPr>
          <p:spPr>
            <a:xfrm>
              <a:off x="1513494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20"/>
            <p:cNvSpPr/>
            <p:nvPr/>
          </p:nvSpPr>
          <p:spPr>
            <a:xfrm>
              <a:off x="134709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20"/>
            <p:cNvSpPr/>
            <p:nvPr/>
          </p:nvSpPr>
          <p:spPr>
            <a:xfrm>
              <a:off x="119917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20"/>
            <p:cNvSpPr/>
            <p:nvPr/>
          </p:nvSpPr>
          <p:spPr>
            <a:xfrm>
              <a:off x="1069761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20"/>
            <p:cNvSpPr/>
            <p:nvPr/>
          </p:nvSpPr>
          <p:spPr>
            <a:xfrm>
              <a:off x="903361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20"/>
            <p:cNvSpPr/>
            <p:nvPr/>
          </p:nvSpPr>
          <p:spPr>
            <a:xfrm>
              <a:off x="755430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20"/>
            <p:cNvSpPr/>
            <p:nvPr/>
          </p:nvSpPr>
          <p:spPr>
            <a:xfrm>
              <a:off x="625998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20"/>
            <p:cNvSpPr/>
            <p:nvPr/>
          </p:nvSpPr>
          <p:spPr>
            <a:xfrm>
              <a:off x="459598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20"/>
            <p:cNvSpPr/>
            <p:nvPr/>
          </p:nvSpPr>
          <p:spPr>
            <a:xfrm>
              <a:off x="311697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20"/>
            <p:cNvSpPr/>
            <p:nvPr/>
          </p:nvSpPr>
          <p:spPr>
            <a:xfrm>
              <a:off x="2400974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20"/>
            <p:cNvSpPr/>
            <p:nvPr/>
          </p:nvSpPr>
          <p:spPr>
            <a:xfrm>
              <a:off x="225307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20"/>
            <p:cNvSpPr/>
            <p:nvPr/>
          </p:nvSpPr>
          <p:spPr>
            <a:xfrm>
              <a:off x="208667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20"/>
            <p:cNvSpPr/>
            <p:nvPr/>
          </p:nvSpPr>
          <p:spPr>
            <a:xfrm>
              <a:off x="195724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20"/>
            <p:cNvSpPr/>
            <p:nvPr/>
          </p:nvSpPr>
          <p:spPr>
            <a:xfrm>
              <a:off x="1790857" y="1460633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20"/>
            <p:cNvSpPr/>
            <p:nvPr/>
          </p:nvSpPr>
          <p:spPr>
            <a:xfrm>
              <a:off x="164291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20"/>
            <p:cNvSpPr/>
            <p:nvPr/>
          </p:nvSpPr>
          <p:spPr>
            <a:xfrm>
              <a:off x="1513494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20"/>
            <p:cNvSpPr/>
            <p:nvPr/>
          </p:nvSpPr>
          <p:spPr>
            <a:xfrm>
              <a:off x="134709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20"/>
            <p:cNvSpPr/>
            <p:nvPr/>
          </p:nvSpPr>
          <p:spPr>
            <a:xfrm>
              <a:off x="119917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20"/>
            <p:cNvSpPr/>
            <p:nvPr/>
          </p:nvSpPr>
          <p:spPr>
            <a:xfrm>
              <a:off x="1069761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20"/>
            <p:cNvSpPr/>
            <p:nvPr/>
          </p:nvSpPr>
          <p:spPr>
            <a:xfrm>
              <a:off x="903361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20"/>
            <p:cNvSpPr/>
            <p:nvPr/>
          </p:nvSpPr>
          <p:spPr>
            <a:xfrm>
              <a:off x="755430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20"/>
            <p:cNvSpPr/>
            <p:nvPr/>
          </p:nvSpPr>
          <p:spPr>
            <a:xfrm>
              <a:off x="625998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20"/>
            <p:cNvSpPr/>
            <p:nvPr/>
          </p:nvSpPr>
          <p:spPr>
            <a:xfrm>
              <a:off x="459598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20"/>
            <p:cNvSpPr/>
            <p:nvPr/>
          </p:nvSpPr>
          <p:spPr>
            <a:xfrm>
              <a:off x="311697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20"/>
            <p:cNvSpPr/>
            <p:nvPr/>
          </p:nvSpPr>
          <p:spPr>
            <a:xfrm>
              <a:off x="2400974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20"/>
            <p:cNvSpPr/>
            <p:nvPr/>
          </p:nvSpPr>
          <p:spPr>
            <a:xfrm>
              <a:off x="225307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20"/>
            <p:cNvSpPr/>
            <p:nvPr/>
          </p:nvSpPr>
          <p:spPr>
            <a:xfrm>
              <a:off x="208667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20"/>
            <p:cNvSpPr/>
            <p:nvPr/>
          </p:nvSpPr>
          <p:spPr>
            <a:xfrm>
              <a:off x="195724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20"/>
            <p:cNvSpPr/>
            <p:nvPr/>
          </p:nvSpPr>
          <p:spPr>
            <a:xfrm>
              <a:off x="1790857" y="1331201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20"/>
            <p:cNvSpPr/>
            <p:nvPr/>
          </p:nvSpPr>
          <p:spPr>
            <a:xfrm>
              <a:off x="164291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20"/>
            <p:cNvSpPr/>
            <p:nvPr/>
          </p:nvSpPr>
          <p:spPr>
            <a:xfrm>
              <a:off x="1513494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20"/>
            <p:cNvSpPr/>
            <p:nvPr/>
          </p:nvSpPr>
          <p:spPr>
            <a:xfrm>
              <a:off x="134709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20"/>
            <p:cNvSpPr/>
            <p:nvPr/>
          </p:nvSpPr>
          <p:spPr>
            <a:xfrm>
              <a:off x="119917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20"/>
            <p:cNvSpPr/>
            <p:nvPr/>
          </p:nvSpPr>
          <p:spPr>
            <a:xfrm>
              <a:off x="1069761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20"/>
            <p:cNvSpPr/>
            <p:nvPr/>
          </p:nvSpPr>
          <p:spPr>
            <a:xfrm>
              <a:off x="903361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20"/>
            <p:cNvSpPr/>
            <p:nvPr/>
          </p:nvSpPr>
          <p:spPr>
            <a:xfrm>
              <a:off x="755430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20"/>
            <p:cNvSpPr/>
            <p:nvPr/>
          </p:nvSpPr>
          <p:spPr>
            <a:xfrm>
              <a:off x="625998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20"/>
            <p:cNvSpPr/>
            <p:nvPr/>
          </p:nvSpPr>
          <p:spPr>
            <a:xfrm>
              <a:off x="459598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20"/>
            <p:cNvSpPr/>
            <p:nvPr/>
          </p:nvSpPr>
          <p:spPr>
            <a:xfrm>
              <a:off x="2400974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20"/>
            <p:cNvSpPr/>
            <p:nvPr/>
          </p:nvSpPr>
          <p:spPr>
            <a:xfrm>
              <a:off x="2253074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20"/>
            <p:cNvSpPr/>
            <p:nvPr/>
          </p:nvSpPr>
          <p:spPr>
            <a:xfrm>
              <a:off x="208667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20"/>
            <p:cNvSpPr/>
            <p:nvPr/>
          </p:nvSpPr>
          <p:spPr>
            <a:xfrm>
              <a:off x="195724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20"/>
            <p:cNvSpPr/>
            <p:nvPr/>
          </p:nvSpPr>
          <p:spPr>
            <a:xfrm>
              <a:off x="1790857" y="118328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20"/>
            <p:cNvSpPr/>
            <p:nvPr/>
          </p:nvSpPr>
          <p:spPr>
            <a:xfrm>
              <a:off x="164291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20"/>
            <p:cNvSpPr/>
            <p:nvPr/>
          </p:nvSpPr>
          <p:spPr>
            <a:xfrm>
              <a:off x="1513494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20"/>
            <p:cNvSpPr/>
            <p:nvPr/>
          </p:nvSpPr>
          <p:spPr>
            <a:xfrm>
              <a:off x="134709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20"/>
            <p:cNvSpPr/>
            <p:nvPr/>
          </p:nvSpPr>
          <p:spPr>
            <a:xfrm>
              <a:off x="119917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20"/>
            <p:cNvSpPr/>
            <p:nvPr/>
          </p:nvSpPr>
          <p:spPr>
            <a:xfrm>
              <a:off x="1069761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20"/>
            <p:cNvSpPr/>
            <p:nvPr/>
          </p:nvSpPr>
          <p:spPr>
            <a:xfrm>
              <a:off x="903361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20"/>
            <p:cNvSpPr/>
            <p:nvPr/>
          </p:nvSpPr>
          <p:spPr>
            <a:xfrm>
              <a:off x="755430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20"/>
            <p:cNvSpPr/>
            <p:nvPr/>
          </p:nvSpPr>
          <p:spPr>
            <a:xfrm>
              <a:off x="626013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20"/>
            <p:cNvSpPr/>
            <p:nvPr/>
          </p:nvSpPr>
          <p:spPr>
            <a:xfrm>
              <a:off x="2400974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20"/>
            <p:cNvSpPr/>
            <p:nvPr/>
          </p:nvSpPr>
          <p:spPr>
            <a:xfrm>
              <a:off x="2253074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20"/>
            <p:cNvSpPr/>
            <p:nvPr/>
          </p:nvSpPr>
          <p:spPr>
            <a:xfrm>
              <a:off x="208667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20"/>
            <p:cNvSpPr/>
            <p:nvPr/>
          </p:nvSpPr>
          <p:spPr>
            <a:xfrm>
              <a:off x="195724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20"/>
            <p:cNvSpPr/>
            <p:nvPr/>
          </p:nvSpPr>
          <p:spPr>
            <a:xfrm>
              <a:off x="1790857" y="101690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20"/>
            <p:cNvSpPr/>
            <p:nvPr/>
          </p:nvSpPr>
          <p:spPr>
            <a:xfrm>
              <a:off x="164291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20"/>
            <p:cNvSpPr/>
            <p:nvPr/>
          </p:nvSpPr>
          <p:spPr>
            <a:xfrm>
              <a:off x="1513494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20"/>
            <p:cNvSpPr/>
            <p:nvPr/>
          </p:nvSpPr>
          <p:spPr>
            <a:xfrm>
              <a:off x="134709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20"/>
            <p:cNvSpPr/>
            <p:nvPr/>
          </p:nvSpPr>
          <p:spPr>
            <a:xfrm>
              <a:off x="1199178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20"/>
            <p:cNvSpPr/>
            <p:nvPr/>
          </p:nvSpPr>
          <p:spPr>
            <a:xfrm>
              <a:off x="1069761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20"/>
            <p:cNvSpPr/>
            <p:nvPr/>
          </p:nvSpPr>
          <p:spPr>
            <a:xfrm>
              <a:off x="903361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20"/>
            <p:cNvSpPr/>
            <p:nvPr/>
          </p:nvSpPr>
          <p:spPr>
            <a:xfrm>
              <a:off x="755430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20"/>
            <p:cNvSpPr/>
            <p:nvPr/>
          </p:nvSpPr>
          <p:spPr>
            <a:xfrm>
              <a:off x="2400974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20"/>
            <p:cNvSpPr/>
            <p:nvPr/>
          </p:nvSpPr>
          <p:spPr>
            <a:xfrm>
              <a:off x="2253074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20"/>
            <p:cNvSpPr/>
            <p:nvPr/>
          </p:nvSpPr>
          <p:spPr>
            <a:xfrm>
              <a:off x="208667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20"/>
            <p:cNvSpPr/>
            <p:nvPr/>
          </p:nvSpPr>
          <p:spPr>
            <a:xfrm>
              <a:off x="195724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20"/>
            <p:cNvSpPr/>
            <p:nvPr/>
          </p:nvSpPr>
          <p:spPr>
            <a:xfrm>
              <a:off x="1790857" y="88746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20"/>
            <p:cNvSpPr/>
            <p:nvPr/>
          </p:nvSpPr>
          <p:spPr>
            <a:xfrm>
              <a:off x="164291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20"/>
            <p:cNvSpPr/>
            <p:nvPr/>
          </p:nvSpPr>
          <p:spPr>
            <a:xfrm>
              <a:off x="1513494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20"/>
            <p:cNvSpPr/>
            <p:nvPr/>
          </p:nvSpPr>
          <p:spPr>
            <a:xfrm>
              <a:off x="134709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20"/>
            <p:cNvSpPr/>
            <p:nvPr/>
          </p:nvSpPr>
          <p:spPr>
            <a:xfrm>
              <a:off x="1199178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20"/>
            <p:cNvSpPr/>
            <p:nvPr/>
          </p:nvSpPr>
          <p:spPr>
            <a:xfrm>
              <a:off x="1069761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20"/>
            <p:cNvSpPr/>
            <p:nvPr/>
          </p:nvSpPr>
          <p:spPr>
            <a:xfrm>
              <a:off x="903361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20"/>
            <p:cNvSpPr/>
            <p:nvPr/>
          </p:nvSpPr>
          <p:spPr>
            <a:xfrm>
              <a:off x="755430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20"/>
            <p:cNvSpPr/>
            <p:nvPr/>
          </p:nvSpPr>
          <p:spPr>
            <a:xfrm>
              <a:off x="2400974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20"/>
            <p:cNvSpPr/>
            <p:nvPr/>
          </p:nvSpPr>
          <p:spPr>
            <a:xfrm>
              <a:off x="2253074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20"/>
            <p:cNvSpPr/>
            <p:nvPr/>
          </p:nvSpPr>
          <p:spPr>
            <a:xfrm>
              <a:off x="208667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20"/>
            <p:cNvSpPr/>
            <p:nvPr/>
          </p:nvSpPr>
          <p:spPr>
            <a:xfrm>
              <a:off x="195724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20"/>
            <p:cNvSpPr/>
            <p:nvPr/>
          </p:nvSpPr>
          <p:spPr>
            <a:xfrm>
              <a:off x="1790857" y="739552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20"/>
            <p:cNvSpPr/>
            <p:nvPr/>
          </p:nvSpPr>
          <p:spPr>
            <a:xfrm>
              <a:off x="164291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20"/>
            <p:cNvSpPr/>
            <p:nvPr/>
          </p:nvSpPr>
          <p:spPr>
            <a:xfrm>
              <a:off x="1513494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20"/>
            <p:cNvSpPr/>
            <p:nvPr/>
          </p:nvSpPr>
          <p:spPr>
            <a:xfrm>
              <a:off x="134709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20"/>
            <p:cNvSpPr/>
            <p:nvPr/>
          </p:nvSpPr>
          <p:spPr>
            <a:xfrm>
              <a:off x="1199178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20"/>
            <p:cNvSpPr/>
            <p:nvPr/>
          </p:nvSpPr>
          <p:spPr>
            <a:xfrm>
              <a:off x="1069761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20"/>
            <p:cNvSpPr/>
            <p:nvPr/>
          </p:nvSpPr>
          <p:spPr>
            <a:xfrm>
              <a:off x="903361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20"/>
            <p:cNvSpPr/>
            <p:nvPr/>
          </p:nvSpPr>
          <p:spPr>
            <a:xfrm>
              <a:off x="2400974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20"/>
            <p:cNvSpPr/>
            <p:nvPr/>
          </p:nvSpPr>
          <p:spPr>
            <a:xfrm>
              <a:off x="2253074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20"/>
            <p:cNvSpPr/>
            <p:nvPr/>
          </p:nvSpPr>
          <p:spPr>
            <a:xfrm>
              <a:off x="2086674" y="573137"/>
              <a:ext cx="166415" cy="166431"/>
            </a:xfrm>
            <a:custGeom>
              <a:rect b="b" l="l" r="r" t="t"/>
              <a:pathLst>
                <a:path extrusionOk="0" h="10715" w="10714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20"/>
            <p:cNvSpPr/>
            <p:nvPr/>
          </p:nvSpPr>
          <p:spPr>
            <a:xfrm>
              <a:off x="195724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20"/>
            <p:cNvSpPr/>
            <p:nvPr/>
          </p:nvSpPr>
          <p:spPr>
            <a:xfrm>
              <a:off x="1790857" y="573137"/>
              <a:ext cx="166400" cy="166431"/>
            </a:xfrm>
            <a:custGeom>
              <a:rect b="b" l="l" r="r" t="t"/>
              <a:pathLst>
                <a:path extrusionOk="0" h="10715" w="10713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20"/>
            <p:cNvSpPr/>
            <p:nvPr/>
          </p:nvSpPr>
          <p:spPr>
            <a:xfrm>
              <a:off x="164291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20"/>
            <p:cNvSpPr/>
            <p:nvPr/>
          </p:nvSpPr>
          <p:spPr>
            <a:xfrm>
              <a:off x="1513494" y="573137"/>
              <a:ext cx="129432" cy="166431"/>
            </a:xfrm>
            <a:custGeom>
              <a:rect b="b" l="l" r="r" t="t"/>
              <a:pathLst>
                <a:path extrusionOk="0" h="10715" w="8333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20"/>
            <p:cNvSpPr/>
            <p:nvPr/>
          </p:nvSpPr>
          <p:spPr>
            <a:xfrm>
              <a:off x="2400974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20"/>
            <p:cNvSpPr/>
            <p:nvPr/>
          </p:nvSpPr>
          <p:spPr>
            <a:xfrm>
              <a:off x="2253074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20"/>
            <p:cNvSpPr/>
            <p:nvPr/>
          </p:nvSpPr>
          <p:spPr>
            <a:xfrm>
              <a:off x="2086674" y="443705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20"/>
            <p:cNvSpPr/>
            <p:nvPr/>
          </p:nvSpPr>
          <p:spPr>
            <a:xfrm>
              <a:off x="195724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20"/>
            <p:cNvSpPr/>
            <p:nvPr/>
          </p:nvSpPr>
          <p:spPr>
            <a:xfrm>
              <a:off x="1790857" y="443705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20"/>
            <p:cNvSpPr/>
            <p:nvPr/>
          </p:nvSpPr>
          <p:spPr>
            <a:xfrm>
              <a:off x="164291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20"/>
            <p:cNvSpPr/>
            <p:nvPr/>
          </p:nvSpPr>
          <p:spPr>
            <a:xfrm>
              <a:off x="1513494" y="443705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20"/>
            <p:cNvSpPr/>
            <p:nvPr/>
          </p:nvSpPr>
          <p:spPr>
            <a:xfrm>
              <a:off x="2400974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20"/>
            <p:cNvSpPr/>
            <p:nvPr/>
          </p:nvSpPr>
          <p:spPr>
            <a:xfrm>
              <a:off x="2253074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20"/>
            <p:cNvSpPr/>
            <p:nvPr/>
          </p:nvSpPr>
          <p:spPr>
            <a:xfrm>
              <a:off x="2086674" y="27732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20"/>
            <p:cNvSpPr/>
            <p:nvPr/>
          </p:nvSpPr>
          <p:spPr>
            <a:xfrm>
              <a:off x="195724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20"/>
            <p:cNvSpPr/>
            <p:nvPr/>
          </p:nvSpPr>
          <p:spPr>
            <a:xfrm>
              <a:off x="1790857" y="27732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20"/>
            <p:cNvSpPr/>
            <p:nvPr/>
          </p:nvSpPr>
          <p:spPr>
            <a:xfrm>
              <a:off x="164291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20"/>
            <p:cNvSpPr/>
            <p:nvPr/>
          </p:nvSpPr>
          <p:spPr>
            <a:xfrm>
              <a:off x="2400974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20"/>
            <p:cNvSpPr/>
            <p:nvPr/>
          </p:nvSpPr>
          <p:spPr>
            <a:xfrm>
              <a:off x="2253074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20"/>
            <p:cNvSpPr/>
            <p:nvPr/>
          </p:nvSpPr>
          <p:spPr>
            <a:xfrm>
              <a:off x="2086674" y="129404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20"/>
            <p:cNvSpPr/>
            <p:nvPr/>
          </p:nvSpPr>
          <p:spPr>
            <a:xfrm>
              <a:off x="195724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20"/>
            <p:cNvSpPr/>
            <p:nvPr/>
          </p:nvSpPr>
          <p:spPr>
            <a:xfrm>
              <a:off x="1790857" y="129404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20"/>
            <p:cNvSpPr/>
            <p:nvPr/>
          </p:nvSpPr>
          <p:spPr>
            <a:xfrm>
              <a:off x="2400974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20"/>
            <p:cNvSpPr/>
            <p:nvPr/>
          </p:nvSpPr>
          <p:spPr>
            <a:xfrm>
              <a:off x="2253074" y="-12"/>
              <a:ext cx="147916" cy="129432"/>
            </a:xfrm>
            <a:custGeom>
              <a:rect b="b" l="l" r="r" t="t"/>
              <a:pathLst>
                <a:path extrusionOk="0" h="8333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20"/>
            <p:cNvSpPr/>
            <p:nvPr/>
          </p:nvSpPr>
          <p:spPr>
            <a:xfrm>
              <a:off x="2086674" y="-12"/>
              <a:ext cx="166415" cy="129432"/>
            </a:xfrm>
            <a:custGeom>
              <a:rect b="b" l="l" r="r" t="t"/>
              <a:pathLst>
                <a:path extrusionOk="0" h="8333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20"/>
            <p:cNvSpPr/>
            <p:nvPr/>
          </p:nvSpPr>
          <p:spPr>
            <a:xfrm>
              <a:off x="195724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20"/>
            <p:cNvSpPr/>
            <p:nvPr/>
          </p:nvSpPr>
          <p:spPr>
            <a:xfrm>
              <a:off x="253040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20"/>
            <p:cNvSpPr/>
            <p:nvPr/>
          </p:nvSpPr>
          <p:spPr>
            <a:xfrm>
              <a:off x="267832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20"/>
            <p:cNvSpPr/>
            <p:nvPr/>
          </p:nvSpPr>
          <p:spPr>
            <a:xfrm>
              <a:off x="2807755" y="2070781"/>
              <a:ext cx="166431" cy="147916"/>
            </a:xfrm>
            <a:custGeom>
              <a:rect b="b" l="l" r="r" t="t"/>
              <a:pathLst>
                <a:path extrusionOk="0" h="9523" w="10715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20"/>
            <p:cNvSpPr/>
            <p:nvPr/>
          </p:nvSpPr>
          <p:spPr>
            <a:xfrm>
              <a:off x="297417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20"/>
            <p:cNvSpPr/>
            <p:nvPr/>
          </p:nvSpPr>
          <p:spPr>
            <a:xfrm>
              <a:off x="312208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20"/>
            <p:cNvSpPr/>
            <p:nvPr/>
          </p:nvSpPr>
          <p:spPr>
            <a:xfrm>
              <a:off x="326998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20"/>
            <p:cNvSpPr/>
            <p:nvPr/>
          </p:nvSpPr>
          <p:spPr>
            <a:xfrm>
              <a:off x="341790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20"/>
            <p:cNvSpPr/>
            <p:nvPr/>
          </p:nvSpPr>
          <p:spPr>
            <a:xfrm>
              <a:off x="3565818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20"/>
            <p:cNvSpPr/>
            <p:nvPr/>
          </p:nvSpPr>
          <p:spPr>
            <a:xfrm>
              <a:off x="3713719" y="2070781"/>
              <a:ext cx="147963" cy="147916"/>
            </a:xfrm>
            <a:custGeom>
              <a:rect b="b" l="l" r="r" t="t"/>
              <a:pathLst>
                <a:path extrusionOk="0" h="9523" w="9526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20"/>
            <p:cNvSpPr/>
            <p:nvPr/>
          </p:nvSpPr>
          <p:spPr>
            <a:xfrm>
              <a:off x="386166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20"/>
            <p:cNvSpPr/>
            <p:nvPr/>
          </p:nvSpPr>
          <p:spPr>
            <a:xfrm>
              <a:off x="400956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20"/>
            <p:cNvSpPr/>
            <p:nvPr/>
          </p:nvSpPr>
          <p:spPr>
            <a:xfrm>
              <a:off x="415748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20"/>
            <p:cNvSpPr/>
            <p:nvPr/>
          </p:nvSpPr>
          <p:spPr>
            <a:xfrm>
              <a:off x="430539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20"/>
            <p:cNvSpPr/>
            <p:nvPr/>
          </p:nvSpPr>
          <p:spPr>
            <a:xfrm>
              <a:off x="253040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20"/>
            <p:cNvSpPr/>
            <p:nvPr/>
          </p:nvSpPr>
          <p:spPr>
            <a:xfrm>
              <a:off x="267832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20"/>
            <p:cNvSpPr/>
            <p:nvPr/>
          </p:nvSpPr>
          <p:spPr>
            <a:xfrm>
              <a:off x="2807755" y="192286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20"/>
            <p:cNvSpPr/>
            <p:nvPr/>
          </p:nvSpPr>
          <p:spPr>
            <a:xfrm>
              <a:off x="297417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20"/>
            <p:cNvSpPr/>
            <p:nvPr/>
          </p:nvSpPr>
          <p:spPr>
            <a:xfrm>
              <a:off x="312208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20"/>
            <p:cNvSpPr/>
            <p:nvPr/>
          </p:nvSpPr>
          <p:spPr>
            <a:xfrm>
              <a:off x="326998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20"/>
            <p:cNvSpPr/>
            <p:nvPr/>
          </p:nvSpPr>
          <p:spPr>
            <a:xfrm>
              <a:off x="341790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20"/>
            <p:cNvSpPr/>
            <p:nvPr/>
          </p:nvSpPr>
          <p:spPr>
            <a:xfrm>
              <a:off x="3565818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20"/>
            <p:cNvSpPr/>
            <p:nvPr/>
          </p:nvSpPr>
          <p:spPr>
            <a:xfrm>
              <a:off x="3713719" y="192286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20"/>
            <p:cNvSpPr/>
            <p:nvPr/>
          </p:nvSpPr>
          <p:spPr>
            <a:xfrm>
              <a:off x="386166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20"/>
            <p:cNvSpPr/>
            <p:nvPr/>
          </p:nvSpPr>
          <p:spPr>
            <a:xfrm>
              <a:off x="400956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20"/>
            <p:cNvSpPr/>
            <p:nvPr/>
          </p:nvSpPr>
          <p:spPr>
            <a:xfrm>
              <a:off x="415748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20"/>
            <p:cNvSpPr/>
            <p:nvPr/>
          </p:nvSpPr>
          <p:spPr>
            <a:xfrm>
              <a:off x="430539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20"/>
            <p:cNvSpPr/>
            <p:nvPr/>
          </p:nvSpPr>
          <p:spPr>
            <a:xfrm>
              <a:off x="445331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20"/>
            <p:cNvSpPr/>
            <p:nvPr/>
          </p:nvSpPr>
          <p:spPr>
            <a:xfrm>
              <a:off x="4601215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20"/>
            <p:cNvSpPr/>
            <p:nvPr/>
          </p:nvSpPr>
          <p:spPr>
            <a:xfrm>
              <a:off x="253040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20"/>
            <p:cNvSpPr/>
            <p:nvPr/>
          </p:nvSpPr>
          <p:spPr>
            <a:xfrm>
              <a:off x="267832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20"/>
            <p:cNvSpPr/>
            <p:nvPr/>
          </p:nvSpPr>
          <p:spPr>
            <a:xfrm>
              <a:off x="2807755" y="175648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20"/>
            <p:cNvSpPr/>
            <p:nvPr/>
          </p:nvSpPr>
          <p:spPr>
            <a:xfrm>
              <a:off x="297417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20"/>
            <p:cNvSpPr/>
            <p:nvPr/>
          </p:nvSpPr>
          <p:spPr>
            <a:xfrm>
              <a:off x="312208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20"/>
            <p:cNvSpPr/>
            <p:nvPr/>
          </p:nvSpPr>
          <p:spPr>
            <a:xfrm>
              <a:off x="326998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20"/>
            <p:cNvSpPr/>
            <p:nvPr/>
          </p:nvSpPr>
          <p:spPr>
            <a:xfrm>
              <a:off x="341790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20"/>
            <p:cNvSpPr/>
            <p:nvPr/>
          </p:nvSpPr>
          <p:spPr>
            <a:xfrm>
              <a:off x="3565818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20"/>
            <p:cNvSpPr/>
            <p:nvPr/>
          </p:nvSpPr>
          <p:spPr>
            <a:xfrm>
              <a:off x="3713719" y="175648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20"/>
            <p:cNvSpPr/>
            <p:nvPr/>
          </p:nvSpPr>
          <p:spPr>
            <a:xfrm>
              <a:off x="386166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20"/>
            <p:cNvSpPr/>
            <p:nvPr/>
          </p:nvSpPr>
          <p:spPr>
            <a:xfrm>
              <a:off x="400956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20"/>
            <p:cNvSpPr/>
            <p:nvPr/>
          </p:nvSpPr>
          <p:spPr>
            <a:xfrm>
              <a:off x="415748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20"/>
            <p:cNvSpPr/>
            <p:nvPr/>
          </p:nvSpPr>
          <p:spPr>
            <a:xfrm>
              <a:off x="430539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20"/>
            <p:cNvSpPr/>
            <p:nvPr/>
          </p:nvSpPr>
          <p:spPr>
            <a:xfrm>
              <a:off x="445331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20"/>
            <p:cNvSpPr/>
            <p:nvPr/>
          </p:nvSpPr>
          <p:spPr>
            <a:xfrm>
              <a:off x="4601215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20"/>
            <p:cNvSpPr/>
            <p:nvPr/>
          </p:nvSpPr>
          <p:spPr>
            <a:xfrm>
              <a:off x="253040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20"/>
            <p:cNvSpPr/>
            <p:nvPr/>
          </p:nvSpPr>
          <p:spPr>
            <a:xfrm>
              <a:off x="267832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20"/>
            <p:cNvSpPr/>
            <p:nvPr/>
          </p:nvSpPr>
          <p:spPr>
            <a:xfrm>
              <a:off x="2807755" y="162704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20"/>
            <p:cNvSpPr/>
            <p:nvPr/>
          </p:nvSpPr>
          <p:spPr>
            <a:xfrm>
              <a:off x="297417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20"/>
            <p:cNvSpPr/>
            <p:nvPr/>
          </p:nvSpPr>
          <p:spPr>
            <a:xfrm>
              <a:off x="312208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20"/>
            <p:cNvSpPr/>
            <p:nvPr/>
          </p:nvSpPr>
          <p:spPr>
            <a:xfrm>
              <a:off x="326998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20"/>
            <p:cNvSpPr/>
            <p:nvPr/>
          </p:nvSpPr>
          <p:spPr>
            <a:xfrm>
              <a:off x="341790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20"/>
            <p:cNvSpPr/>
            <p:nvPr/>
          </p:nvSpPr>
          <p:spPr>
            <a:xfrm>
              <a:off x="3565818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20"/>
            <p:cNvSpPr/>
            <p:nvPr/>
          </p:nvSpPr>
          <p:spPr>
            <a:xfrm>
              <a:off x="3713719" y="162704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20"/>
            <p:cNvSpPr/>
            <p:nvPr/>
          </p:nvSpPr>
          <p:spPr>
            <a:xfrm>
              <a:off x="386166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20"/>
            <p:cNvSpPr/>
            <p:nvPr/>
          </p:nvSpPr>
          <p:spPr>
            <a:xfrm>
              <a:off x="400956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20"/>
            <p:cNvSpPr/>
            <p:nvPr/>
          </p:nvSpPr>
          <p:spPr>
            <a:xfrm>
              <a:off x="415748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20"/>
            <p:cNvSpPr/>
            <p:nvPr/>
          </p:nvSpPr>
          <p:spPr>
            <a:xfrm>
              <a:off x="430539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20"/>
            <p:cNvSpPr/>
            <p:nvPr/>
          </p:nvSpPr>
          <p:spPr>
            <a:xfrm>
              <a:off x="445331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20"/>
            <p:cNvSpPr/>
            <p:nvPr/>
          </p:nvSpPr>
          <p:spPr>
            <a:xfrm>
              <a:off x="4601215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20"/>
            <p:cNvSpPr/>
            <p:nvPr/>
          </p:nvSpPr>
          <p:spPr>
            <a:xfrm>
              <a:off x="253040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20"/>
            <p:cNvSpPr/>
            <p:nvPr/>
          </p:nvSpPr>
          <p:spPr>
            <a:xfrm>
              <a:off x="267832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20"/>
            <p:cNvSpPr/>
            <p:nvPr/>
          </p:nvSpPr>
          <p:spPr>
            <a:xfrm>
              <a:off x="2807755" y="1460633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20"/>
            <p:cNvSpPr/>
            <p:nvPr/>
          </p:nvSpPr>
          <p:spPr>
            <a:xfrm>
              <a:off x="297417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20"/>
            <p:cNvSpPr/>
            <p:nvPr/>
          </p:nvSpPr>
          <p:spPr>
            <a:xfrm>
              <a:off x="312208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20"/>
            <p:cNvSpPr/>
            <p:nvPr/>
          </p:nvSpPr>
          <p:spPr>
            <a:xfrm>
              <a:off x="326998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20"/>
            <p:cNvSpPr/>
            <p:nvPr/>
          </p:nvSpPr>
          <p:spPr>
            <a:xfrm>
              <a:off x="341790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20"/>
            <p:cNvSpPr/>
            <p:nvPr/>
          </p:nvSpPr>
          <p:spPr>
            <a:xfrm>
              <a:off x="3565818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20"/>
            <p:cNvSpPr/>
            <p:nvPr/>
          </p:nvSpPr>
          <p:spPr>
            <a:xfrm>
              <a:off x="3713719" y="1460633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20"/>
            <p:cNvSpPr/>
            <p:nvPr/>
          </p:nvSpPr>
          <p:spPr>
            <a:xfrm>
              <a:off x="386166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20"/>
            <p:cNvSpPr/>
            <p:nvPr/>
          </p:nvSpPr>
          <p:spPr>
            <a:xfrm>
              <a:off x="400956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20"/>
            <p:cNvSpPr/>
            <p:nvPr/>
          </p:nvSpPr>
          <p:spPr>
            <a:xfrm>
              <a:off x="415748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20"/>
            <p:cNvSpPr/>
            <p:nvPr/>
          </p:nvSpPr>
          <p:spPr>
            <a:xfrm>
              <a:off x="430539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20"/>
            <p:cNvSpPr/>
            <p:nvPr/>
          </p:nvSpPr>
          <p:spPr>
            <a:xfrm>
              <a:off x="445331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20"/>
            <p:cNvSpPr/>
            <p:nvPr/>
          </p:nvSpPr>
          <p:spPr>
            <a:xfrm>
              <a:off x="4601215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20"/>
            <p:cNvSpPr/>
            <p:nvPr/>
          </p:nvSpPr>
          <p:spPr>
            <a:xfrm>
              <a:off x="253040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20"/>
            <p:cNvSpPr/>
            <p:nvPr/>
          </p:nvSpPr>
          <p:spPr>
            <a:xfrm>
              <a:off x="267832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20"/>
            <p:cNvSpPr/>
            <p:nvPr/>
          </p:nvSpPr>
          <p:spPr>
            <a:xfrm>
              <a:off x="2807755" y="1331201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20"/>
            <p:cNvSpPr/>
            <p:nvPr/>
          </p:nvSpPr>
          <p:spPr>
            <a:xfrm>
              <a:off x="297417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20"/>
            <p:cNvSpPr/>
            <p:nvPr/>
          </p:nvSpPr>
          <p:spPr>
            <a:xfrm>
              <a:off x="312208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20"/>
            <p:cNvSpPr/>
            <p:nvPr/>
          </p:nvSpPr>
          <p:spPr>
            <a:xfrm>
              <a:off x="326998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20"/>
            <p:cNvSpPr/>
            <p:nvPr/>
          </p:nvSpPr>
          <p:spPr>
            <a:xfrm>
              <a:off x="341790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20"/>
            <p:cNvSpPr/>
            <p:nvPr/>
          </p:nvSpPr>
          <p:spPr>
            <a:xfrm>
              <a:off x="3565818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20"/>
            <p:cNvSpPr/>
            <p:nvPr/>
          </p:nvSpPr>
          <p:spPr>
            <a:xfrm>
              <a:off x="3713719" y="1331201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20"/>
            <p:cNvSpPr/>
            <p:nvPr/>
          </p:nvSpPr>
          <p:spPr>
            <a:xfrm>
              <a:off x="386166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20"/>
            <p:cNvSpPr/>
            <p:nvPr/>
          </p:nvSpPr>
          <p:spPr>
            <a:xfrm>
              <a:off x="400956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20"/>
            <p:cNvSpPr/>
            <p:nvPr/>
          </p:nvSpPr>
          <p:spPr>
            <a:xfrm>
              <a:off x="415748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20"/>
            <p:cNvSpPr/>
            <p:nvPr/>
          </p:nvSpPr>
          <p:spPr>
            <a:xfrm>
              <a:off x="430539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20"/>
            <p:cNvSpPr/>
            <p:nvPr/>
          </p:nvSpPr>
          <p:spPr>
            <a:xfrm>
              <a:off x="445331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20"/>
            <p:cNvSpPr/>
            <p:nvPr/>
          </p:nvSpPr>
          <p:spPr>
            <a:xfrm>
              <a:off x="4601215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20"/>
            <p:cNvSpPr/>
            <p:nvPr/>
          </p:nvSpPr>
          <p:spPr>
            <a:xfrm>
              <a:off x="253040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20"/>
            <p:cNvSpPr/>
            <p:nvPr/>
          </p:nvSpPr>
          <p:spPr>
            <a:xfrm>
              <a:off x="267832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20"/>
            <p:cNvSpPr/>
            <p:nvPr/>
          </p:nvSpPr>
          <p:spPr>
            <a:xfrm>
              <a:off x="2807755" y="118328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20"/>
            <p:cNvSpPr/>
            <p:nvPr/>
          </p:nvSpPr>
          <p:spPr>
            <a:xfrm>
              <a:off x="297417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20"/>
            <p:cNvSpPr/>
            <p:nvPr/>
          </p:nvSpPr>
          <p:spPr>
            <a:xfrm>
              <a:off x="312208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20"/>
            <p:cNvSpPr/>
            <p:nvPr/>
          </p:nvSpPr>
          <p:spPr>
            <a:xfrm>
              <a:off x="326998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20"/>
            <p:cNvSpPr/>
            <p:nvPr/>
          </p:nvSpPr>
          <p:spPr>
            <a:xfrm>
              <a:off x="341790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20"/>
            <p:cNvSpPr/>
            <p:nvPr/>
          </p:nvSpPr>
          <p:spPr>
            <a:xfrm>
              <a:off x="3565818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20"/>
            <p:cNvSpPr/>
            <p:nvPr/>
          </p:nvSpPr>
          <p:spPr>
            <a:xfrm>
              <a:off x="3713719" y="118328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20"/>
            <p:cNvSpPr/>
            <p:nvPr/>
          </p:nvSpPr>
          <p:spPr>
            <a:xfrm>
              <a:off x="386166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20"/>
            <p:cNvSpPr/>
            <p:nvPr/>
          </p:nvSpPr>
          <p:spPr>
            <a:xfrm>
              <a:off x="400956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20"/>
            <p:cNvSpPr/>
            <p:nvPr/>
          </p:nvSpPr>
          <p:spPr>
            <a:xfrm>
              <a:off x="415748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20"/>
            <p:cNvSpPr/>
            <p:nvPr/>
          </p:nvSpPr>
          <p:spPr>
            <a:xfrm>
              <a:off x="430539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20"/>
            <p:cNvSpPr/>
            <p:nvPr/>
          </p:nvSpPr>
          <p:spPr>
            <a:xfrm>
              <a:off x="253040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20"/>
            <p:cNvSpPr/>
            <p:nvPr/>
          </p:nvSpPr>
          <p:spPr>
            <a:xfrm>
              <a:off x="267832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20"/>
            <p:cNvSpPr/>
            <p:nvPr/>
          </p:nvSpPr>
          <p:spPr>
            <a:xfrm>
              <a:off x="2807755" y="101690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20"/>
            <p:cNvSpPr/>
            <p:nvPr/>
          </p:nvSpPr>
          <p:spPr>
            <a:xfrm>
              <a:off x="297417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20"/>
            <p:cNvSpPr/>
            <p:nvPr/>
          </p:nvSpPr>
          <p:spPr>
            <a:xfrm>
              <a:off x="312208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20"/>
            <p:cNvSpPr/>
            <p:nvPr/>
          </p:nvSpPr>
          <p:spPr>
            <a:xfrm>
              <a:off x="326998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20"/>
            <p:cNvSpPr/>
            <p:nvPr/>
          </p:nvSpPr>
          <p:spPr>
            <a:xfrm>
              <a:off x="341790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20"/>
            <p:cNvSpPr/>
            <p:nvPr/>
          </p:nvSpPr>
          <p:spPr>
            <a:xfrm>
              <a:off x="3565818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20"/>
            <p:cNvSpPr/>
            <p:nvPr/>
          </p:nvSpPr>
          <p:spPr>
            <a:xfrm>
              <a:off x="3713719" y="101690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20"/>
            <p:cNvSpPr/>
            <p:nvPr/>
          </p:nvSpPr>
          <p:spPr>
            <a:xfrm>
              <a:off x="386166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20"/>
            <p:cNvSpPr/>
            <p:nvPr/>
          </p:nvSpPr>
          <p:spPr>
            <a:xfrm>
              <a:off x="400956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20"/>
            <p:cNvSpPr/>
            <p:nvPr/>
          </p:nvSpPr>
          <p:spPr>
            <a:xfrm>
              <a:off x="415748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20"/>
            <p:cNvSpPr/>
            <p:nvPr/>
          </p:nvSpPr>
          <p:spPr>
            <a:xfrm>
              <a:off x="253040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20"/>
            <p:cNvSpPr/>
            <p:nvPr/>
          </p:nvSpPr>
          <p:spPr>
            <a:xfrm>
              <a:off x="267832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20"/>
            <p:cNvSpPr/>
            <p:nvPr/>
          </p:nvSpPr>
          <p:spPr>
            <a:xfrm>
              <a:off x="2807755" y="88746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20"/>
            <p:cNvSpPr/>
            <p:nvPr/>
          </p:nvSpPr>
          <p:spPr>
            <a:xfrm>
              <a:off x="297417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20"/>
            <p:cNvSpPr/>
            <p:nvPr/>
          </p:nvSpPr>
          <p:spPr>
            <a:xfrm>
              <a:off x="312208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20"/>
            <p:cNvSpPr/>
            <p:nvPr/>
          </p:nvSpPr>
          <p:spPr>
            <a:xfrm>
              <a:off x="326998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20"/>
            <p:cNvSpPr/>
            <p:nvPr/>
          </p:nvSpPr>
          <p:spPr>
            <a:xfrm>
              <a:off x="341790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20"/>
            <p:cNvSpPr/>
            <p:nvPr/>
          </p:nvSpPr>
          <p:spPr>
            <a:xfrm>
              <a:off x="3565818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20"/>
            <p:cNvSpPr/>
            <p:nvPr/>
          </p:nvSpPr>
          <p:spPr>
            <a:xfrm>
              <a:off x="3713719" y="88746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20"/>
            <p:cNvSpPr/>
            <p:nvPr/>
          </p:nvSpPr>
          <p:spPr>
            <a:xfrm>
              <a:off x="386166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20"/>
            <p:cNvSpPr/>
            <p:nvPr/>
          </p:nvSpPr>
          <p:spPr>
            <a:xfrm>
              <a:off x="400956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20"/>
            <p:cNvSpPr/>
            <p:nvPr/>
          </p:nvSpPr>
          <p:spPr>
            <a:xfrm>
              <a:off x="415748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20"/>
            <p:cNvSpPr/>
            <p:nvPr/>
          </p:nvSpPr>
          <p:spPr>
            <a:xfrm>
              <a:off x="253040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20"/>
            <p:cNvSpPr/>
            <p:nvPr/>
          </p:nvSpPr>
          <p:spPr>
            <a:xfrm>
              <a:off x="267832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20"/>
            <p:cNvSpPr/>
            <p:nvPr/>
          </p:nvSpPr>
          <p:spPr>
            <a:xfrm>
              <a:off x="2807755" y="739552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20"/>
            <p:cNvSpPr/>
            <p:nvPr/>
          </p:nvSpPr>
          <p:spPr>
            <a:xfrm>
              <a:off x="297417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20"/>
            <p:cNvSpPr/>
            <p:nvPr/>
          </p:nvSpPr>
          <p:spPr>
            <a:xfrm>
              <a:off x="312208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20"/>
            <p:cNvSpPr/>
            <p:nvPr/>
          </p:nvSpPr>
          <p:spPr>
            <a:xfrm>
              <a:off x="326998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20"/>
            <p:cNvSpPr/>
            <p:nvPr/>
          </p:nvSpPr>
          <p:spPr>
            <a:xfrm>
              <a:off x="3417902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20"/>
            <p:cNvSpPr/>
            <p:nvPr/>
          </p:nvSpPr>
          <p:spPr>
            <a:xfrm>
              <a:off x="3565818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20"/>
            <p:cNvSpPr/>
            <p:nvPr/>
          </p:nvSpPr>
          <p:spPr>
            <a:xfrm>
              <a:off x="3713719" y="739552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20"/>
            <p:cNvSpPr/>
            <p:nvPr/>
          </p:nvSpPr>
          <p:spPr>
            <a:xfrm>
              <a:off x="386166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20"/>
            <p:cNvSpPr/>
            <p:nvPr/>
          </p:nvSpPr>
          <p:spPr>
            <a:xfrm>
              <a:off x="400956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20"/>
            <p:cNvSpPr/>
            <p:nvPr/>
          </p:nvSpPr>
          <p:spPr>
            <a:xfrm>
              <a:off x="253040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20"/>
            <p:cNvSpPr/>
            <p:nvPr/>
          </p:nvSpPr>
          <p:spPr>
            <a:xfrm>
              <a:off x="267832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20"/>
            <p:cNvSpPr/>
            <p:nvPr/>
          </p:nvSpPr>
          <p:spPr>
            <a:xfrm>
              <a:off x="2807755" y="573137"/>
              <a:ext cx="166431" cy="166431"/>
            </a:xfrm>
            <a:custGeom>
              <a:rect b="b" l="l" r="r" t="t"/>
              <a:pathLst>
                <a:path extrusionOk="0" h="10715" w="10715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20"/>
            <p:cNvSpPr/>
            <p:nvPr/>
          </p:nvSpPr>
          <p:spPr>
            <a:xfrm>
              <a:off x="297417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20"/>
            <p:cNvSpPr/>
            <p:nvPr/>
          </p:nvSpPr>
          <p:spPr>
            <a:xfrm>
              <a:off x="3122086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20"/>
            <p:cNvSpPr/>
            <p:nvPr/>
          </p:nvSpPr>
          <p:spPr>
            <a:xfrm>
              <a:off x="326998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20"/>
            <p:cNvSpPr/>
            <p:nvPr/>
          </p:nvSpPr>
          <p:spPr>
            <a:xfrm>
              <a:off x="3417902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20"/>
            <p:cNvSpPr/>
            <p:nvPr/>
          </p:nvSpPr>
          <p:spPr>
            <a:xfrm>
              <a:off x="253040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20"/>
            <p:cNvSpPr/>
            <p:nvPr/>
          </p:nvSpPr>
          <p:spPr>
            <a:xfrm>
              <a:off x="267832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20"/>
            <p:cNvSpPr/>
            <p:nvPr/>
          </p:nvSpPr>
          <p:spPr>
            <a:xfrm>
              <a:off x="2807755" y="443705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20"/>
            <p:cNvSpPr/>
            <p:nvPr/>
          </p:nvSpPr>
          <p:spPr>
            <a:xfrm>
              <a:off x="297417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20"/>
            <p:cNvSpPr/>
            <p:nvPr/>
          </p:nvSpPr>
          <p:spPr>
            <a:xfrm>
              <a:off x="3122086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20"/>
            <p:cNvSpPr/>
            <p:nvPr/>
          </p:nvSpPr>
          <p:spPr>
            <a:xfrm>
              <a:off x="326998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20"/>
            <p:cNvSpPr/>
            <p:nvPr/>
          </p:nvSpPr>
          <p:spPr>
            <a:xfrm>
              <a:off x="3417902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20"/>
            <p:cNvSpPr/>
            <p:nvPr/>
          </p:nvSpPr>
          <p:spPr>
            <a:xfrm>
              <a:off x="253040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20"/>
            <p:cNvSpPr/>
            <p:nvPr/>
          </p:nvSpPr>
          <p:spPr>
            <a:xfrm>
              <a:off x="267832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20"/>
            <p:cNvSpPr/>
            <p:nvPr/>
          </p:nvSpPr>
          <p:spPr>
            <a:xfrm>
              <a:off x="2807755" y="27732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20"/>
            <p:cNvSpPr/>
            <p:nvPr/>
          </p:nvSpPr>
          <p:spPr>
            <a:xfrm>
              <a:off x="297417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20"/>
            <p:cNvSpPr/>
            <p:nvPr/>
          </p:nvSpPr>
          <p:spPr>
            <a:xfrm>
              <a:off x="3122086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20"/>
            <p:cNvSpPr/>
            <p:nvPr/>
          </p:nvSpPr>
          <p:spPr>
            <a:xfrm>
              <a:off x="326998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20"/>
            <p:cNvSpPr/>
            <p:nvPr/>
          </p:nvSpPr>
          <p:spPr>
            <a:xfrm>
              <a:off x="2530406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20"/>
            <p:cNvSpPr/>
            <p:nvPr/>
          </p:nvSpPr>
          <p:spPr>
            <a:xfrm>
              <a:off x="267832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20"/>
            <p:cNvSpPr/>
            <p:nvPr/>
          </p:nvSpPr>
          <p:spPr>
            <a:xfrm>
              <a:off x="2807755" y="129404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20"/>
            <p:cNvSpPr/>
            <p:nvPr/>
          </p:nvSpPr>
          <p:spPr>
            <a:xfrm>
              <a:off x="2974170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20"/>
            <p:cNvSpPr/>
            <p:nvPr/>
          </p:nvSpPr>
          <p:spPr>
            <a:xfrm>
              <a:off x="3122086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20"/>
            <p:cNvSpPr/>
            <p:nvPr/>
          </p:nvSpPr>
          <p:spPr>
            <a:xfrm>
              <a:off x="2530406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20"/>
            <p:cNvSpPr/>
            <p:nvPr/>
          </p:nvSpPr>
          <p:spPr>
            <a:xfrm>
              <a:off x="267832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20"/>
            <p:cNvSpPr/>
            <p:nvPr/>
          </p:nvSpPr>
          <p:spPr>
            <a:xfrm>
              <a:off x="2807755" y="-12"/>
              <a:ext cx="166431" cy="129432"/>
            </a:xfrm>
            <a:custGeom>
              <a:rect b="b" l="l" r="r" t="t"/>
              <a:pathLst>
                <a:path extrusionOk="0" h="8333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20"/>
            <p:cNvSpPr/>
            <p:nvPr/>
          </p:nvSpPr>
          <p:spPr>
            <a:xfrm>
              <a:off x="2974170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0" name="Google Shape;3350;p20"/>
          <p:cNvGrpSpPr/>
          <p:nvPr/>
        </p:nvGrpSpPr>
        <p:grpSpPr>
          <a:xfrm>
            <a:off x="-387375" y="2038775"/>
            <a:ext cx="9531425" cy="3274175"/>
            <a:chOff x="-387375" y="2038775"/>
            <a:chExt cx="9531425" cy="3274175"/>
          </a:xfrm>
        </p:grpSpPr>
        <p:grpSp>
          <p:nvGrpSpPr>
            <p:cNvPr id="3351" name="Google Shape;3351;p20"/>
            <p:cNvGrpSpPr/>
            <p:nvPr/>
          </p:nvGrpSpPr>
          <p:grpSpPr>
            <a:xfrm>
              <a:off x="7767451" y="3282676"/>
              <a:ext cx="831787" cy="721972"/>
              <a:chOff x="2788951" y="3310126"/>
              <a:chExt cx="831787" cy="721972"/>
            </a:xfrm>
          </p:grpSpPr>
          <p:sp>
            <p:nvSpPr>
              <p:cNvPr id="3352" name="Google Shape;3352;p20"/>
              <p:cNvSpPr/>
              <p:nvPr/>
            </p:nvSpPr>
            <p:spPr>
              <a:xfrm>
                <a:off x="3412729" y="3947714"/>
                <a:ext cx="110973" cy="84385"/>
              </a:xfrm>
              <a:custGeom>
                <a:rect b="b" l="l" r="r" t="t"/>
                <a:pathLst>
                  <a:path extrusionOk="0" h="2416" w="3177">
                    <a:moveTo>
                      <a:pt x="1" y="1"/>
                    </a:moveTo>
                    <a:lnTo>
                      <a:pt x="1" y="2415"/>
                    </a:lnTo>
                    <a:lnTo>
                      <a:pt x="3176" y="2415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3" name="Google Shape;3353;p20"/>
              <p:cNvSpPr/>
              <p:nvPr/>
            </p:nvSpPr>
            <p:spPr>
              <a:xfrm>
                <a:off x="3315694" y="3947714"/>
                <a:ext cx="97070" cy="84385"/>
              </a:xfrm>
              <a:custGeom>
                <a:rect b="b" l="l" r="r" t="t"/>
                <a:pathLst>
                  <a:path extrusionOk="0" h="2416" w="2779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4" name="Google Shape;3354;p20"/>
              <p:cNvSpPr/>
              <p:nvPr/>
            </p:nvSpPr>
            <p:spPr>
              <a:xfrm>
                <a:off x="3204826" y="3947714"/>
                <a:ext cx="110903" cy="84385"/>
              </a:xfrm>
              <a:custGeom>
                <a:rect b="b" l="l" r="r" t="t"/>
                <a:pathLst>
                  <a:path extrusionOk="0" h="2416" w="3175">
                    <a:moveTo>
                      <a:pt x="0" y="1"/>
                    </a:moveTo>
                    <a:lnTo>
                      <a:pt x="0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5" name="Google Shape;3355;p20"/>
              <p:cNvSpPr/>
              <p:nvPr/>
            </p:nvSpPr>
            <p:spPr>
              <a:xfrm>
                <a:off x="3107791" y="3947714"/>
                <a:ext cx="97070" cy="84385"/>
              </a:xfrm>
              <a:custGeom>
                <a:rect b="b" l="l" r="r" t="t"/>
                <a:pathLst>
                  <a:path extrusionOk="0" h="2416" w="2779">
                    <a:moveTo>
                      <a:pt x="0" y="1"/>
                    </a:moveTo>
                    <a:lnTo>
                      <a:pt x="0" y="2415"/>
                    </a:lnTo>
                    <a:lnTo>
                      <a:pt x="2778" y="2415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6" name="Google Shape;3356;p20"/>
              <p:cNvSpPr/>
              <p:nvPr/>
            </p:nvSpPr>
            <p:spPr>
              <a:xfrm>
                <a:off x="2996888" y="3947714"/>
                <a:ext cx="110938" cy="84385"/>
              </a:xfrm>
              <a:custGeom>
                <a:rect b="b" l="l" r="r" t="t"/>
                <a:pathLst>
                  <a:path extrusionOk="0" h="2416" w="3176">
                    <a:moveTo>
                      <a:pt x="1" y="1"/>
                    </a:moveTo>
                    <a:lnTo>
                      <a:pt x="1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7" name="Google Shape;3357;p20"/>
              <p:cNvSpPr/>
              <p:nvPr/>
            </p:nvSpPr>
            <p:spPr>
              <a:xfrm>
                <a:off x="2899853" y="3947714"/>
                <a:ext cx="97070" cy="84385"/>
              </a:xfrm>
              <a:custGeom>
                <a:rect b="b" l="l" r="r" t="t"/>
                <a:pathLst>
                  <a:path extrusionOk="0" h="2416" w="2779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8" name="Google Shape;3358;p20"/>
              <p:cNvSpPr/>
              <p:nvPr/>
            </p:nvSpPr>
            <p:spPr>
              <a:xfrm>
                <a:off x="3412729" y="3836850"/>
                <a:ext cx="110973" cy="110895"/>
              </a:xfrm>
              <a:custGeom>
                <a:rect b="b" l="l" r="r" t="t"/>
                <a:pathLst>
                  <a:path extrusionOk="0" h="3175" w="3177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9" name="Google Shape;3359;p20"/>
              <p:cNvSpPr/>
              <p:nvPr/>
            </p:nvSpPr>
            <p:spPr>
              <a:xfrm>
                <a:off x="3315694" y="3836850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0" name="Google Shape;3360;p20"/>
              <p:cNvSpPr/>
              <p:nvPr/>
            </p:nvSpPr>
            <p:spPr>
              <a:xfrm>
                <a:off x="3204826" y="3836850"/>
                <a:ext cx="110903" cy="110895"/>
              </a:xfrm>
              <a:custGeom>
                <a:rect b="b" l="l" r="r" t="t"/>
                <a:pathLst>
                  <a:path extrusionOk="0" h="3175" w="3175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1" name="Google Shape;3361;p20"/>
              <p:cNvSpPr/>
              <p:nvPr/>
            </p:nvSpPr>
            <p:spPr>
              <a:xfrm>
                <a:off x="3107791" y="3836850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2" name="Google Shape;3362;p20"/>
              <p:cNvSpPr/>
              <p:nvPr/>
            </p:nvSpPr>
            <p:spPr>
              <a:xfrm>
                <a:off x="2996888" y="3836850"/>
                <a:ext cx="110938" cy="110895"/>
              </a:xfrm>
              <a:custGeom>
                <a:rect b="b" l="l" r="r" t="t"/>
                <a:pathLst>
                  <a:path extrusionOk="0" h="3175" w="3176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3" name="Google Shape;3363;p20"/>
              <p:cNvSpPr/>
              <p:nvPr/>
            </p:nvSpPr>
            <p:spPr>
              <a:xfrm>
                <a:off x="2899853" y="3836850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4" name="Google Shape;3364;p20"/>
              <p:cNvSpPr/>
              <p:nvPr/>
            </p:nvSpPr>
            <p:spPr>
              <a:xfrm>
                <a:off x="3412729" y="3739819"/>
                <a:ext cx="110973" cy="97064"/>
              </a:xfrm>
              <a:custGeom>
                <a:rect b="b" l="l" r="r" t="t"/>
                <a:pathLst>
                  <a:path extrusionOk="0" h="2779" w="3177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5" name="Google Shape;3365;p20"/>
              <p:cNvSpPr/>
              <p:nvPr/>
            </p:nvSpPr>
            <p:spPr>
              <a:xfrm>
                <a:off x="3315694" y="3739819"/>
                <a:ext cx="97070" cy="97064"/>
              </a:xfrm>
              <a:custGeom>
                <a:rect b="b" l="l" r="r" t="t"/>
                <a:pathLst>
                  <a:path extrusionOk="0" h="2779" w="2779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6" name="Google Shape;3366;p20"/>
              <p:cNvSpPr/>
              <p:nvPr/>
            </p:nvSpPr>
            <p:spPr>
              <a:xfrm>
                <a:off x="3204826" y="3739819"/>
                <a:ext cx="110903" cy="97064"/>
              </a:xfrm>
              <a:custGeom>
                <a:rect b="b" l="l" r="r" t="t"/>
                <a:pathLst>
                  <a:path extrusionOk="0" h="2779" w="3175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7" name="Google Shape;3367;p20"/>
              <p:cNvSpPr/>
              <p:nvPr/>
            </p:nvSpPr>
            <p:spPr>
              <a:xfrm>
                <a:off x="3107791" y="3739819"/>
                <a:ext cx="97070" cy="97064"/>
              </a:xfrm>
              <a:custGeom>
                <a:rect b="b" l="l" r="r" t="t"/>
                <a:pathLst>
                  <a:path extrusionOk="0" h="2779" w="2779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8" name="Google Shape;3368;p20"/>
              <p:cNvSpPr/>
              <p:nvPr/>
            </p:nvSpPr>
            <p:spPr>
              <a:xfrm>
                <a:off x="2996888" y="3739819"/>
                <a:ext cx="110938" cy="97064"/>
              </a:xfrm>
              <a:custGeom>
                <a:rect b="b" l="l" r="r" t="t"/>
                <a:pathLst>
                  <a:path extrusionOk="0" h="2779" w="3176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9" name="Google Shape;3369;p20"/>
              <p:cNvSpPr/>
              <p:nvPr/>
            </p:nvSpPr>
            <p:spPr>
              <a:xfrm>
                <a:off x="2899853" y="3739819"/>
                <a:ext cx="97070" cy="97064"/>
              </a:xfrm>
              <a:custGeom>
                <a:rect b="b" l="l" r="r" t="t"/>
                <a:pathLst>
                  <a:path extrusionOk="0" h="2779" w="2779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0" name="Google Shape;3370;p20"/>
              <p:cNvSpPr/>
              <p:nvPr/>
            </p:nvSpPr>
            <p:spPr>
              <a:xfrm>
                <a:off x="3412729" y="3628885"/>
                <a:ext cx="110973" cy="110965"/>
              </a:xfrm>
              <a:custGeom>
                <a:rect b="b" l="l" r="r" t="t"/>
                <a:pathLst>
                  <a:path extrusionOk="0" h="3177" w="3177">
                    <a:moveTo>
                      <a:pt x="1" y="1"/>
                    </a:moveTo>
                    <a:lnTo>
                      <a:pt x="1" y="3176"/>
                    </a:lnTo>
                    <a:lnTo>
                      <a:pt x="3176" y="3176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1" name="Google Shape;3371;p20"/>
              <p:cNvSpPr/>
              <p:nvPr/>
            </p:nvSpPr>
            <p:spPr>
              <a:xfrm>
                <a:off x="3315694" y="3628885"/>
                <a:ext cx="97070" cy="110965"/>
              </a:xfrm>
              <a:custGeom>
                <a:rect b="b" l="l" r="r" t="t"/>
                <a:pathLst>
                  <a:path extrusionOk="0" h="3177" w="2779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2" name="Google Shape;3372;p20"/>
              <p:cNvSpPr/>
              <p:nvPr/>
            </p:nvSpPr>
            <p:spPr>
              <a:xfrm>
                <a:off x="3204826" y="3628885"/>
                <a:ext cx="110903" cy="110965"/>
              </a:xfrm>
              <a:custGeom>
                <a:rect b="b" l="l" r="r" t="t"/>
                <a:pathLst>
                  <a:path extrusionOk="0" h="3177" w="3175">
                    <a:moveTo>
                      <a:pt x="0" y="1"/>
                    </a:moveTo>
                    <a:lnTo>
                      <a:pt x="0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3" name="Google Shape;3373;p20"/>
              <p:cNvSpPr/>
              <p:nvPr/>
            </p:nvSpPr>
            <p:spPr>
              <a:xfrm>
                <a:off x="3107791" y="3628885"/>
                <a:ext cx="97070" cy="110965"/>
              </a:xfrm>
              <a:custGeom>
                <a:rect b="b" l="l" r="r" t="t"/>
                <a:pathLst>
                  <a:path extrusionOk="0" h="3177" w="2779">
                    <a:moveTo>
                      <a:pt x="0" y="1"/>
                    </a:moveTo>
                    <a:lnTo>
                      <a:pt x="0" y="3176"/>
                    </a:lnTo>
                    <a:lnTo>
                      <a:pt x="2778" y="3176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4" name="Google Shape;3374;p20"/>
              <p:cNvSpPr/>
              <p:nvPr/>
            </p:nvSpPr>
            <p:spPr>
              <a:xfrm>
                <a:off x="2996888" y="3628885"/>
                <a:ext cx="110938" cy="110965"/>
              </a:xfrm>
              <a:custGeom>
                <a:rect b="b" l="l" r="r" t="t"/>
                <a:pathLst>
                  <a:path extrusionOk="0" h="3177" w="3176">
                    <a:moveTo>
                      <a:pt x="1" y="1"/>
                    </a:moveTo>
                    <a:lnTo>
                      <a:pt x="1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5" name="Google Shape;3375;p20"/>
              <p:cNvSpPr/>
              <p:nvPr/>
            </p:nvSpPr>
            <p:spPr>
              <a:xfrm>
                <a:off x="2899853" y="3628885"/>
                <a:ext cx="97070" cy="110965"/>
              </a:xfrm>
              <a:custGeom>
                <a:rect b="b" l="l" r="r" t="t"/>
                <a:pathLst>
                  <a:path extrusionOk="0" h="3177" w="2779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434343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6" name="Google Shape;3376;p20"/>
              <p:cNvSpPr/>
              <p:nvPr/>
            </p:nvSpPr>
            <p:spPr>
              <a:xfrm>
                <a:off x="3523667" y="3518022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7" name="Google Shape;3377;p20"/>
              <p:cNvSpPr/>
              <p:nvPr/>
            </p:nvSpPr>
            <p:spPr>
              <a:xfrm>
                <a:off x="3412729" y="3518022"/>
                <a:ext cx="110973" cy="110895"/>
              </a:xfrm>
              <a:custGeom>
                <a:rect b="b" l="l" r="r" t="t"/>
                <a:pathLst>
                  <a:path extrusionOk="0" h="3175" w="3177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8" name="Google Shape;3378;p20"/>
              <p:cNvSpPr/>
              <p:nvPr/>
            </p:nvSpPr>
            <p:spPr>
              <a:xfrm>
                <a:off x="3315694" y="3518022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9" name="Google Shape;3379;p20"/>
              <p:cNvSpPr/>
              <p:nvPr/>
            </p:nvSpPr>
            <p:spPr>
              <a:xfrm>
                <a:off x="3204826" y="3518022"/>
                <a:ext cx="110903" cy="110895"/>
              </a:xfrm>
              <a:custGeom>
                <a:rect b="b" l="l" r="r" t="t"/>
                <a:pathLst>
                  <a:path extrusionOk="0" h="3175" w="3175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cap="flat" cmpd="sng" w="9525">
                <a:solidFill>
                  <a:srgbClr val="CC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0" name="Google Shape;3380;p20"/>
              <p:cNvSpPr/>
              <p:nvPr/>
            </p:nvSpPr>
            <p:spPr>
              <a:xfrm>
                <a:off x="3107791" y="3518022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cap="flat" cmpd="sng" w="9525">
                <a:solidFill>
                  <a:srgbClr val="CC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1" name="Google Shape;3381;p20"/>
              <p:cNvSpPr/>
              <p:nvPr/>
            </p:nvSpPr>
            <p:spPr>
              <a:xfrm>
                <a:off x="2996888" y="3518022"/>
                <a:ext cx="110938" cy="110895"/>
              </a:xfrm>
              <a:custGeom>
                <a:rect b="b" l="l" r="r" t="t"/>
                <a:pathLst>
                  <a:path extrusionOk="0" h="3175" w="3176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2" name="Google Shape;3382;p20"/>
              <p:cNvSpPr/>
              <p:nvPr/>
            </p:nvSpPr>
            <p:spPr>
              <a:xfrm>
                <a:off x="2899853" y="3518022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3" name="Google Shape;3383;p20"/>
              <p:cNvSpPr/>
              <p:nvPr/>
            </p:nvSpPr>
            <p:spPr>
              <a:xfrm>
                <a:off x="2788951" y="3518022"/>
                <a:ext cx="110938" cy="110895"/>
              </a:xfrm>
              <a:custGeom>
                <a:rect b="b" l="l" r="r" t="t"/>
                <a:pathLst>
                  <a:path extrusionOk="0" h="3175" w="3176">
                    <a:moveTo>
                      <a:pt x="0" y="0"/>
                    </a:moveTo>
                    <a:lnTo>
                      <a:pt x="0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4" name="Google Shape;3384;p20"/>
              <p:cNvSpPr/>
              <p:nvPr/>
            </p:nvSpPr>
            <p:spPr>
              <a:xfrm>
                <a:off x="3523667" y="3420990"/>
                <a:ext cx="97070" cy="97064"/>
              </a:xfrm>
              <a:custGeom>
                <a:rect b="b" l="l" r="r" t="t"/>
                <a:pathLst>
                  <a:path extrusionOk="0" h="2779" w="2779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5" name="Google Shape;3385;p20"/>
              <p:cNvSpPr/>
              <p:nvPr/>
            </p:nvSpPr>
            <p:spPr>
              <a:xfrm>
                <a:off x="3412729" y="3420990"/>
                <a:ext cx="110973" cy="97064"/>
              </a:xfrm>
              <a:custGeom>
                <a:rect b="b" l="l" r="r" t="t"/>
                <a:pathLst>
                  <a:path extrusionOk="0" h="2779" w="3177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6" name="Google Shape;3386;p20"/>
              <p:cNvSpPr/>
              <p:nvPr/>
            </p:nvSpPr>
            <p:spPr>
              <a:xfrm>
                <a:off x="3315694" y="3420990"/>
                <a:ext cx="97070" cy="97064"/>
              </a:xfrm>
              <a:custGeom>
                <a:rect b="b" l="l" r="r" t="t"/>
                <a:pathLst>
                  <a:path extrusionOk="0" h="2779" w="2779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CCCCCC"/>
              </a:solidFill>
              <a:ln cap="flat" cmpd="sng" w="9525">
                <a:solidFill>
                  <a:srgbClr val="CC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7" name="Google Shape;3387;p20"/>
              <p:cNvSpPr/>
              <p:nvPr/>
            </p:nvSpPr>
            <p:spPr>
              <a:xfrm>
                <a:off x="3204826" y="3420990"/>
                <a:ext cx="110903" cy="97064"/>
              </a:xfrm>
              <a:custGeom>
                <a:rect b="b" l="l" r="r" t="t"/>
                <a:pathLst>
                  <a:path extrusionOk="0" h="2779" w="3175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cap="flat" cmpd="sng" w="9525">
                <a:solidFill>
                  <a:srgbClr val="CC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8" name="Google Shape;3388;p20"/>
              <p:cNvSpPr/>
              <p:nvPr/>
            </p:nvSpPr>
            <p:spPr>
              <a:xfrm>
                <a:off x="3107791" y="3420990"/>
                <a:ext cx="97070" cy="97064"/>
              </a:xfrm>
              <a:custGeom>
                <a:rect b="b" l="l" r="r" t="t"/>
                <a:pathLst>
                  <a:path extrusionOk="0" h="2779" w="2779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cap="flat" cmpd="sng" w="9525">
                <a:solidFill>
                  <a:srgbClr val="CC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9" name="Google Shape;3389;p20"/>
              <p:cNvSpPr/>
              <p:nvPr/>
            </p:nvSpPr>
            <p:spPr>
              <a:xfrm>
                <a:off x="2996888" y="3420990"/>
                <a:ext cx="110938" cy="97064"/>
              </a:xfrm>
              <a:custGeom>
                <a:rect b="b" l="l" r="r" t="t"/>
                <a:pathLst>
                  <a:path extrusionOk="0" h="2779" w="3176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0" name="Google Shape;3390;p20"/>
              <p:cNvSpPr/>
              <p:nvPr/>
            </p:nvSpPr>
            <p:spPr>
              <a:xfrm>
                <a:off x="2899853" y="3420990"/>
                <a:ext cx="97070" cy="97064"/>
              </a:xfrm>
              <a:custGeom>
                <a:rect b="b" l="l" r="r" t="t"/>
                <a:pathLst>
                  <a:path extrusionOk="0" h="2779" w="2779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1" name="Google Shape;3391;p20"/>
              <p:cNvSpPr/>
              <p:nvPr/>
            </p:nvSpPr>
            <p:spPr>
              <a:xfrm>
                <a:off x="2788951" y="3420990"/>
                <a:ext cx="110938" cy="97064"/>
              </a:xfrm>
              <a:custGeom>
                <a:rect b="b" l="l" r="r" t="t"/>
                <a:pathLst>
                  <a:path extrusionOk="0" h="2779" w="3176">
                    <a:moveTo>
                      <a:pt x="0" y="0"/>
                    </a:moveTo>
                    <a:lnTo>
                      <a:pt x="0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2" name="Google Shape;3392;p20"/>
              <p:cNvSpPr/>
              <p:nvPr/>
            </p:nvSpPr>
            <p:spPr>
              <a:xfrm>
                <a:off x="3523667" y="3310126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3" name="Google Shape;3393;p20"/>
              <p:cNvSpPr/>
              <p:nvPr/>
            </p:nvSpPr>
            <p:spPr>
              <a:xfrm>
                <a:off x="3412729" y="3310126"/>
                <a:ext cx="110973" cy="110895"/>
              </a:xfrm>
              <a:custGeom>
                <a:rect b="b" l="l" r="r" t="t"/>
                <a:pathLst>
                  <a:path extrusionOk="0" h="3175" w="3177">
                    <a:moveTo>
                      <a:pt x="1" y="0"/>
                    </a:moveTo>
                    <a:lnTo>
                      <a:pt x="1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4" name="Google Shape;3394;p20"/>
              <p:cNvSpPr/>
              <p:nvPr/>
            </p:nvSpPr>
            <p:spPr>
              <a:xfrm>
                <a:off x="3315694" y="3310126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5" name="Google Shape;3395;p20"/>
              <p:cNvSpPr/>
              <p:nvPr/>
            </p:nvSpPr>
            <p:spPr>
              <a:xfrm>
                <a:off x="3204826" y="3310126"/>
                <a:ext cx="110903" cy="110895"/>
              </a:xfrm>
              <a:custGeom>
                <a:rect b="b" l="l" r="r" t="t"/>
                <a:pathLst>
                  <a:path extrusionOk="0" h="3175" w="3175">
                    <a:moveTo>
                      <a:pt x="0" y="0"/>
                    </a:moveTo>
                    <a:lnTo>
                      <a:pt x="0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6" name="Google Shape;3396;p20"/>
              <p:cNvSpPr/>
              <p:nvPr/>
            </p:nvSpPr>
            <p:spPr>
              <a:xfrm>
                <a:off x="3107791" y="3310126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7" name="Google Shape;3397;p20"/>
              <p:cNvSpPr/>
              <p:nvPr/>
            </p:nvSpPr>
            <p:spPr>
              <a:xfrm>
                <a:off x="2996888" y="3310126"/>
                <a:ext cx="110938" cy="110895"/>
              </a:xfrm>
              <a:custGeom>
                <a:rect b="b" l="l" r="r" t="t"/>
                <a:pathLst>
                  <a:path extrusionOk="0" h="3175" w="3176">
                    <a:moveTo>
                      <a:pt x="1" y="0"/>
                    </a:moveTo>
                    <a:lnTo>
                      <a:pt x="1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8" name="Google Shape;3398;p20"/>
              <p:cNvSpPr/>
              <p:nvPr/>
            </p:nvSpPr>
            <p:spPr>
              <a:xfrm>
                <a:off x="2899853" y="3310126"/>
                <a:ext cx="97070" cy="110895"/>
              </a:xfrm>
              <a:custGeom>
                <a:rect b="b" l="l" r="r" t="t"/>
                <a:pathLst>
                  <a:path extrusionOk="0" h="3175" w="2779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cap="flat" cmpd="sng" w="9525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9" name="Google Shape;3399;p20"/>
              <p:cNvSpPr/>
              <p:nvPr/>
            </p:nvSpPr>
            <p:spPr>
              <a:xfrm>
                <a:off x="2788951" y="3310126"/>
                <a:ext cx="110938" cy="110895"/>
              </a:xfrm>
              <a:custGeom>
                <a:rect b="b" l="l" r="r" t="t"/>
                <a:pathLst>
                  <a:path extrusionOk="0" h="3175" w="3176">
                    <a:moveTo>
                      <a:pt x="0" y="0"/>
                    </a:moveTo>
                    <a:lnTo>
                      <a:pt x="0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00" name="Google Shape;3400;p20"/>
            <p:cNvGrpSpPr/>
            <p:nvPr/>
          </p:nvGrpSpPr>
          <p:grpSpPr>
            <a:xfrm>
              <a:off x="-387375" y="2038775"/>
              <a:ext cx="9531425" cy="3274175"/>
              <a:chOff x="-387375" y="2038775"/>
              <a:chExt cx="9531425" cy="3274175"/>
            </a:xfrm>
          </p:grpSpPr>
          <p:grpSp>
            <p:nvGrpSpPr>
              <p:cNvPr id="3401" name="Google Shape;3401;p20"/>
              <p:cNvGrpSpPr/>
              <p:nvPr/>
            </p:nvGrpSpPr>
            <p:grpSpPr>
              <a:xfrm>
                <a:off x="-98650" y="4010850"/>
                <a:ext cx="9242700" cy="1302100"/>
                <a:chOff x="-98650" y="4010850"/>
                <a:chExt cx="9242700" cy="1302100"/>
              </a:xfrm>
            </p:grpSpPr>
            <p:sp>
              <p:nvSpPr>
                <p:cNvPr id="3402" name="Google Shape;3402;p20"/>
                <p:cNvSpPr/>
                <p:nvPr/>
              </p:nvSpPr>
              <p:spPr>
                <a:xfrm>
                  <a:off x="-98650" y="4010850"/>
                  <a:ext cx="9242700" cy="5670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3" name="Google Shape;3403;p20"/>
                <p:cNvSpPr/>
                <p:nvPr/>
              </p:nvSpPr>
              <p:spPr>
                <a:xfrm>
                  <a:off x="-98650" y="4584050"/>
                  <a:ext cx="9242700" cy="155700"/>
                </a:xfrm>
                <a:prstGeom prst="rect">
                  <a:avLst/>
                </a:pr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4" name="Google Shape;3404;p20"/>
                <p:cNvSpPr/>
                <p:nvPr/>
              </p:nvSpPr>
              <p:spPr>
                <a:xfrm>
                  <a:off x="-98650" y="4745950"/>
                  <a:ext cx="9242700" cy="567000"/>
                </a:xfrm>
                <a:prstGeom prst="rect">
                  <a:avLst/>
                </a:pr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05" name="Google Shape;3405;p20"/>
              <p:cNvGrpSpPr/>
              <p:nvPr/>
            </p:nvGrpSpPr>
            <p:grpSpPr>
              <a:xfrm>
                <a:off x="-387375" y="2038775"/>
                <a:ext cx="1722000" cy="578125"/>
                <a:chOff x="-387375" y="2038775"/>
                <a:chExt cx="1722000" cy="578125"/>
              </a:xfrm>
            </p:grpSpPr>
            <p:sp>
              <p:nvSpPr>
                <p:cNvPr id="3406" name="Google Shape;3406;p20"/>
                <p:cNvSpPr/>
                <p:nvPr/>
              </p:nvSpPr>
              <p:spPr>
                <a:xfrm>
                  <a:off x="-387375" y="2038775"/>
                  <a:ext cx="1722000" cy="20910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7" name="Google Shape;3407;p20"/>
                <p:cNvSpPr/>
                <p:nvPr/>
              </p:nvSpPr>
              <p:spPr>
                <a:xfrm>
                  <a:off x="-387375" y="2254000"/>
                  <a:ext cx="1722000" cy="92700"/>
                </a:xfrm>
                <a:prstGeom prst="rect">
                  <a:avLst/>
                </a:prstGeom>
                <a:solidFill>
                  <a:schemeClr val="accent3"/>
                </a:solidFill>
                <a:ln cap="flat" cmpd="sng" w="9525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8" name="Google Shape;3408;p20"/>
                <p:cNvSpPr/>
                <p:nvPr/>
              </p:nvSpPr>
              <p:spPr>
                <a:xfrm>
                  <a:off x="-387375" y="2352900"/>
                  <a:ext cx="1722000" cy="264000"/>
                </a:xfrm>
                <a:prstGeom prst="rect">
                  <a:avLst/>
                </a:pr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TITLE_AND_BODY_1_1_2">
    <p:bg>
      <p:bgPr>
        <a:solidFill>
          <a:schemeClr val="accent6"/>
        </a:solidFill>
      </p:bgPr>
    </p:bg>
    <p:spTree>
      <p:nvGrpSpPr>
        <p:cNvPr id="3409" name="Shape 3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21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1" name="Google Shape;3411;p21"/>
          <p:cNvSpPr txBox="1"/>
          <p:nvPr>
            <p:ph idx="2" type="title"/>
          </p:nvPr>
        </p:nvSpPr>
        <p:spPr>
          <a:xfrm>
            <a:off x="817550" y="1691025"/>
            <a:ext cx="23241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12" name="Google Shape;3412;p21"/>
          <p:cNvSpPr txBox="1"/>
          <p:nvPr>
            <p:ph idx="1" type="subTitle"/>
          </p:nvPr>
        </p:nvSpPr>
        <p:spPr>
          <a:xfrm>
            <a:off x="817550" y="2074724"/>
            <a:ext cx="2324100" cy="8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3" name="Google Shape;3413;p21"/>
          <p:cNvSpPr txBox="1"/>
          <p:nvPr>
            <p:ph idx="3" type="title"/>
          </p:nvPr>
        </p:nvSpPr>
        <p:spPr>
          <a:xfrm>
            <a:off x="3409950" y="1691025"/>
            <a:ext cx="23241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14" name="Google Shape;3414;p21"/>
          <p:cNvSpPr txBox="1"/>
          <p:nvPr>
            <p:ph idx="4" type="subTitle"/>
          </p:nvPr>
        </p:nvSpPr>
        <p:spPr>
          <a:xfrm>
            <a:off x="3409950" y="2074724"/>
            <a:ext cx="2324100" cy="8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5" name="Google Shape;3415;p21"/>
          <p:cNvSpPr txBox="1"/>
          <p:nvPr>
            <p:ph idx="5" type="title"/>
          </p:nvPr>
        </p:nvSpPr>
        <p:spPr>
          <a:xfrm>
            <a:off x="6002350" y="1691025"/>
            <a:ext cx="23241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16" name="Google Shape;3416;p21"/>
          <p:cNvSpPr txBox="1"/>
          <p:nvPr>
            <p:ph idx="6" type="subTitle"/>
          </p:nvPr>
        </p:nvSpPr>
        <p:spPr>
          <a:xfrm>
            <a:off x="6002350" y="2074724"/>
            <a:ext cx="2324100" cy="8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7" name="Google Shape;3417;p21"/>
          <p:cNvSpPr txBox="1"/>
          <p:nvPr>
            <p:ph idx="7" type="title"/>
          </p:nvPr>
        </p:nvSpPr>
        <p:spPr>
          <a:xfrm>
            <a:off x="817550" y="3370525"/>
            <a:ext cx="23241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18" name="Google Shape;3418;p21"/>
          <p:cNvSpPr txBox="1"/>
          <p:nvPr>
            <p:ph idx="8" type="subTitle"/>
          </p:nvPr>
        </p:nvSpPr>
        <p:spPr>
          <a:xfrm>
            <a:off x="817550" y="3754224"/>
            <a:ext cx="2324100" cy="8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9" name="Google Shape;3419;p21"/>
          <p:cNvSpPr txBox="1"/>
          <p:nvPr>
            <p:ph idx="9" type="title"/>
          </p:nvPr>
        </p:nvSpPr>
        <p:spPr>
          <a:xfrm>
            <a:off x="3409950" y="3370525"/>
            <a:ext cx="23241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0" name="Google Shape;3420;p21"/>
          <p:cNvSpPr txBox="1"/>
          <p:nvPr>
            <p:ph idx="13" type="subTitle"/>
          </p:nvPr>
        </p:nvSpPr>
        <p:spPr>
          <a:xfrm>
            <a:off x="3409950" y="3754224"/>
            <a:ext cx="2324100" cy="8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21" name="Google Shape;3421;p21"/>
          <p:cNvSpPr txBox="1"/>
          <p:nvPr>
            <p:ph idx="14" type="title"/>
          </p:nvPr>
        </p:nvSpPr>
        <p:spPr>
          <a:xfrm>
            <a:off x="6002350" y="3370525"/>
            <a:ext cx="23241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2" name="Google Shape;3422;p21"/>
          <p:cNvSpPr txBox="1"/>
          <p:nvPr>
            <p:ph idx="15" type="subTitle"/>
          </p:nvPr>
        </p:nvSpPr>
        <p:spPr>
          <a:xfrm>
            <a:off x="6002350" y="3754224"/>
            <a:ext cx="2324100" cy="8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SECTION_HEADER_1_2">
    <p:bg>
      <p:bgPr>
        <a:solidFill>
          <a:schemeClr val="accent6"/>
        </a:solidFill>
      </p:bgPr>
    </p:bg>
    <p:spTree>
      <p:nvGrpSpPr>
        <p:cNvPr id="3423" name="Shape 3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4" name="Google Shape;3424;p22"/>
          <p:cNvSpPr txBox="1"/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25" name="Google Shape;3425;p22"/>
          <p:cNvSpPr txBox="1"/>
          <p:nvPr>
            <p:ph hasCustomPrompt="1" idx="2" type="title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426" name="Google Shape;3426;p22"/>
          <p:cNvSpPr txBox="1"/>
          <p:nvPr>
            <p:ph idx="1" type="subTitle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3427" name="Google Shape;3427;p22"/>
          <p:cNvGrpSpPr/>
          <p:nvPr/>
        </p:nvGrpSpPr>
        <p:grpSpPr>
          <a:xfrm>
            <a:off x="8248063" y="1554103"/>
            <a:ext cx="1443946" cy="721968"/>
            <a:chOff x="311697" y="-12"/>
            <a:chExt cx="4437449" cy="2218709"/>
          </a:xfrm>
        </p:grpSpPr>
        <p:sp>
          <p:nvSpPr>
            <p:cNvPr id="3428" name="Google Shape;3428;p22"/>
            <p:cNvSpPr/>
            <p:nvPr/>
          </p:nvSpPr>
          <p:spPr>
            <a:xfrm>
              <a:off x="2400974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22"/>
            <p:cNvSpPr/>
            <p:nvPr/>
          </p:nvSpPr>
          <p:spPr>
            <a:xfrm>
              <a:off x="2253074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22"/>
            <p:cNvSpPr/>
            <p:nvPr/>
          </p:nvSpPr>
          <p:spPr>
            <a:xfrm>
              <a:off x="208667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22"/>
            <p:cNvSpPr/>
            <p:nvPr/>
          </p:nvSpPr>
          <p:spPr>
            <a:xfrm>
              <a:off x="195724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22"/>
            <p:cNvSpPr/>
            <p:nvPr/>
          </p:nvSpPr>
          <p:spPr>
            <a:xfrm>
              <a:off x="1790857" y="2070781"/>
              <a:ext cx="166400" cy="147916"/>
            </a:xfrm>
            <a:custGeom>
              <a:rect b="b" l="l" r="r" t="t"/>
              <a:pathLst>
                <a:path extrusionOk="0" h="9523" w="10713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22"/>
            <p:cNvSpPr/>
            <p:nvPr/>
          </p:nvSpPr>
          <p:spPr>
            <a:xfrm>
              <a:off x="164291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22"/>
            <p:cNvSpPr/>
            <p:nvPr/>
          </p:nvSpPr>
          <p:spPr>
            <a:xfrm>
              <a:off x="1513494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22"/>
            <p:cNvSpPr/>
            <p:nvPr/>
          </p:nvSpPr>
          <p:spPr>
            <a:xfrm>
              <a:off x="134709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22"/>
            <p:cNvSpPr/>
            <p:nvPr/>
          </p:nvSpPr>
          <p:spPr>
            <a:xfrm>
              <a:off x="119917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22"/>
            <p:cNvSpPr/>
            <p:nvPr/>
          </p:nvSpPr>
          <p:spPr>
            <a:xfrm>
              <a:off x="1069761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22"/>
            <p:cNvSpPr/>
            <p:nvPr/>
          </p:nvSpPr>
          <p:spPr>
            <a:xfrm>
              <a:off x="903361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22"/>
            <p:cNvSpPr/>
            <p:nvPr/>
          </p:nvSpPr>
          <p:spPr>
            <a:xfrm>
              <a:off x="755430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22"/>
            <p:cNvSpPr/>
            <p:nvPr/>
          </p:nvSpPr>
          <p:spPr>
            <a:xfrm>
              <a:off x="625998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22"/>
            <p:cNvSpPr/>
            <p:nvPr/>
          </p:nvSpPr>
          <p:spPr>
            <a:xfrm>
              <a:off x="2400974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22"/>
            <p:cNvSpPr/>
            <p:nvPr/>
          </p:nvSpPr>
          <p:spPr>
            <a:xfrm>
              <a:off x="225307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22"/>
            <p:cNvSpPr/>
            <p:nvPr/>
          </p:nvSpPr>
          <p:spPr>
            <a:xfrm>
              <a:off x="208667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22"/>
            <p:cNvSpPr/>
            <p:nvPr/>
          </p:nvSpPr>
          <p:spPr>
            <a:xfrm>
              <a:off x="195724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22"/>
            <p:cNvSpPr/>
            <p:nvPr/>
          </p:nvSpPr>
          <p:spPr>
            <a:xfrm>
              <a:off x="1790857" y="192286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22"/>
            <p:cNvSpPr/>
            <p:nvPr/>
          </p:nvSpPr>
          <p:spPr>
            <a:xfrm>
              <a:off x="164291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22"/>
            <p:cNvSpPr/>
            <p:nvPr/>
          </p:nvSpPr>
          <p:spPr>
            <a:xfrm>
              <a:off x="1513494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22"/>
            <p:cNvSpPr/>
            <p:nvPr/>
          </p:nvSpPr>
          <p:spPr>
            <a:xfrm>
              <a:off x="134709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22"/>
            <p:cNvSpPr/>
            <p:nvPr/>
          </p:nvSpPr>
          <p:spPr>
            <a:xfrm>
              <a:off x="119917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22"/>
            <p:cNvSpPr/>
            <p:nvPr/>
          </p:nvSpPr>
          <p:spPr>
            <a:xfrm>
              <a:off x="1069761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22"/>
            <p:cNvSpPr/>
            <p:nvPr/>
          </p:nvSpPr>
          <p:spPr>
            <a:xfrm>
              <a:off x="903361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22"/>
            <p:cNvSpPr/>
            <p:nvPr/>
          </p:nvSpPr>
          <p:spPr>
            <a:xfrm>
              <a:off x="755430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22"/>
            <p:cNvSpPr/>
            <p:nvPr/>
          </p:nvSpPr>
          <p:spPr>
            <a:xfrm>
              <a:off x="625998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22"/>
            <p:cNvSpPr/>
            <p:nvPr/>
          </p:nvSpPr>
          <p:spPr>
            <a:xfrm>
              <a:off x="459598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22"/>
            <p:cNvSpPr/>
            <p:nvPr/>
          </p:nvSpPr>
          <p:spPr>
            <a:xfrm>
              <a:off x="311697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22"/>
            <p:cNvSpPr/>
            <p:nvPr/>
          </p:nvSpPr>
          <p:spPr>
            <a:xfrm>
              <a:off x="2400974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22"/>
            <p:cNvSpPr/>
            <p:nvPr/>
          </p:nvSpPr>
          <p:spPr>
            <a:xfrm>
              <a:off x="225307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22"/>
            <p:cNvSpPr/>
            <p:nvPr/>
          </p:nvSpPr>
          <p:spPr>
            <a:xfrm>
              <a:off x="208667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22"/>
            <p:cNvSpPr/>
            <p:nvPr/>
          </p:nvSpPr>
          <p:spPr>
            <a:xfrm>
              <a:off x="195724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22"/>
            <p:cNvSpPr/>
            <p:nvPr/>
          </p:nvSpPr>
          <p:spPr>
            <a:xfrm>
              <a:off x="1790857" y="175648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22"/>
            <p:cNvSpPr/>
            <p:nvPr/>
          </p:nvSpPr>
          <p:spPr>
            <a:xfrm>
              <a:off x="164291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22"/>
            <p:cNvSpPr/>
            <p:nvPr/>
          </p:nvSpPr>
          <p:spPr>
            <a:xfrm>
              <a:off x="1513494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22"/>
            <p:cNvSpPr/>
            <p:nvPr/>
          </p:nvSpPr>
          <p:spPr>
            <a:xfrm>
              <a:off x="134709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22"/>
            <p:cNvSpPr/>
            <p:nvPr/>
          </p:nvSpPr>
          <p:spPr>
            <a:xfrm>
              <a:off x="119917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22"/>
            <p:cNvSpPr/>
            <p:nvPr/>
          </p:nvSpPr>
          <p:spPr>
            <a:xfrm>
              <a:off x="1069761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22"/>
            <p:cNvSpPr/>
            <p:nvPr/>
          </p:nvSpPr>
          <p:spPr>
            <a:xfrm>
              <a:off x="903361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22"/>
            <p:cNvSpPr/>
            <p:nvPr/>
          </p:nvSpPr>
          <p:spPr>
            <a:xfrm>
              <a:off x="755430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22"/>
            <p:cNvSpPr/>
            <p:nvPr/>
          </p:nvSpPr>
          <p:spPr>
            <a:xfrm>
              <a:off x="625998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22"/>
            <p:cNvSpPr/>
            <p:nvPr/>
          </p:nvSpPr>
          <p:spPr>
            <a:xfrm>
              <a:off x="459598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22"/>
            <p:cNvSpPr/>
            <p:nvPr/>
          </p:nvSpPr>
          <p:spPr>
            <a:xfrm>
              <a:off x="311697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22"/>
            <p:cNvSpPr/>
            <p:nvPr/>
          </p:nvSpPr>
          <p:spPr>
            <a:xfrm>
              <a:off x="2400974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22"/>
            <p:cNvSpPr/>
            <p:nvPr/>
          </p:nvSpPr>
          <p:spPr>
            <a:xfrm>
              <a:off x="225307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22"/>
            <p:cNvSpPr/>
            <p:nvPr/>
          </p:nvSpPr>
          <p:spPr>
            <a:xfrm>
              <a:off x="208667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22"/>
            <p:cNvSpPr/>
            <p:nvPr/>
          </p:nvSpPr>
          <p:spPr>
            <a:xfrm>
              <a:off x="195724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22"/>
            <p:cNvSpPr/>
            <p:nvPr/>
          </p:nvSpPr>
          <p:spPr>
            <a:xfrm>
              <a:off x="1790857" y="162704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22"/>
            <p:cNvSpPr/>
            <p:nvPr/>
          </p:nvSpPr>
          <p:spPr>
            <a:xfrm>
              <a:off x="164291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22"/>
            <p:cNvSpPr/>
            <p:nvPr/>
          </p:nvSpPr>
          <p:spPr>
            <a:xfrm>
              <a:off x="1513494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22"/>
            <p:cNvSpPr/>
            <p:nvPr/>
          </p:nvSpPr>
          <p:spPr>
            <a:xfrm>
              <a:off x="134709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22"/>
            <p:cNvSpPr/>
            <p:nvPr/>
          </p:nvSpPr>
          <p:spPr>
            <a:xfrm>
              <a:off x="119917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22"/>
            <p:cNvSpPr/>
            <p:nvPr/>
          </p:nvSpPr>
          <p:spPr>
            <a:xfrm>
              <a:off x="1069761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22"/>
            <p:cNvSpPr/>
            <p:nvPr/>
          </p:nvSpPr>
          <p:spPr>
            <a:xfrm>
              <a:off x="903361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22"/>
            <p:cNvSpPr/>
            <p:nvPr/>
          </p:nvSpPr>
          <p:spPr>
            <a:xfrm>
              <a:off x="755430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22"/>
            <p:cNvSpPr/>
            <p:nvPr/>
          </p:nvSpPr>
          <p:spPr>
            <a:xfrm>
              <a:off x="625998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22"/>
            <p:cNvSpPr/>
            <p:nvPr/>
          </p:nvSpPr>
          <p:spPr>
            <a:xfrm>
              <a:off x="459598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22"/>
            <p:cNvSpPr/>
            <p:nvPr/>
          </p:nvSpPr>
          <p:spPr>
            <a:xfrm>
              <a:off x="311697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22"/>
            <p:cNvSpPr/>
            <p:nvPr/>
          </p:nvSpPr>
          <p:spPr>
            <a:xfrm>
              <a:off x="2400974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22"/>
            <p:cNvSpPr/>
            <p:nvPr/>
          </p:nvSpPr>
          <p:spPr>
            <a:xfrm>
              <a:off x="225307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22"/>
            <p:cNvSpPr/>
            <p:nvPr/>
          </p:nvSpPr>
          <p:spPr>
            <a:xfrm>
              <a:off x="208667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22"/>
            <p:cNvSpPr/>
            <p:nvPr/>
          </p:nvSpPr>
          <p:spPr>
            <a:xfrm>
              <a:off x="195724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22"/>
            <p:cNvSpPr/>
            <p:nvPr/>
          </p:nvSpPr>
          <p:spPr>
            <a:xfrm>
              <a:off x="1790857" y="1460633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22"/>
            <p:cNvSpPr/>
            <p:nvPr/>
          </p:nvSpPr>
          <p:spPr>
            <a:xfrm>
              <a:off x="164291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22"/>
            <p:cNvSpPr/>
            <p:nvPr/>
          </p:nvSpPr>
          <p:spPr>
            <a:xfrm>
              <a:off x="1513494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22"/>
            <p:cNvSpPr/>
            <p:nvPr/>
          </p:nvSpPr>
          <p:spPr>
            <a:xfrm>
              <a:off x="134709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22"/>
            <p:cNvSpPr/>
            <p:nvPr/>
          </p:nvSpPr>
          <p:spPr>
            <a:xfrm>
              <a:off x="119917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22"/>
            <p:cNvSpPr/>
            <p:nvPr/>
          </p:nvSpPr>
          <p:spPr>
            <a:xfrm>
              <a:off x="1069761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22"/>
            <p:cNvSpPr/>
            <p:nvPr/>
          </p:nvSpPr>
          <p:spPr>
            <a:xfrm>
              <a:off x="903361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22"/>
            <p:cNvSpPr/>
            <p:nvPr/>
          </p:nvSpPr>
          <p:spPr>
            <a:xfrm>
              <a:off x="755430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22"/>
            <p:cNvSpPr/>
            <p:nvPr/>
          </p:nvSpPr>
          <p:spPr>
            <a:xfrm>
              <a:off x="625998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22"/>
            <p:cNvSpPr/>
            <p:nvPr/>
          </p:nvSpPr>
          <p:spPr>
            <a:xfrm>
              <a:off x="459598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22"/>
            <p:cNvSpPr/>
            <p:nvPr/>
          </p:nvSpPr>
          <p:spPr>
            <a:xfrm>
              <a:off x="311697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22"/>
            <p:cNvSpPr/>
            <p:nvPr/>
          </p:nvSpPr>
          <p:spPr>
            <a:xfrm>
              <a:off x="2400974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22"/>
            <p:cNvSpPr/>
            <p:nvPr/>
          </p:nvSpPr>
          <p:spPr>
            <a:xfrm>
              <a:off x="225307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22"/>
            <p:cNvSpPr/>
            <p:nvPr/>
          </p:nvSpPr>
          <p:spPr>
            <a:xfrm>
              <a:off x="208667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22"/>
            <p:cNvSpPr/>
            <p:nvPr/>
          </p:nvSpPr>
          <p:spPr>
            <a:xfrm>
              <a:off x="195724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22"/>
            <p:cNvSpPr/>
            <p:nvPr/>
          </p:nvSpPr>
          <p:spPr>
            <a:xfrm>
              <a:off x="1790857" y="1331201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22"/>
            <p:cNvSpPr/>
            <p:nvPr/>
          </p:nvSpPr>
          <p:spPr>
            <a:xfrm>
              <a:off x="164291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22"/>
            <p:cNvSpPr/>
            <p:nvPr/>
          </p:nvSpPr>
          <p:spPr>
            <a:xfrm>
              <a:off x="1513494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22"/>
            <p:cNvSpPr/>
            <p:nvPr/>
          </p:nvSpPr>
          <p:spPr>
            <a:xfrm>
              <a:off x="134709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22"/>
            <p:cNvSpPr/>
            <p:nvPr/>
          </p:nvSpPr>
          <p:spPr>
            <a:xfrm>
              <a:off x="119917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22"/>
            <p:cNvSpPr/>
            <p:nvPr/>
          </p:nvSpPr>
          <p:spPr>
            <a:xfrm>
              <a:off x="1069761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22"/>
            <p:cNvSpPr/>
            <p:nvPr/>
          </p:nvSpPr>
          <p:spPr>
            <a:xfrm>
              <a:off x="903361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22"/>
            <p:cNvSpPr/>
            <p:nvPr/>
          </p:nvSpPr>
          <p:spPr>
            <a:xfrm>
              <a:off x="755430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22"/>
            <p:cNvSpPr/>
            <p:nvPr/>
          </p:nvSpPr>
          <p:spPr>
            <a:xfrm>
              <a:off x="625998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22"/>
            <p:cNvSpPr/>
            <p:nvPr/>
          </p:nvSpPr>
          <p:spPr>
            <a:xfrm>
              <a:off x="459598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22"/>
            <p:cNvSpPr/>
            <p:nvPr/>
          </p:nvSpPr>
          <p:spPr>
            <a:xfrm>
              <a:off x="2400974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22"/>
            <p:cNvSpPr/>
            <p:nvPr/>
          </p:nvSpPr>
          <p:spPr>
            <a:xfrm>
              <a:off x="2253074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22"/>
            <p:cNvSpPr/>
            <p:nvPr/>
          </p:nvSpPr>
          <p:spPr>
            <a:xfrm>
              <a:off x="208667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22"/>
            <p:cNvSpPr/>
            <p:nvPr/>
          </p:nvSpPr>
          <p:spPr>
            <a:xfrm>
              <a:off x="195724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22"/>
            <p:cNvSpPr/>
            <p:nvPr/>
          </p:nvSpPr>
          <p:spPr>
            <a:xfrm>
              <a:off x="1790857" y="118328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22"/>
            <p:cNvSpPr/>
            <p:nvPr/>
          </p:nvSpPr>
          <p:spPr>
            <a:xfrm>
              <a:off x="164291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22"/>
            <p:cNvSpPr/>
            <p:nvPr/>
          </p:nvSpPr>
          <p:spPr>
            <a:xfrm>
              <a:off x="1513494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22"/>
            <p:cNvSpPr/>
            <p:nvPr/>
          </p:nvSpPr>
          <p:spPr>
            <a:xfrm>
              <a:off x="134709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22"/>
            <p:cNvSpPr/>
            <p:nvPr/>
          </p:nvSpPr>
          <p:spPr>
            <a:xfrm>
              <a:off x="119917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22"/>
            <p:cNvSpPr/>
            <p:nvPr/>
          </p:nvSpPr>
          <p:spPr>
            <a:xfrm>
              <a:off x="1069761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22"/>
            <p:cNvSpPr/>
            <p:nvPr/>
          </p:nvSpPr>
          <p:spPr>
            <a:xfrm>
              <a:off x="903361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22"/>
            <p:cNvSpPr/>
            <p:nvPr/>
          </p:nvSpPr>
          <p:spPr>
            <a:xfrm>
              <a:off x="755430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22"/>
            <p:cNvSpPr/>
            <p:nvPr/>
          </p:nvSpPr>
          <p:spPr>
            <a:xfrm>
              <a:off x="626013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22"/>
            <p:cNvSpPr/>
            <p:nvPr/>
          </p:nvSpPr>
          <p:spPr>
            <a:xfrm>
              <a:off x="2400974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22"/>
            <p:cNvSpPr/>
            <p:nvPr/>
          </p:nvSpPr>
          <p:spPr>
            <a:xfrm>
              <a:off x="2253074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22"/>
            <p:cNvSpPr/>
            <p:nvPr/>
          </p:nvSpPr>
          <p:spPr>
            <a:xfrm>
              <a:off x="208667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22"/>
            <p:cNvSpPr/>
            <p:nvPr/>
          </p:nvSpPr>
          <p:spPr>
            <a:xfrm>
              <a:off x="195724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22"/>
            <p:cNvSpPr/>
            <p:nvPr/>
          </p:nvSpPr>
          <p:spPr>
            <a:xfrm>
              <a:off x="1790857" y="101690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22"/>
            <p:cNvSpPr/>
            <p:nvPr/>
          </p:nvSpPr>
          <p:spPr>
            <a:xfrm>
              <a:off x="164291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22"/>
            <p:cNvSpPr/>
            <p:nvPr/>
          </p:nvSpPr>
          <p:spPr>
            <a:xfrm>
              <a:off x="1513494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22"/>
            <p:cNvSpPr/>
            <p:nvPr/>
          </p:nvSpPr>
          <p:spPr>
            <a:xfrm>
              <a:off x="134709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22"/>
            <p:cNvSpPr/>
            <p:nvPr/>
          </p:nvSpPr>
          <p:spPr>
            <a:xfrm>
              <a:off x="1199178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22"/>
            <p:cNvSpPr/>
            <p:nvPr/>
          </p:nvSpPr>
          <p:spPr>
            <a:xfrm>
              <a:off x="1069761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22"/>
            <p:cNvSpPr/>
            <p:nvPr/>
          </p:nvSpPr>
          <p:spPr>
            <a:xfrm>
              <a:off x="903361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22"/>
            <p:cNvSpPr/>
            <p:nvPr/>
          </p:nvSpPr>
          <p:spPr>
            <a:xfrm>
              <a:off x="755430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22"/>
            <p:cNvSpPr/>
            <p:nvPr/>
          </p:nvSpPr>
          <p:spPr>
            <a:xfrm>
              <a:off x="2400974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22"/>
            <p:cNvSpPr/>
            <p:nvPr/>
          </p:nvSpPr>
          <p:spPr>
            <a:xfrm>
              <a:off x="2253074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22"/>
            <p:cNvSpPr/>
            <p:nvPr/>
          </p:nvSpPr>
          <p:spPr>
            <a:xfrm>
              <a:off x="208667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22"/>
            <p:cNvSpPr/>
            <p:nvPr/>
          </p:nvSpPr>
          <p:spPr>
            <a:xfrm>
              <a:off x="195724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22"/>
            <p:cNvSpPr/>
            <p:nvPr/>
          </p:nvSpPr>
          <p:spPr>
            <a:xfrm>
              <a:off x="1790857" y="88746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22"/>
            <p:cNvSpPr/>
            <p:nvPr/>
          </p:nvSpPr>
          <p:spPr>
            <a:xfrm>
              <a:off x="164291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22"/>
            <p:cNvSpPr/>
            <p:nvPr/>
          </p:nvSpPr>
          <p:spPr>
            <a:xfrm>
              <a:off x="1513494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22"/>
            <p:cNvSpPr/>
            <p:nvPr/>
          </p:nvSpPr>
          <p:spPr>
            <a:xfrm>
              <a:off x="134709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22"/>
            <p:cNvSpPr/>
            <p:nvPr/>
          </p:nvSpPr>
          <p:spPr>
            <a:xfrm>
              <a:off x="1199178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22"/>
            <p:cNvSpPr/>
            <p:nvPr/>
          </p:nvSpPr>
          <p:spPr>
            <a:xfrm>
              <a:off x="1069761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22"/>
            <p:cNvSpPr/>
            <p:nvPr/>
          </p:nvSpPr>
          <p:spPr>
            <a:xfrm>
              <a:off x="903361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22"/>
            <p:cNvSpPr/>
            <p:nvPr/>
          </p:nvSpPr>
          <p:spPr>
            <a:xfrm>
              <a:off x="755430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22"/>
            <p:cNvSpPr/>
            <p:nvPr/>
          </p:nvSpPr>
          <p:spPr>
            <a:xfrm>
              <a:off x="2400974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22"/>
            <p:cNvSpPr/>
            <p:nvPr/>
          </p:nvSpPr>
          <p:spPr>
            <a:xfrm>
              <a:off x="2253074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22"/>
            <p:cNvSpPr/>
            <p:nvPr/>
          </p:nvSpPr>
          <p:spPr>
            <a:xfrm>
              <a:off x="208667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22"/>
            <p:cNvSpPr/>
            <p:nvPr/>
          </p:nvSpPr>
          <p:spPr>
            <a:xfrm>
              <a:off x="195724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22"/>
            <p:cNvSpPr/>
            <p:nvPr/>
          </p:nvSpPr>
          <p:spPr>
            <a:xfrm>
              <a:off x="1790857" y="739552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22"/>
            <p:cNvSpPr/>
            <p:nvPr/>
          </p:nvSpPr>
          <p:spPr>
            <a:xfrm>
              <a:off x="164291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22"/>
            <p:cNvSpPr/>
            <p:nvPr/>
          </p:nvSpPr>
          <p:spPr>
            <a:xfrm>
              <a:off x="1513494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22"/>
            <p:cNvSpPr/>
            <p:nvPr/>
          </p:nvSpPr>
          <p:spPr>
            <a:xfrm>
              <a:off x="134709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22"/>
            <p:cNvSpPr/>
            <p:nvPr/>
          </p:nvSpPr>
          <p:spPr>
            <a:xfrm>
              <a:off x="1199178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22"/>
            <p:cNvSpPr/>
            <p:nvPr/>
          </p:nvSpPr>
          <p:spPr>
            <a:xfrm>
              <a:off x="1069761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22"/>
            <p:cNvSpPr/>
            <p:nvPr/>
          </p:nvSpPr>
          <p:spPr>
            <a:xfrm>
              <a:off x="903361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22"/>
            <p:cNvSpPr/>
            <p:nvPr/>
          </p:nvSpPr>
          <p:spPr>
            <a:xfrm>
              <a:off x="2400974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22"/>
            <p:cNvSpPr/>
            <p:nvPr/>
          </p:nvSpPr>
          <p:spPr>
            <a:xfrm>
              <a:off x="2253074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22"/>
            <p:cNvSpPr/>
            <p:nvPr/>
          </p:nvSpPr>
          <p:spPr>
            <a:xfrm>
              <a:off x="2086674" y="573137"/>
              <a:ext cx="166415" cy="166431"/>
            </a:xfrm>
            <a:custGeom>
              <a:rect b="b" l="l" r="r" t="t"/>
              <a:pathLst>
                <a:path extrusionOk="0" h="10715" w="10714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22"/>
            <p:cNvSpPr/>
            <p:nvPr/>
          </p:nvSpPr>
          <p:spPr>
            <a:xfrm>
              <a:off x="195724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22"/>
            <p:cNvSpPr/>
            <p:nvPr/>
          </p:nvSpPr>
          <p:spPr>
            <a:xfrm>
              <a:off x="1790857" y="573137"/>
              <a:ext cx="166400" cy="166431"/>
            </a:xfrm>
            <a:custGeom>
              <a:rect b="b" l="l" r="r" t="t"/>
              <a:pathLst>
                <a:path extrusionOk="0" h="10715" w="10713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22"/>
            <p:cNvSpPr/>
            <p:nvPr/>
          </p:nvSpPr>
          <p:spPr>
            <a:xfrm>
              <a:off x="164291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22"/>
            <p:cNvSpPr/>
            <p:nvPr/>
          </p:nvSpPr>
          <p:spPr>
            <a:xfrm>
              <a:off x="1513494" y="573137"/>
              <a:ext cx="129432" cy="166431"/>
            </a:xfrm>
            <a:custGeom>
              <a:rect b="b" l="l" r="r" t="t"/>
              <a:pathLst>
                <a:path extrusionOk="0" h="10715" w="8333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22"/>
            <p:cNvSpPr/>
            <p:nvPr/>
          </p:nvSpPr>
          <p:spPr>
            <a:xfrm>
              <a:off x="2400974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22"/>
            <p:cNvSpPr/>
            <p:nvPr/>
          </p:nvSpPr>
          <p:spPr>
            <a:xfrm>
              <a:off x="2253074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22"/>
            <p:cNvSpPr/>
            <p:nvPr/>
          </p:nvSpPr>
          <p:spPr>
            <a:xfrm>
              <a:off x="2086674" y="443705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22"/>
            <p:cNvSpPr/>
            <p:nvPr/>
          </p:nvSpPr>
          <p:spPr>
            <a:xfrm>
              <a:off x="195724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22"/>
            <p:cNvSpPr/>
            <p:nvPr/>
          </p:nvSpPr>
          <p:spPr>
            <a:xfrm>
              <a:off x="1790857" y="443705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22"/>
            <p:cNvSpPr/>
            <p:nvPr/>
          </p:nvSpPr>
          <p:spPr>
            <a:xfrm>
              <a:off x="164291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22"/>
            <p:cNvSpPr/>
            <p:nvPr/>
          </p:nvSpPr>
          <p:spPr>
            <a:xfrm>
              <a:off x="1513494" y="443705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22"/>
            <p:cNvSpPr/>
            <p:nvPr/>
          </p:nvSpPr>
          <p:spPr>
            <a:xfrm>
              <a:off x="2400974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22"/>
            <p:cNvSpPr/>
            <p:nvPr/>
          </p:nvSpPr>
          <p:spPr>
            <a:xfrm>
              <a:off x="2253074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22"/>
            <p:cNvSpPr/>
            <p:nvPr/>
          </p:nvSpPr>
          <p:spPr>
            <a:xfrm>
              <a:off x="2086674" y="27732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22"/>
            <p:cNvSpPr/>
            <p:nvPr/>
          </p:nvSpPr>
          <p:spPr>
            <a:xfrm>
              <a:off x="195724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22"/>
            <p:cNvSpPr/>
            <p:nvPr/>
          </p:nvSpPr>
          <p:spPr>
            <a:xfrm>
              <a:off x="1790857" y="27732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22"/>
            <p:cNvSpPr/>
            <p:nvPr/>
          </p:nvSpPr>
          <p:spPr>
            <a:xfrm>
              <a:off x="164291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22"/>
            <p:cNvSpPr/>
            <p:nvPr/>
          </p:nvSpPr>
          <p:spPr>
            <a:xfrm>
              <a:off x="2400974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22"/>
            <p:cNvSpPr/>
            <p:nvPr/>
          </p:nvSpPr>
          <p:spPr>
            <a:xfrm>
              <a:off x="2253074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22"/>
            <p:cNvSpPr/>
            <p:nvPr/>
          </p:nvSpPr>
          <p:spPr>
            <a:xfrm>
              <a:off x="2086674" y="129404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22"/>
            <p:cNvSpPr/>
            <p:nvPr/>
          </p:nvSpPr>
          <p:spPr>
            <a:xfrm>
              <a:off x="195724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22"/>
            <p:cNvSpPr/>
            <p:nvPr/>
          </p:nvSpPr>
          <p:spPr>
            <a:xfrm>
              <a:off x="1790857" y="129404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22"/>
            <p:cNvSpPr/>
            <p:nvPr/>
          </p:nvSpPr>
          <p:spPr>
            <a:xfrm>
              <a:off x="2400974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22"/>
            <p:cNvSpPr/>
            <p:nvPr/>
          </p:nvSpPr>
          <p:spPr>
            <a:xfrm>
              <a:off x="2253074" y="-12"/>
              <a:ext cx="147916" cy="129432"/>
            </a:xfrm>
            <a:custGeom>
              <a:rect b="b" l="l" r="r" t="t"/>
              <a:pathLst>
                <a:path extrusionOk="0" h="8333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22"/>
            <p:cNvSpPr/>
            <p:nvPr/>
          </p:nvSpPr>
          <p:spPr>
            <a:xfrm>
              <a:off x="2086674" y="-12"/>
              <a:ext cx="166415" cy="129432"/>
            </a:xfrm>
            <a:custGeom>
              <a:rect b="b" l="l" r="r" t="t"/>
              <a:pathLst>
                <a:path extrusionOk="0" h="8333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22"/>
            <p:cNvSpPr/>
            <p:nvPr/>
          </p:nvSpPr>
          <p:spPr>
            <a:xfrm>
              <a:off x="195724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22"/>
            <p:cNvSpPr/>
            <p:nvPr/>
          </p:nvSpPr>
          <p:spPr>
            <a:xfrm>
              <a:off x="253040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22"/>
            <p:cNvSpPr/>
            <p:nvPr/>
          </p:nvSpPr>
          <p:spPr>
            <a:xfrm>
              <a:off x="267832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22"/>
            <p:cNvSpPr/>
            <p:nvPr/>
          </p:nvSpPr>
          <p:spPr>
            <a:xfrm>
              <a:off x="2807755" y="2070781"/>
              <a:ext cx="166431" cy="147916"/>
            </a:xfrm>
            <a:custGeom>
              <a:rect b="b" l="l" r="r" t="t"/>
              <a:pathLst>
                <a:path extrusionOk="0" h="9523" w="10715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22"/>
            <p:cNvSpPr/>
            <p:nvPr/>
          </p:nvSpPr>
          <p:spPr>
            <a:xfrm>
              <a:off x="297417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22"/>
            <p:cNvSpPr/>
            <p:nvPr/>
          </p:nvSpPr>
          <p:spPr>
            <a:xfrm>
              <a:off x="312208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22"/>
            <p:cNvSpPr/>
            <p:nvPr/>
          </p:nvSpPr>
          <p:spPr>
            <a:xfrm>
              <a:off x="326998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22"/>
            <p:cNvSpPr/>
            <p:nvPr/>
          </p:nvSpPr>
          <p:spPr>
            <a:xfrm>
              <a:off x="341790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22"/>
            <p:cNvSpPr/>
            <p:nvPr/>
          </p:nvSpPr>
          <p:spPr>
            <a:xfrm>
              <a:off x="3565818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22"/>
            <p:cNvSpPr/>
            <p:nvPr/>
          </p:nvSpPr>
          <p:spPr>
            <a:xfrm>
              <a:off x="3713719" y="2070781"/>
              <a:ext cx="147963" cy="147916"/>
            </a:xfrm>
            <a:custGeom>
              <a:rect b="b" l="l" r="r" t="t"/>
              <a:pathLst>
                <a:path extrusionOk="0" h="9523" w="9526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22"/>
            <p:cNvSpPr/>
            <p:nvPr/>
          </p:nvSpPr>
          <p:spPr>
            <a:xfrm>
              <a:off x="386166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22"/>
            <p:cNvSpPr/>
            <p:nvPr/>
          </p:nvSpPr>
          <p:spPr>
            <a:xfrm>
              <a:off x="400956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22"/>
            <p:cNvSpPr/>
            <p:nvPr/>
          </p:nvSpPr>
          <p:spPr>
            <a:xfrm>
              <a:off x="415748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22"/>
            <p:cNvSpPr/>
            <p:nvPr/>
          </p:nvSpPr>
          <p:spPr>
            <a:xfrm>
              <a:off x="430539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22"/>
            <p:cNvSpPr/>
            <p:nvPr/>
          </p:nvSpPr>
          <p:spPr>
            <a:xfrm>
              <a:off x="253040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22"/>
            <p:cNvSpPr/>
            <p:nvPr/>
          </p:nvSpPr>
          <p:spPr>
            <a:xfrm>
              <a:off x="267832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22"/>
            <p:cNvSpPr/>
            <p:nvPr/>
          </p:nvSpPr>
          <p:spPr>
            <a:xfrm>
              <a:off x="2807755" y="192286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22"/>
            <p:cNvSpPr/>
            <p:nvPr/>
          </p:nvSpPr>
          <p:spPr>
            <a:xfrm>
              <a:off x="297417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22"/>
            <p:cNvSpPr/>
            <p:nvPr/>
          </p:nvSpPr>
          <p:spPr>
            <a:xfrm>
              <a:off x="312208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22"/>
            <p:cNvSpPr/>
            <p:nvPr/>
          </p:nvSpPr>
          <p:spPr>
            <a:xfrm>
              <a:off x="326998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22"/>
            <p:cNvSpPr/>
            <p:nvPr/>
          </p:nvSpPr>
          <p:spPr>
            <a:xfrm>
              <a:off x="341790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22"/>
            <p:cNvSpPr/>
            <p:nvPr/>
          </p:nvSpPr>
          <p:spPr>
            <a:xfrm>
              <a:off x="3565818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22"/>
            <p:cNvSpPr/>
            <p:nvPr/>
          </p:nvSpPr>
          <p:spPr>
            <a:xfrm>
              <a:off x="3713719" y="192286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22"/>
            <p:cNvSpPr/>
            <p:nvPr/>
          </p:nvSpPr>
          <p:spPr>
            <a:xfrm>
              <a:off x="386166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22"/>
            <p:cNvSpPr/>
            <p:nvPr/>
          </p:nvSpPr>
          <p:spPr>
            <a:xfrm>
              <a:off x="400956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22"/>
            <p:cNvSpPr/>
            <p:nvPr/>
          </p:nvSpPr>
          <p:spPr>
            <a:xfrm>
              <a:off x="415748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22"/>
            <p:cNvSpPr/>
            <p:nvPr/>
          </p:nvSpPr>
          <p:spPr>
            <a:xfrm>
              <a:off x="430539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22"/>
            <p:cNvSpPr/>
            <p:nvPr/>
          </p:nvSpPr>
          <p:spPr>
            <a:xfrm>
              <a:off x="445331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22"/>
            <p:cNvSpPr/>
            <p:nvPr/>
          </p:nvSpPr>
          <p:spPr>
            <a:xfrm>
              <a:off x="4601215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22"/>
            <p:cNvSpPr/>
            <p:nvPr/>
          </p:nvSpPr>
          <p:spPr>
            <a:xfrm>
              <a:off x="253040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22"/>
            <p:cNvSpPr/>
            <p:nvPr/>
          </p:nvSpPr>
          <p:spPr>
            <a:xfrm>
              <a:off x="267832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22"/>
            <p:cNvSpPr/>
            <p:nvPr/>
          </p:nvSpPr>
          <p:spPr>
            <a:xfrm>
              <a:off x="2807755" y="175648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22"/>
            <p:cNvSpPr/>
            <p:nvPr/>
          </p:nvSpPr>
          <p:spPr>
            <a:xfrm>
              <a:off x="297417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22"/>
            <p:cNvSpPr/>
            <p:nvPr/>
          </p:nvSpPr>
          <p:spPr>
            <a:xfrm>
              <a:off x="312208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22"/>
            <p:cNvSpPr/>
            <p:nvPr/>
          </p:nvSpPr>
          <p:spPr>
            <a:xfrm>
              <a:off x="326998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22"/>
            <p:cNvSpPr/>
            <p:nvPr/>
          </p:nvSpPr>
          <p:spPr>
            <a:xfrm>
              <a:off x="341790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22"/>
            <p:cNvSpPr/>
            <p:nvPr/>
          </p:nvSpPr>
          <p:spPr>
            <a:xfrm>
              <a:off x="3565818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22"/>
            <p:cNvSpPr/>
            <p:nvPr/>
          </p:nvSpPr>
          <p:spPr>
            <a:xfrm>
              <a:off x="3713719" y="175648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22"/>
            <p:cNvSpPr/>
            <p:nvPr/>
          </p:nvSpPr>
          <p:spPr>
            <a:xfrm>
              <a:off x="386166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22"/>
            <p:cNvSpPr/>
            <p:nvPr/>
          </p:nvSpPr>
          <p:spPr>
            <a:xfrm>
              <a:off x="400956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22"/>
            <p:cNvSpPr/>
            <p:nvPr/>
          </p:nvSpPr>
          <p:spPr>
            <a:xfrm>
              <a:off x="415748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22"/>
            <p:cNvSpPr/>
            <p:nvPr/>
          </p:nvSpPr>
          <p:spPr>
            <a:xfrm>
              <a:off x="430539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22"/>
            <p:cNvSpPr/>
            <p:nvPr/>
          </p:nvSpPr>
          <p:spPr>
            <a:xfrm>
              <a:off x="445331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22"/>
            <p:cNvSpPr/>
            <p:nvPr/>
          </p:nvSpPr>
          <p:spPr>
            <a:xfrm>
              <a:off x="4601215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22"/>
            <p:cNvSpPr/>
            <p:nvPr/>
          </p:nvSpPr>
          <p:spPr>
            <a:xfrm>
              <a:off x="253040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22"/>
            <p:cNvSpPr/>
            <p:nvPr/>
          </p:nvSpPr>
          <p:spPr>
            <a:xfrm>
              <a:off x="267832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22"/>
            <p:cNvSpPr/>
            <p:nvPr/>
          </p:nvSpPr>
          <p:spPr>
            <a:xfrm>
              <a:off x="2807755" y="162704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22"/>
            <p:cNvSpPr/>
            <p:nvPr/>
          </p:nvSpPr>
          <p:spPr>
            <a:xfrm>
              <a:off x="297417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22"/>
            <p:cNvSpPr/>
            <p:nvPr/>
          </p:nvSpPr>
          <p:spPr>
            <a:xfrm>
              <a:off x="312208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22"/>
            <p:cNvSpPr/>
            <p:nvPr/>
          </p:nvSpPr>
          <p:spPr>
            <a:xfrm>
              <a:off x="326998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22"/>
            <p:cNvSpPr/>
            <p:nvPr/>
          </p:nvSpPr>
          <p:spPr>
            <a:xfrm>
              <a:off x="341790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22"/>
            <p:cNvSpPr/>
            <p:nvPr/>
          </p:nvSpPr>
          <p:spPr>
            <a:xfrm>
              <a:off x="3565818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22"/>
            <p:cNvSpPr/>
            <p:nvPr/>
          </p:nvSpPr>
          <p:spPr>
            <a:xfrm>
              <a:off x="3713719" y="162704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22"/>
            <p:cNvSpPr/>
            <p:nvPr/>
          </p:nvSpPr>
          <p:spPr>
            <a:xfrm>
              <a:off x="386166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22"/>
            <p:cNvSpPr/>
            <p:nvPr/>
          </p:nvSpPr>
          <p:spPr>
            <a:xfrm>
              <a:off x="400956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22"/>
            <p:cNvSpPr/>
            <p:nvPr/>
          </p:nvSpPr>
          <p:spPr>
            <a:xfrm>
              <a:off x="415748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22"/>
            <p:cNvSpPr/>
            <p:nvPr/>
          </p:nvSpPr>
          <p:spPr>
            <a:xfrm>
              <a:off x="430539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8" name="Google Shape;3648;p22"/>
            <p:cNvSpPr/>
            <p:nvPr/>
          </p:nvSpPr>
          <p:spPr>
            <a:xfrm>
              <a:off x="445331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22"/>
            <p:cNvSpPr/>
            <p:nvPr/>
          </p:nvSpPr>
          <p:spPr>
            <a:xfrm>
              <a:off x="4601215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22"/>
            <p:cNvSpPr/>
            <p:nvPr/>
          </p:nvSpPr>
          <p:spPr>
            <a:xfrm>
              <a:off x="253040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22"/>
            <p:cNvSpPr/>
            <p:nvPr/>
          </p:nvSpPr>
          <p:spPr>
            <a:xfrm>
              <a:off x="267832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22"/>
            <p:cNvSpPr/>
            <p:nvPr/>
          </p:nvSpPr>
          <p:spPr>
            <a:xfrm>
              <a:off x="2807755" y="1460633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22"/>
            <p:cNvSpPr/>
            <p:nvPr/>
          </p:nvSpPr>
          <p:spPr>
            <a:xfrm>
              <a:off x="297417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22"/>
            <p:cNvSpPr/>
            <p:nvPr/>
          </p:nvSpPr>
          <p:spPr>
            <a:xfrm>
              <a:off x="312208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22"/>
            <p:cNvSpPr/>
            <p:nvPr/>
          </p:nvSpPr>
          <p:spPr>
            <a:xfrm>
              <a:off x="326998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22"/>
            <p:cNvSpPr/>
            <p:nvPr/>
          </p:nvSpPr>
          <p:spPr>
            <a:xfrm>
              <a:off x="341790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22"/>
            <p:cNvSpPr/>
            <p:nvPr/>
          </p:nvSpPr>
          <p:spPr>
            <a:xfrm>
              <a:off x="3565818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22"/>
            <p:cNvSpPr/>
            <p:nvPr/>
          </p:nvSpPr>
          <p:spPr>
            <a:xfrm>
              <a:off x="3713719" y="1460633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22"/>
            <p:cNvSpPr/>
            <p:nvPr/>
          </p:nvSpPr>
          <p:spPr>
            <a:xfrm>
              <a:off x="386166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22"/>
            <p:cNvSpPr/>
            <p:nvPr/>
          </p:nvSpPr>
          <p:spPr>
            <a:xfrm>
              <a:off x="400956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22"/>
            <p:cNvSpPr/>
            <p:nvPr/>
          </p:nvSpPr>
          <p:spPr>
            <a:xfrm>
              <a:off x="415748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22"/>
            <p:cNvSpPr/>
            <p:nvPr/>
          </p:nvSpPr>
          <p:spPr>
            <a:xfrm>
              <a:off x="430539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3" name="Google Shape;3663;p22"/>
            <p:cNvSpPr/>
            <p:nvPr/>
          </p:nvSpPr>
          <p:spPr>
            <a:xfrm>
              <a:off x="445331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22"/>
            <p:cNvSpPr/>
            <p:nvPr/>
          </p:nvSpPr>
          <p:spPr>
            <a:xfrm>
              <a:off x="4601215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22"/>
            <p:cNvSpPr/>
            <p:nvPr/>
          </p:nvSpPr>
          <p:spPr>
            <a:xfrm>
              <a:off x="253040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22"/>
            <p:cNvSpPr/>
            <p:nvPr/>
          </p:nvSpPr>
          <p:spPr>
            <a:xfrm>
              <a:off x="267832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22"/>
            <p:cNvSpPr/>
            <p:nvPr/>
          </p:nvSpPr>
          <p:spPr>
            <a:xfrm>
              <a:off x="2807755" y="1331201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22"/>
            <p:cNvSpPr/>
            <p:nvPr/>
          </p:nvSpPr>
          <p:spPr>
            <a:xfrm>
              <a:off x="297417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22"/>
            <p:cNvSpPr/>
            <p:nvPr/>
          </p:nvSpPr>
          <p:spPr>
            <a:xfrm>
              <a:off x="312208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22"/>
            <p:cNvSpPr/>
            <p:nvPr/>
          </p:nvSpPr>
          <p:spPr>
            <a:xfrm>
              <a:off x="326998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22"/>
            <p:cNvSpPr/>
            <p:nvPr/>
          </p:nvSpPr>
          <p:spPr>
            <a:xfrm>
              <a:off x="341790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22"/>
            <p:cNvSpPr/>
            <p:nvPr/>
          </p:nvSpPr>
          <p:spPr>
            <a:xfrm>
              <a:off x="3565818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22"/>
            <p:cNvSpPr/>
            <p:nvPr/>
          </p:nvSpPr>
          <p:spPr>
            <a:xfrm>
              <a:off x="3713719" y="1331201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22"/>
            <p:cNvSpPr/>
            <p:nvPr/>
          </p:nvSpPr>
          <p:spPr>
            <a:xfrm>
              <a:off x="386166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22"/>
            <p:cNvSpPr/>
            <p:nvPr/>
          </p:nvSpPr>
          <p:spPr>
            <a:xfrm>
              <a:off x="400956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22"/>
            <p:cNvSpPr/>
            <p:nvPr/>
          </p:nvSpPr>
          <p:spPr>
            <a:xfrm>
              <a:off x="415748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22"/>
            <p:cNvSpPr/>
            <p:nvPr/>
          </p:nvSpPr>
          <p:spPr>
            <a:xfrm>
              <a:off x="430539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22"/>
            <p:cNvSpPr/>
            <p:nvPr/>
          </p:nvSpPr>
          <p:spPr>
            <a:xfrm>
              <a:off x="445331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22"/>
            <p:cNvSpPr/>
            <p:nvPr/>
          </p:nvSpPr>
          <p:spPr>
            <a:xfrm>
              <a:off x="4601215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22"/>
            <p:cNvSpPr/>
            <p:nvPr/>
          </p:nvSpPr>
          <p:spPr>
            <a:xfrm>
              <a:off x="253040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22"/>
            <p:cNvSpPr/>
            <p:nvPr/>
          </p:nvSpPr>
          <p:spPr>
            <a:xfrm>
              <a:off x="267832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22"/>
            <p:cNvSpPr/>
            <p:nvPr/>
          </p:nvSpPr>
          <p:spPr>
            <a:xfrm>
              <a:off x="2807755" y="118328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22"/>
            <p:cNvSpPr/>
            <p:nvPr/>
          </p:nvSpPr>
          <p:spPr>
            <a:xfrm>
              <a:off x="297417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22"/>
            <p:cNvSpPr/>
            <p:nvPr/>
          </p:nvSpPr>
          <p:spPr>
            <a:xfrm>
              <a:off x="312208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22"/>
            <p:cNvSpPr/>
            <p:nvPr/>
          </p:nvSpPr>
          <p:spPr>
            <a:xfrm>
              <a:off x="326998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22"/>
            <p:cNvSpPr/>
            <p:nvPr/>
          </p:nvSpPr>
          <p:spPr>
            <a:xfrm>
              <a:off x="341790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22"/>
            <p:cNvSpPr/>
            <p:nvPr/>
          </p:nvSpPr>
          <p:spPr>
            <a:xfrm>
              <a:off x="3565818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22"/>
            <p:cNvSpPr/>
            <p:nvPr/>
          </p:nvSpPr>
          <p:spPr>
            <a:xfrm>
              <a:off x="3713719" y="118328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22"/>
            <p:cNvSpPr/>
            <p:nvPr/>
          </p:nvSpPr>
          <p:spPr>
            <a:xfrm>
              <a:off x="386166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22"/>
            <p:cNvSpPr/>
            <p:nvPr/>
          </p:nvSpPr>
          <p:spPr>
            <a:xfrm>
              <a:off x="400956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22"/>
            <p:cNvSpPr/>
            <p:nvPr/>
          </p:nvSpPr>
          <p:spPr>
            <a:xfrm>
              <a:off x="415748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22"/>
            <p:cNvSpPr/>
            <p:nvPr/>
          </p:nvSpPr>
          <p:spPr>
            <a:xfrm>
              <a:off x="430539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22"/>
            <p:cNvSpPr/>
            <p:nvPr/>
          </p:nvSpPr>
          <p:spPr>
            <a:xfrm>
              <a:off x="253040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22"/>
            <p:cNvSpPr/>
            <p:nvPr/>
          </p:nvSpPr>
          <p:spPr>
            <a:xfrm>
              <a:off x="267832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22"/>
            <p:cNvSpPr/>
            <p:nvPr/>
          </p:nvSpPr>
          <p:spPr>
            <a:xfrm>
              <a:off x="2807755" y="101690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22"/>
            <p:cNvSpPr/>
            <p:nvPr/>
          </p:nvSpPr>
          <p:spPr>
            <a:xfrm>
              <a:off x="297417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22"/>
            <p:cNvSpPr/>
            <p:nvPr/>
          </p:nvSpPr>
          <p:spPr>
            <a:xfrm>
              <a:off x="312208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22"/>
            <p:cNvSpPr/>
            <p:nvPr/>
          </p:nvSpPr>
          <p:spPr>
            <a:xfrm>
              <a:off x="326998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22"/>
            <p:cNvSpPr/>
            <p:nvPr/>
          </p:nvSpPr>
          <p:spPr>
            <a:xfrm>
              <a:off x="341790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22"/>
            <p:cNvSpPr/>
            <p:nvPr/>
          </p:nvSpPr>
          <p:spPr>
            <a:xfrm>
              <a:off x="3565818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22"/>
            <p:cNvSpPr/>
            <p:nvPr/>
          </p:nvSpPr>
          <p:spPr>
            <a:xfrm>
              <a:off x="3713719" y="101690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22"/>
            <p:cNvSpPr/>
            <p:nvPr/>
          </p:nvSpPr>
          <p:spPr>
            <a:xfrm>
              <a:off x="386166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22"/>
            <p:cNvSpPr/>
            <p:nvPr/>
          </p:nvSpPr>
          <p:spPr>
            <a:xfrm>
              <a:off x="400956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22"/>
            <p:cNvSpPr/>
            <p:nvPr/>
          </p:nvSpPr>
          <p:spPr>
            <a:xfrm>
              <a:off x="415748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22"/>
            <p:cNvSpPr/>
            <p:nvPr/>
          </p:nvSpPr>
          <p:spPr>
            <a:xfrm>
              <a:off x="253040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22"/>
            <p:cNvSpPr/>
            <p:nvPr/>
          </p:nvSpPr>
          <p:spPr>
            <a:xfrm>
              <a:off x="267832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22"/>
            <p:cNvSpPr/>
            <p:nvPr/>
          </p:nvSpPr>
          <p:spPr>
            <a:xfrm>
              <a:off x="2807755" y="88746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22"/>
            <p:cNvSpPr/>
            <p:nvPr/>
          </p:nvSpPr>
          <p:spPr>
            <a:xfrm>
              <a:off x="297417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22"/>
            <p:cNvSpPr/>
            <p:nvPr/>
          </p:nvSpPr>
          <p:spPr>
            <a:xfrm>
              <a:off x="312208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22"/>
            <p:cNvSpPr/>
            <p:nvPr/>
          </p:nvSpPr>
          <p:spPr>
            <a:xfrm>
              <a:off x="326998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22"/>
            <p:cNvSpPr/>
            <p:nvPr/>
          </p:nvSpPr>
          <p:spPr>
            <a:xfrm>
              <a:off x="341790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22"/>
            <p:cNvSpPr/>
            <p:nvPr/>
          </p:nvSpPr>
          <p:spPr>
            <a:xfrm>
              <a:off x="3565818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22"/>
            <p:cNvSpPr/>
            <p:nvPr/>
          </p:nvSpPr>
          <p:spPr>
            <a:xfrm>
              <a:off x="3713719" y="88746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22"/>
            <p:cNvSpPr/>
            <p:nvPr/>
          </p:nvSpPr>
          <p:spPr>
            <a:xfrm>
              <a:off x="386166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22"/>
            <p:cNvSpPr/>
            <p:nvPr/>
          </p:nvSpPr>
          <p:spPr>
            <a:xfrm>
              <a:off x="400956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22"/>
            <p:cNvSpPr/>
            <p:nvPr/>
          </p:nvSpPr>
          <p:spPr>
            <a:xfrm>
              <a:off x="415748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22"/>
            <p:cNvSpPr/>
            <p:nvPr/>
          </p:nvSpPr>
          <p:spPr>
            <a:xfrm>
              <a:off x="253040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22"/>
            <p:cNvSpPr/>
            <p:nvPr/>
          </p:nvSpPr>
          <p:spPr>
            <a:xfrm>
              <a:off x="267832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22"/>
            <p:cNvSpPr/>
            <p:nvPr/>
          </p:nvSpPr>
          <p:spPr>
            <a:xfrm>
              <a:off x="2807755" y="739552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22"/>
            <p:cNvSpPr/>
            <p:nvPr/>
          </p:nvSpPr>
          <p:spPr>
            <a:xfrm>
              <a:off x="297417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22"/>
            <p:cNvSpPr/>
            <p:nvPr/>
          </p:nvSpPr>
          <p:spPr>
            <a:xfrm>
              <a:off x="312208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22"/>
            <p:cNvSpPr/>
            <p:nvPr/>
          </p:nvSpPr>
          <p:spPr>
            <a:xfrm>
              <a:off x="326998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22"/>
            <p:cNvSpPr/>
            <p:nvPr/>
          </p:nvSpPr>
          <p:spPr>
            <a:xfrm>
              <a:off x="3417902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22"/>
            <p:cNvSpPr/>
            <p:nvPr/>
          </p:nvSpPr>
          <p:spPr>
            <a:xfrm>
              <a:off x="3565818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22"/>
            <p:cNvSpPr/>
            <p:nvPr/>
          </p:nvSpPr>
          <p:spPr>
            <a:xfrm>
              <a:off x="3713719" y="739552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22"/>
            <p:cNvSpPr/>
            <p:nvPr/>
          </p:nvSpPr>
          <p:spPr>
            <a:xfrm>
              <a:off x="386166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22"/>
            <p:cNvSpPr/>
            <p:nvPr/>
          </p:nvSpPr>
          <p:spPr>
            <a:xfrm>
              <a:off x="400956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22"/>
            <p:cNvSpPr/>
            <p:nvPr/>
          </p:nvSpPr>
          <p:spPr>
            <a:xfrm>
              <a:off x="253040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22"/>
            <p:cNvSpPr/>
            <p:nvPr/>
          </p:nvSpPr>
          <p:spPr>
            <a:xfrm>
              <a:off x="267832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22"/>
            <p:cNvSpPr/>
            <p:nvPr/>
          </p:nvSpPr>
          <p:spPr>
            <a:xfrm>
              <a:off x="2807755" y="573137"/>
              <a:ext cx="166431" cy="166431"/>
            </a:xfrm>
            <a:custGeom>
              <a:rect b="b" l="l" r="r" t="t"/>
              <a:pathLst>
                <a:path extrusionOk="0" h="10715" w="10715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22"/>
            <p:cNvSpPr/>
            <p:nvPr/>
          </p:nvSpPr>
          <p:spPr>
            <a:xfrm>
              <a:off x="297417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22"/>
            <p:cNvSpPr/>
            <p:nvPr/>
          </p:nvSpPr>
          <p:spPr>
            <a:xfrm>
              <a:off x="3122086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22"/>
            <p:cNvSpPr/>
            <p:nvPr/>
          </p:nvSpPr>
          <p:spPr>
            <a:xfrm>
              <a:off x="326998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22"/>
            <p:cNvSpPr/>
            <p:nvPr/>
          </p:nvSpPr>
          <p:spPr>
            <a:xfrm>
              <a:off x="3417902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22"/>
            <p:cNvSpPr/>
            <p:nvPr/>
          </p:nvSpPr>
          <p:spPr>
            <a:xfrm>
              <a:off x="253040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22"/>
            <p:cNvSpPr/>
            <p:nvPr/>
          </p:nvSpPr>
          <p:spPr>
            <a:xfrm>
              <a:off x="267832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22"/>
            <p:cNvSpPr/>
            <p:nvPr/>
          </p:nvSpPr>
          <p:spPr>
            <a:xfrm>
              <a:off x="2807755" y="443705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22"/>
            <p:cNvSpPr/>
            <p:nvPr/>
          </p:nvSpPr>
          <p:spPr>
            <a:xfrm>
              <a:off x="297417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22"/>
            <p:cNvSpPr/>
            <p:nvPr/>
          </p:nvSpPr>
          <p:spPr>
            <a:xfrm>
              <a:off x="3122086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22"/>
            <p:cNvSpPr/>
            <p:nvPr/>
          </p:nvSpPr>
          <p:spPr>
            <a:xfrm>
              <a:off x="326998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22"/>
            <p:cNvSpPr/>
            <p:nvPr/>
          </p:nvSpPr>
          <p:spPr>
            <a:xfrm>
              <a:off x="3417902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22"/>
            <p:cNvSpPr/>
            <p:nvPr/>
          </p:nvSpPr>
          <p:spPr>
            <a:xfrm>
              <a:off x="253040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22"/>
            <p:cNvSpPr/>
            <p:nvPr/>
          </p:nvSpPr>
          <p:spPr>
            <a:xfrm>
              <a:off x="267832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22"/>
            <p:cNvSpPr/>
            <p:nvPr/>
          </p:nvSpPr>
          <p:spPr>
            <a:xfrm>
              <a:off x="2807755" y="27732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22"/>
            <p:cNvSpPr/>
            <p:nvPr/>
          </p:nvSpPr>
          <p:spPr>
            <a:xfrm>
              <a:off x="297417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22"/>
            <p:cNvSpPr/>
            <p:nvPr/>
          </p:nvSpPr>
          <p:spPr>
            <a:xfrm>
              <a:off x="3122086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22"/>
            <p:cNvSpPr/>
            <p:nvPr/>
          </p:nvSpPr>
          <p:spPr>
            <a:xfrm>
              <a:off x="326998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22"/>
            <p:cNvSpPr/>
            <p:nvPr/>
          </p:nvSpPr>
          <p:spPr>
            <a:xfrm>
              <a:off x="2530406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22"/>
            <p:cNvSpPr/>
            <p:nvPr/>
          </p:nvSpPr>
          <p:spPr>
            <a:xfrm>
              <a:off x="267832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22"/>
            <p:cNvSpPr/>
            <p:nvPr/>
          </p:nvSpPr>
          <p:spPr>
            <a:xfrm>
              <a:off x="2807755" y="129404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22"/>
            <p:cNvSpPr/>
            <p:nvPr/>
          </p:nvSpPr>
          <p:spPr>
            <a:xfrm>
              <a:off x="2974170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22"/>
            <p:cNvSpPr/>
            <p:nvPr/>
          </p:nvSpPr>
          <p:spPr>
            <a:xfrm>
              <a:off x="3122086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22"/>
            <p:cNvSpPr/>
            <p:nvPr/>
          </p:nvSpPr>
          <p:spPr>
            <a:xfrm>
              <a:off x="2530406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22"/>
            <p:cNvSpPr/>
            <p:nvPr/>
          </p:nvSpPr>
          <p:spPr>
            <a:xfrm>
              <a:off x="267832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22"/>
            <p:cNvSpPr/>
            <p:nvPr/>
          </p:nvSpPr>
          <p:spPr>
            <a:xfrm>
              <a:off x="2807755" y="-12"/>
              <a:ext cx="166431" cy="129432"/>
            </a:xfrm>
            <a:custGeom>
              <a:rect b="b" l="l" r="r" t="t"/>
              <a:pathLst>
                <a:path extrusionOk="0" h="8333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22"/>
            <p:cNvSpPr/>
            <p:nvPr/>
          </p:nvSpPr>
          <p:spPr>
            <a:xfrm>
              <a:off x="2974170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7" name="Google Shape;3757;p22"/>
          <p:cNvGrpSpPr/>
          <p:nvPr/>
        </p:nvGrpSpPr>
        <p:grpSpPr>
          <a:xfrm>
            <a:off x="-475087" y="219803"/>
            <a:ext cx="1443946" cy="721968"/>
            <a:chOff x="311697" y="-12"/>
            <a:chExt cx="4437449" cy="2218709"/>
          </a:xfrm>
        </p:grpSpPr>
        <p:sp>
          <p:nvSpPr>
            <p:cNvPr id="3758" name="Google Shape;3758;p22"/>
            <p:cNvSpPr/>
            <p:nvPr/>
          </p:nvSpPr>
          <p:spPr>
            <a:xfrm>
              <a:off x="2400974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22"/>
            <p:cNvSpPr/>
            <p:nvPr/>
          </p:nvSpPr>
          <p:spPr>
            <a:xfrm>
              <a:off x="2253074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22"/>
            <p:cNvSpPr/>
            <p:nvPr/>
          </p:nvSpPr>
          <p:spPr>
            <a:xfrm>
              <a:off x="208667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22"/>
            <p:cNvSpPr/>
            <p:nvPr/>
          </p:nvSpPr>
          <p:spPr>
            <a:xfrm>
              <a:off x="195724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22"/>
            <p:cNvSpPr/>
            <p:nvPr/>
          </p:nvSpPr>
          <p:spPr>
            <a:xfrm>
              <a:off x="1790857" y="2070781"/>
              <a:ext cx="166400" cy="147916"/>
            </a:xfrm>
            <a:custGeom>
              <a:rect b="b" l="l" r="r" t="t"/>
              <a:pathLst>
                <a:path extrusionOk="0" h="9523" w="10713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22"/>
            <p:cNvSpPr/>
            <p:nvPr/>
          </p:nvSpPr>
          <p:spPr>
            <a:xfrm>
              <a:off x="164291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22"/>
            <p:cNvSpPr/>
            <p:nvPr/>
          </p:nvSpPr>
          <p:spPr>
            <a:xfrm>
              <a:off x="1513494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22"/>
            <p:cNvSpPr/>
            <p:nvPr/>
          </p:nvSpPr>
          <p:spPr>
            <a:xfrm>
              <a:off x="134709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22"/>
            <p:cNvSpPr/>
            <p:nvPr/>
          </p:nvSpPr>
          <p:spPr>
            <a:xfrm>
              <a:off x="119917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22"/>
            <p:cNvSpPr/>
            <p:nvPr/>
          </p:nvSpPr>
          <p:spPr>
            <a:xfrm>
              <a:off x="1069761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22"/>
            <p:cNvSpPr/>
            <p:nvPr/>
          </p:nvSpPr>
          <p:spPr>
            <a:xfrm>
              <a:off x="903361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22"/>
            <p:cNvSpPr/>
            <p:nvPr/>
          </p:nvSpPr>
          <p:spPr>
            <a:xfrm>
              <a:off x="755430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22"/>
            <p:cNvSpPr/>
            <p:nvPr/>
          </p:nvSpPr>
          <p:spPr>
            <a:xfrm>
              <a:off x="625998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22"/>
            <p:cNvSpPr/>
            <p:nvPr/>
          </p:nvSpPr>
          <p:spPr>
            <a:xfrm>
              <a:off x="2400974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22"/>
            <p:cNvSpPr/>
            <p:nvPr/>
          </p:nvSpPr>
          <p:spPr>
            <a:xfrm>
              <a:off x="225307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22"/>
            <p:cNvSpPr/>
            <p:nvPr/>
          </p:nvSpPr>
          <p:spPr>
            <a:xfrm>
              <a:off x="208667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22"/>
            <p:cNvSpPr/>
            <p:nvPr/>
          </p:nvSpPr>
          <p:spPr>
            <a:xfrm>
              <a:off x="195724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22"/>
            <p:cNvSpPr/>
            <p:nvPr/>
          </p:nvSpPr>
          <p:spPr>
            <a:xfrm>
              <a:off x="1790857" y="192286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6" name="Google Shape;3776;p22"/>
            <p:cNvSpPr/>
            <p:nvPr/>
          </p:nvSpPr>
          <p:spPr>
            <a:xfrm>
              <a:off x="164291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7" name="Google Shape;3777;p22"/>
            <p:cNvSpPr/>
            <p:nvPr/>
          </p:nvSpPr>
          <p:spPr>
            <a:xfrm>
              <a:off x="1513494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22"/>
            <p:cNvSpPr/>
            <p:nvPr/>
          </p:nvSpPr>
          <p:spPr>
            <a:xfrm>
              <a:off x="134709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9" name="Google Shape;3779;p22"/>
            <p:cNvSpPr/>
            <p:nvPr/>
          </p:nvSpPr>
          <p:spPr>
            <a:xfrm>
              <a:off x="119917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0" name="Google Shape;3780;p22"/>
            <p:cNvSpPr/>
            <p:nvPr/>
          </p:nvSpPr>
          <p:spPr>
            <a:xfrm>
              <a:off x="1069761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22"/>
            <p:cNvSpPr/>
            <p:nvPr/>
          </p:nvSpPr>
          <p:spPr>
            <a:xfrm>
              <a:off x="903361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2" name="Google Shape;3782;p22"/>
            <p:cNvSpPr/>
            <p:nvPr/>
          </p:nvSpPr>
          <p:spPr>
            <a:xfrm>
              <a:off x="755430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3" name="Google Shape;3783;p22"/>
            <p:cNvSpPr/>
            <p:nvPr/>
          </p:nvSpPr>
          <p:spPr>
            <a:xfrm>
              <a:off x="625998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22"/>
            <p:cNvSpPr/>
            <p:nvPr/>
          </p:nvSpPr>
          <p:spPr>
            <a:xfrm>
              <a:off x="459598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22"/>
            <p:cNvSpPr/>
            <p:nvPr/>
          </p:nvSpPr>
          <p:spPr>
            <a:xfrm>
              <a:off x="311697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22"/>
            <p:cNvSpPr/>
            <p:nvPr/>
          </p:nvSpPr>
          <p:spPr>
            <a:xfrm>
              <a:off x="2400974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22"/>
            <p:cNvSpPr/>
            <p:nvPr/>
          </p:nvSpPr>
          <p:spPr>
            <a:xfrm>
              <a:off x="225307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22"/>
            <p:cNvSpPr/>
            <p:nvPr/>
          </p:nvSpPr>
          <p:spPr>
            <a:xfrm>
              <a:off x="208667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22"/>
            <p:cNvSpPr/>
            <p:nvPr/>
          </p:nvSpPr>
          <p:spPr>
            <a:xfrm>
              <a:off x="195724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22"/>
            <p:cNvSpPr/>
            <p:nvPr/>
          </p:nvSpPr>
          <p:spPr>
            <a:xfrm>
              <a:off x="1790857" y="175648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22"/>
            <p:cNvSpPr/>
            <p:nvPr/>
          </p:nvSpPr>
          <p:spPr>
            <a:xfrm>
              <a:off x="164291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22"/>
            <p:cNvSpPr/>
            <p:nvPr/>
          </p:nvSpPr>
          <p:spPr>
            <a:xfrm>
              <a:off x="1513494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22"/>
            <p:cNvSpPr/>
            <p:nvPr/>
          </p:nvSpPr>
          <p:spPr>
            <a:xfrm>
              <a:off x="134709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22"/>
            <p:cNvSpPr/>
            <p:nvPr/>
          </p:nvSpPr>
          <p:spPr>
            <a:xfrm>
              <a:off x="119917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22"/>
            <p:cNvSpPr/>
            <p:nvPr/>
          </p:nvSpPr>
          <p:spPr>
            <a:xfrm>
              <a:off x="1069761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22"/>
            <p:cNvSpPr/>
            <p:nvPr/>
          </p:nvSpPr>
          <p:spPr>
            <a:xfrm>
              <a:off x="903361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22"/>
            <p:cNvSpPr/>
            <p:nvPr/>
          </p:nvSpPr>
          <p:spPr>
            <a:xfrm>
              <a:off x="755430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22"/>
            <p:cNvSpPr/>
            <p:nvPr/>
          </p:nvSpPr>
          <p:spPr>
            <a:xfrm>
              <a:off x="625998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22"/>
            <p:cNvSpPr/>
            <p:nvPr/>
          </p:nvSpPr>
          <p:spPr>
            <a:xfrm>
              <a:off x="459598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22"/>
            <p:cNvSpPr/>
            <p:nvPr/>
          </p:nvSpPr>
          <p:spPr>
            <a:xfrm>
              <a:off x="311697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22"/>
            <p:cNvSpPr/>
            <p:nvPr/>
          </p:nvSpPr>
          <p:spPr>
            <a:xfrm>
              <a:off x="2400974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22"/>
            <p:cNvSpPr/>
            <p:nvPr/>
          </p:nvSpPr>
          <p:spPr>
            <a:xfrm>
              <a:off x="225307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22"/>
            <p:cNvSpPr/>
            <p:nvPr/>
          </p:nvSpPr>
          <p:spPr>
            <a:xfrm>
              <a:off x="208667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22"/>
            <p:cNvSpPr/>
            <p:nvPr/>
          </p:nvSpPr>
          <p:spPr>
            <a:xfrm>
              <a:off x="195724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22"/>
            <p:cNvSpPr/>
            <p:nvPr/>
          </p:nvSpPr>
          <p:spPr>
            <a:xfrm>
              <a:off x="1790857" y="162704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6" name="Google Shape;3806;p22"/>
            <p:cNvSpPr/>
            <p:nvPr/>
          </p:nvSpPr>
          <p:spPr>
            <a:xfrm>
              <a:off x="164291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7" name="Google Shape;3807;p22"/>
            <p:cNvSpPr/>
            <p:nvPr/>
          </p:nvSpPr>
          <p:spPr>
            <a:xfrm>
              <a:off x="1513494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22"/>
            <p:cNvSpPr/>
            <p:nvPr/>
          </p:nvSpPr>
          <p:spPr>
            <a:xfrm>
              <a:off x="134709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9" name="Google Shape;3809;p22"/>
            <p:cNvSpPr/>
            <p:nvPr/>
          </p:nvSpPr>
          <p:spPr>
            <a:xfrm>
              <a:off x="119917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0" name="Google Shape;3810;p22"/>
            <p:cNvSpPr/>
            <p:nvPr/>
          </p:nvSpPr>
          <p:spPr>
            <a:xfrm>
              <a:off x="1069761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22"/>
            <p:cNvSpPr/>
            <p:nvPr/>
          </p:nvSpPr>
          <p:spPr>
            <a:xfrm>
              <a:off x="903361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22"/>
            <p:cNvSpPr/>
            <p:nvPr/>
          </p:nvSpPr>
          <p:spPr>
            <a:xfrm>
              <a:off x="755430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22"/>
            <p:cNvSpPr/>
            <p:nvPr/>
          </p:nvSpPr>
          <p:spPr>
            <a:xfrm>
              <a:off x="625998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4" name="Google Shape;3814;p22"/>
            <p:cNvSpPr/>
            <p:nvPr/>
          </p:nvSpPr>
          <p:spPr>
            <a:xfrm>
              <a:off x="459598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22"/>
            <p:cNvSpPr/>
            <p:nvPr/>
          </p:nvSpPr>
          <p:spPr>
            <a:xfrm>
              <a:off x="311697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22"/>
            <p:cNvSpPr/>
            <p:nvPr/>
          </p:nvSpPr>
          <p:spPr>
            <a:xfrm>
              <a:off x="2400974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22"/>
            <p:cNvSpPr/>
            <p:nvPr/>
          </p:nvSpPr>
          <p:spPr>
            <a:xfrm>
              <a:off x="225307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22"/>
            <p:cNvSpPr/>
            <p:nvPr/>
          </p:nvSpPr>
          <p:spPr>
            <a:xfrm>
              <a:off x="208667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22"/>
            <p:cNvSpPr/>
            <p:nvPr/>
          </p:nvSpPr>
          <p:spPr>
            <a:xfrm>
              <a:off x="195724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22"/>
            <p:cNvSpPr/>
            <p:nvPr/>
          </p:nvSpPr>
          <p:spPr>
            <a:xfrm>
              <a:off x="1790857" y="1460633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22"/>
            <p:cNvSpPr/>
            <p:nvPr/>
          </p:nvSpPr>
          <p:spPr>
            <a:xfrm>
              <a:off x="164291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22"/>
            <p:cNvSpPr/>
            <p:nvPr/>
          </p:nvSpPr>
          <p:spPr>
            <a:xfrm>
              <a:off x="1513494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22"/>
            <p:cNvSpPr/>
            <p:nvPr/>
          </p:nvSpPr>
          <p:spPr>
            <a:xfrm>
              <a:off x="134709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22"/>
            <p:cNvSpPr/>
            <p:nvPr/>
          </p:nvSpPr>
          <p:spPr>
            <a:xfrm>
              <a:off x="119917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22"/>
            <p:cNvSpPr/>
            <p:nvPr/>
          </p:nvSpPr>
          <p:spPr>
            <a:xfrm>
              <a:off x="1069761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22"/>
            <p:cNvSpPr/>
            <p:nvPr/>
          </p:nvSpPr>
          <p:spPr>
            <a:xfrm>
              <a:off x="903361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22"/>
            <p:cNvSpPr/>
            <p:nvPr/>
          </p:nvSpPr>
          <p:spPr>
            <a:xfrm>
              <a:off x="755430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8" name="Google Shape;3828;p22"/>
            <p:cNvSpPr/>
            <p:nvPr/>
          </p:nvSpPr>
          <p:spPr>
            <a:xfrm>
              <a:off x="625998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9" name="Google Shape;3829;p22"/>
            <p:cNvSpPr/>
            <p:nvPr/>
          </p:nvSpPr>
          <p:spPr>
            <a:xfrm>
              <a:off x="459598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22"/>
            <p:cNvSpPr/>
            <p:nvPr/>
          </p:nvSpPr>
          <p:spPr>
            <a:xfrm>
              <a:off x="311697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22"/>
            <p:cNvSpPr/>
            <p:nvPr/>
          </p:nvSpPr>
          <p:spPr>
            <a:xfrm>
              <a:off x="2400974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2" name="Google Shape;3832;p22"/>
            <p:cNvSpPr/>
            <p:nvPr/>
          </p:nvSpPr>
          <p:spPr>
            <a:xfrm>
              <a:off x="225307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3" name="Google Shape;3833;p22"/>
            <p:cNvSpPr/>
            <p:nvPr/>
          </p:nvSpPr>
          <p:spPr>
            <a:xfrm>
              <a:off x="208667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22"/>
            <p:cNvSpPr/>
            <p:nvPr/>
          </p:nvSpPr>
          <p:spPr>
            <a:xfrm>
              <a:off x="195724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22"/>
            <p:cNvSpPr/>
            <p:nvPr/>
          </p:nvSpPr>
          <p:spPr>
            <a:xfrm>
              <a:off x="1790857" y="1331201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22"/>
            <p:cNvSpPr/>
            <p:nvPr/>
          </p:nvSpPr>
          <p:spPr>
            <a:xfrm>
              <a:off x="164291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22"/>
            <p:cNvSpPr/>
            <p:nvPr/>
          </p:nvSpPr>
          <p:spPr>
            <a:xfrm>
              <a:off x="1513494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22"/>
            <p:cNvSpPr/>
            <p:nvPr/>
          </p:nvSpPr>
          <p:spPr>
            <a:xfrm>
              <a:off x="134709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22"/>
            <p:cNvSpPr/>
            <p:nvPr/>
          </p:nvSpPr>
          <p:spPr>
            <a:xfrm>
              <a:off x="119917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22"/>
            <p:cNvSpPr/>
            <p:nvPr/>
          </p:nvSpPr>
          <p:spPr>
            <a:xfrm>
              <a:off x="1069761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22"/>
            <p:cNvSpPr/>
            <p:nvPr/>
          </p:nvSpPr>
          <p:spPr>
            <a:xfrm>
              <a:off x="903361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22"/>
            <p:cNvSpPr/>
            <p:nvPr/>
          </p:nvSpPr>
          <p:spPr>
            <a:xfrm>
              <a:off x="755430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22"/>
            <p:cNvSpPr/>
            <p:nvPr/>
          </p:nvSpPr>
          <p:spPr>
            <a:xfrm>
              <a:off x="625998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22"/>
            <p:cNvSpPr/>
            <p:nvPr/>
          </p:nvSpPr>
          <p:spPr>
            <a:xfrm>
              <a:off x="459598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22"/>
            <p:cNvSpPr/>
            <p:nvPr/>
          </p:nvSpPr>
          <p:spPr>
            <a:xfrm>
              <a:off x="2400974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22"/>
            <p:cNvSpPr/>
            <p:nvPr/>
          </p:nvSpPr>
          <p:spPr>
            <a:xfrm>
              <a:off x="2253074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22"/>
            <p:cNvSpPr/>
            <p:nvPr/>
          </p:nvSpPr>
          <p:spPr>
            <a:xfrm>
              <a:off x="208667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22"/>
            <p:cNvSpPr/>
            <p:nvPr/>
          </p:nvSpPr>
          <p:spPr>
            <a:xfrm>
              <a:off x="195724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22"/>
            <p:cNvSpPr/>
            <p:nvPr/>
          </p:nvSpPr>
          <p:spPr>
            <a:xfrm>
              <a:off x="1790857" y="118328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22"/>
            <p:cNvSpPr/>
            <p:nvPr/>
          </p:nvSpPr>
          <p:spPr>
            <a:xfrm>
              <a:off x="164291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22"/>
            <p:cNvSpPr/>
            <p:nvPr/>
          </p:nvSpPr>
          <p:spPr>
            <a:xfrm>
              <a:off x="1513494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22"/>
            <p:cNvSpPr/>
            <p:nvPr/>
          </p:nvSpPr>
          <p:spPr>
            <a:xfrm>
              <a:off x="134709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22"/>
            <p:cNvSpPr/>
            <p:nvPr/>
          </p:nvSpPr>
          <p:spPr>
            <a:xfrm>
              <a:off x="119917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22"/>
            <p:cNvSpPr/>
            <p:nvPr/>
          </p:nvSpPr>
          <p:spPr>
            <a:xfrm>
              <a:off x="1069761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22"/>
            <p:cNvSpPr/>
            <p:nvPr/>
          </p:nvSpPr>
          <p:spPr>
            <a:xfrm>
              <a:off x="903361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22"/>
            <p:cNvSpPr/>
            <p:nvPr/>
          </p:nvSpPr>
          <p:spPr>
            <a:xfrm>
              <a:off x="755430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22"/>
            <p:cNvSpPr/>
            <p:nvPr/>
          </p:nvSpPr>
          <p:spPr>
            <a:xfrm>
              <a:off x="626013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22"/>
            <p:cNvSpPr/>
            <p:nvPr/>
          </p:nvSpPr>
          <p:spPr>
            <a:xfrm>
              <a:off x="2400974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22"/>
            <p:cNvSpPr/>
            <p:nvPr/>
          </p:nvSpPr>
          <p:spPr>
            <a:xfrm>
              <a:off x="2253074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0" name="Google Shape;3860;p22"/>
            <p:cNvSpPr/>
            <p:nvPr/>
          </p:nvSpPr>
          <p:spPr>
            <a:xfrm>
              <a:off x="208667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1" name="Google Shape;3861;p22"/>
            <p:cNvSpPr/>
            <p:nvPr/>
          </p:nvSpPr>
          <p:spPr>
            <a:xfrm>
              <a:off x="195724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22"/>
            <p:cNvSpPr/>
            <p:nvPr/>
          </p:nvSpPr>
          <p:spPr>
            <a:xfrm>
              <a:off x="1790857" y="101690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22"/>
            <p:cNvSpPr/>
            <p:nvPr/>
          </p:nvSpPr>
          <p:spPr>
            <a:xfrm>
              <a:off x="164291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22"/>
            <p:cNvSpPr/>
            <p:nvPr/>
          </p:nvSpPr>
          <p:spPr>
            <a:xfrm>
              <a:off x="1513494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22"/>
            <p:cNvSpPr/>
            <p:nvPr/>
          </p:nvSpPr>
          <p:spPr>
            <a:xfrm>
              <a:off x="134709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22"/>
            <p:cNvSpPr/>
            <p:nvPr/>
          </p:nvSpPr>
          <p:spPr>
            <a:xfrm>
              <a:off x="1199178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22"/>
            <p:cNvSpPr/>
            <p:nvPr/>
          </p:nvSpPr>
          <p:spPr>
            <a:xfrm>
              <a:off x="1069761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22"/>
            <p:cNvSpPr/>
            <p:nvPr/>
          </p:nvSpPr>
          <p:spPr>
            <a:xfrm>
              <a:off x="903361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22"/>
            <p:cNvSpPr/>
            <p:nvPr/>
          </p:nvSpPr>
          <p:spPr>
            <a:xfrm>
              <a:off x="755430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22"/>
            <p:cNvSpPr/>
            <p:nvPr/>
          </p:nvSpPr>
          <p:spPr>
            <a:xfrm>
              <a:off x="2400974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22"/>
            <p:cNvSpPr/>
            <p:nvPr/>
          </p:nvSpPr>
          <p:spPr>
            <a:xfrm>
              <a:off x="2253074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22"/>
            <p:cNvSpPr/>
            <p:nvPr/>
          </p:nvSpPr>
          <p:spPr>
            <a:xfrm>
              <a:off x="208667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22"/>
            <p:cNvSpPr/>
            <p:nvPr/>
          </p:nvSpPr>
          <p:spPr>
            <a:xfrm>
              <a:off x="195724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22"/>
            <p:cNvSpPr/>
            <p:nvPr/>
          </p:nvSpPr>
          <p:spPr>
            <a:xfrm>
              <a:off x="1790857" y="88746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22"/>
            <p:cNvSpPr/>
            <p:nvPr/>
          </p:nvSpPr>
          <p:spPr>
            <a:xfrm>
              <a:off x="164291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22"/>
            <p:cNvSpPr/>
            <p:nvPr/>
          </p:nvSpPr>
          <p:spPr>
            <a:xfrm>
              <a:off x="1513494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22"/>
            <p:cNvSpPr/>
            <p:nvPr/>
          </p:nvSpPr>
          <p:spPr>
            <a:xfrm>
              <a:off x="134709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22"/>
            <p:cNvSpPr/>
            <p:nvPr/>
          </p:nvSpPr>
          <p:spPr>
            <a:xfrm>
              <a:off x="1199178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22"/>
            <p:cNvSpPr/>
            <p:nvPr/>
          </p:nvSpPr>
          <p:spPr>
            <a:xfrm>
              <a:off x="1069761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22"/>
            <p:cNvSpPr/>
            <p:nvPr/>
          </p:nvSpPr>
          <p:spPr>
            <a:xfrm>
              <a:off x="903361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22"/>
            <p:cNvSpPr/>
            <p:nvPr/>
          </p:nvSpPr>
          <p:spPr>
            <a:xfrm>
              <a:off x="755430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22"/>
            <p:cNvSpPr/>
            <p:nvPr/>
          </p:nvSpPr>
          <p:spPr>
            <a:xfrm>
              <a:off x="2400974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22"/>
            <p:cNvSpPr/>
            <p:nvPr/>
          </p:nvSpPr>
          <p:spPr>
            <a:xfrm>
              <a:off x="2253074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22"/>
            <p:cNvSpPr/>
            <p:nvPr/>
          </p:nvSpPr>
          <p:spPr>
            <a:xfrm>
              <a:off x="208667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22"/>
            <p:cNvSpPr/>
            <p:nvPr/>
          </p:nvSpPr>
          <p:spPr>
            <a:xfrm>
              <a:off x="195724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22"/>
            <p:cNvSpPr/>
            <p:nvPr/>
          </p:nvSpPr>
          <p:spPr>
            <a:xfrm>
              <a:off x="1790857" y="739552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22"/>
            <p:cNvSpPr/>
            <p:nvPr/>
          </p:nvSpPr>
          <p:spPr>
            <a:xfrm>
              <a:off x="164291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22"/>
            <p:cNvSpPr/>
            <p:nvPr/>
          </p:nvSpPr>
          <p:spPr>
            <a:xfrm>
              <a:off x="1513494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22"/>
            <p:cNvSpPr/>
            <p:nvPr/>
          </p:nvSpPr>
          <p:spPr>
            <a:xfrm>
              <a:off x="134709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22"/>
            <p:cNvSpPr/>
            <p:nvPr/>
          </p:nvSpPr>
          <p:spPr>
            <a:xfrm>
              <a:off x="1199178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22"/>
            <p:cNvSpPr/>
            <p:nvPr/>
          </p:nvSpPr>
          <p:spPr>
            <a:xfrm>
              <a:off x="1069761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22"/>
            <p:cNvSpPr/>
            <p:nvPr/>
          </p:nvSpPr>
          <p:spPr>
            <a:xfrm>
              <a:off x="903361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22"/>
            <p:cNvSpPr/>
            <p:nvPr/>
          </p:nvSpPr>
          <p:spPr>
            <a:xfrm>
              <a:off x="2400974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22"/>
            <p:cNvSpPr/>
            <p:nvPr/>
          </p:nvSpPr>
          <p:spPr>
            <a:xfrm>
              <a:off x="2253074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22"/>
            <p:cNvSpPr/>
            <p:nvPr/>
          </p:nvSpPr>
          <p:spPr>
            <a:xfrm>
              <a:off x="2086674" y="573137"/>
              <a:ext cx="166415" cy="166431"/>
            </a:xfrm>
            <a:custGeom>
              <a:rect b="b" l="l" r="r" t="t"/>
              <a:pathLst>
                <a:path extrusionOk="0" h="10715" w="10714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22"/>
            <p:cNvSpPr/>
            <p:nvPr/>
          </p:nvSpPr>
          <p:spPr>
            <a:xfrm>
              <a:off x="195724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22"/>
            <p:cNvSpPr/>
            <p:nvPr/>
          </p:nvSpPr>
          <p:spPr>
            <a:xfrm>
              <a:off x="1790857" y="573137"/>
              <a:ext cx="166400" cy="166431"/>
            </a:xfrm>
            <a:custGeom>
              <a:rect b="b" l="l" r="r" t="t"/>
              <a:pathLst>
                <a:path extrusionOk="0" h="10715" w="10713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22"/>
            <p:cNvSpPr/>
            <p:nvPr/>
          </p:nvSpPr>
          <p:spPr>
            <a:xfrm>
              <a:off x="164291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22"/>
            <p:cNvSpPr/>
            <p:nvPr/>
          </p:nvSpPr>
          <p:spPr>
            <a:xfrm>
              <a:off x="1513494" y="573137"/>
              <a:ext cx="129432" cy="166431"/>
            </a:xfrm>
            <a:custGeom>
              <a:rect b="b" l="l" r="r" t="t"/>
              <a:pathLst>
                <a:path extrusionOk="0" h="10715" w="8333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0" name="Google Shape;3900;p22"/>
            <p:cNvSpPr/>
            <p:nvPr/>
          </p:nvSpPr>
          <p:spPr>
            <a:xfrm>
              <a:off x="2400974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1" name="Google Shape;3901;p22"/>
            <p:cNvSpPr/>
            <p:nvPr/>
          </p:nvSpPr>
          <p:spPr>
            <a:xfrm>
              <a:off x="2253074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2" name="Google Shape;3902;p22"/>
            <p:cNvSpPr/>
            <p:nvPr/>
          </p:nvSpPr>
          <p:spPr>
            <a:xfrm>
              <a:off x="2086674" y="443705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3" name="Google Shape;3903;p22"/>
            <p:cNvSpPr/>
            <p:nvPr/>
          </p:nvSpPr>
          <p:spPr>
            <a:xfrm>
              <a:off x="195724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4" name="Google Shape;3904;p22"/>
            <p:cNvSpPr/>
            <p:nvPr/>
          </p:nvSpPr>
          <p:spPr>
            <a:xfrm>
              <a:off x="1790857" y="443705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5" name="Google Shape;3905;p22"/>
            <p:cNvSpPr/>
            <p:nvPr/>
          </p:nvSpPr>
          <p:spPr>
            <a:xfrm>
              <a:off x="164291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6" name="Google Shape;3906;p22"/>
            <p:cNvSpPr/>
            <p:nvPr/>
          </p:nvSpPr>
          <p:spPr>
            <a:xfrm>
              <a:off x="1513494" y="443705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22"/>
            <p:cNvSpPr/>
            <p:nvPr/>
          </p:nvSpPr>
          <p:spPr>
            <a:xfrm>
              <a:off x="2400974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8" name="Google Shape;3908;p22"/>
            <p:cNvSpPr/>
            <p:nvPr/>
          </p:nvSpPr>
          <p:spPr>
            <a:xfrm>
              <a:off x="2253074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22"/>
            <p:cNvSpPr/>
            <p:nvPr/>
          </p:nvSpPr>
          <p:spPr>
            <a:xfrm>
              <a:off x="2086674" y="27732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22"/>
            <p:cNvSpPr/>
            <p:nvPr/>
          </p:nvSpPr>
          <p:spPr>
            <a:xfrm>
              <a:off x="195724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22"/>
            <p:cNvSpPr/>
            <p:nvPr/>
          </p:nvSpPr>
          <p:spPr>
            <a:xfrm>
              <a:off x="1790857" y="27732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22"/>
            <p:cNvSpPr/>
            <p:nvPr/>
          </p:nvSpPr>
          <p:spPr>
            <a:xfrm>
              <a:off x="164291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22"/>
            <p:cNvSpPr/>
            <p:nvPr/>
          </p:nvSpPr>
          <p:spPr>
            <a:xfrm>
              <a:off x="2400974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4" name="Google Shape;3914;p22"/>
            <p:cNvSpPr/>
            <p:nvPr/>
          </p:nvSpPr>
          <p:spPr>
            <a:xfrm>
              <a:off x="2253074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5" name="Google Shape;3915;p22"/>
            <p:cNvSpPr/>
            <p:nvPr/>
          </p:nvSpPr>
          <p:spPr>
            <a:xfrm>
              <a:off x="2086674" y="129404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6" name="Google Shape;3916;p22"/>
            <p:cNvSpPr/>
            <p:nvPr/>
          </p:nvSpPr>
          <p:spPr>
            <a:xfrm>
              <a:off x="195724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7" name="Google Shape;3917;p22"/>
            <p:cNvSpPr/>
            <p:nvPr/>
          </p:nvSpPr>
          <p:spPr>
            <a:xfrm>
              <a:off x="1790857" y="129404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8" name="Google Shape;3918;p22"/>
            <p:cNvSpPr/>
            <p:nvPr/>
          </p:nvSpPr>
          <p:spPr>
            <a:xfrm>
              <a:off x="2400974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9" name="Google Shape;3919;p22"/>
            <p:cNvSpPr/>
            <p:nvPr/>
          </p:nvSpPr>
          <p:spPr>
            <a:xfrm>
              <a:off x="2253074" y="-12"/>
              <a:ext cx="147916" cy="129432"/>
            </a:xfrm>
            <a:custGeom>
              <a:rect b="b" l="l" r="r" t="t"/>
              <a:pathLst>
                <a:path extrusionOk="0" h="8333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0" name="Google Shape;3920;p22"/>
            <p:cNvSpPr/>
            <p:nvPr/>
          </p:nvSpPr>
          <p:spPr>
            <a:xfrm>
              <a:off x="2086674" y="-12"/>
              <a:ext cx="166415" cy="129432"/>
            </a:xfrm>
            <a:custGeom>
              <a:rect b="b" l="l" r="r" t="t"/>
              <a:pathLst>
                <a:path extrusionOk="0" h="8333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1" name="Google Shape;3921;p22"/>
            <p:cNvSpPr/>
            <p:nvPr/>
          </p:nvSpPr>
          <p:spPr>
            <a:xfrm>
              <a:off x="195724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2" name="Google Shape;3922;p22"/>
            <p:cNvSpPr/>
            <p:nvPr/>
          </p:nvSpPr>
          <p:spPr>
            <a:xfrm>
              <a:off x="253040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3" name="Google Shape;3923;p22"/>
            <p:cNvSpPr/>
            <p:nvPr/>
          </p:nvSpPr>
          <p:spPr>
            <a:xfrm>
              <a:off x="267832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4" name="Google Shape;3924;p22"/>
            <p:cNvSpPr/>
            <p:nvPr/>
          </p:nvSpPr>
          <p:spPr>
            <a:xfrm>
              <a:off x="2807755" y="2070781"/>
              <a:ext cx="166431" cy="147916"/>
            </a:xfrm>
            <a:custGeom>
              <a:rect b="b" l="l" r="r" t="t"/>
              <a:pathLst>
                <a:path extrusionOk="0" h="9523" w="10715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5" name="Google Shape;3925;p22"/>
            <p:cNvSpPr/>
            <p:nvPr/>
          </p:nvSpPr>
          <p:spPr>
            <a:xfrm>
              <a:off x="297417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6" name="Google Shape;3926;p22"/>
            <p:cNvSpPr/>
            <p:nvPr/>
          </p:nvSpPr>
          <p:spPr>
            <a:xfrm>
              <a:off x="312208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22"/>
            <p:cNvSpPr/>
            <p:nvPr/>
          </p:nvSpPr>
          <p:spPr>
            <a:xfrm>
              <a:off x="326998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22"/>
            <p:cNvSpPr/>
            <p:nvPr/>
          </p:nvSpPr>
          <p:spPr>
            <a:xfrm>
              <a:off x="341790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9" name="Google Shape;3929;p22"/>
            <p:cNvSpPr/>
            <p:nvPr/>
          </p:nvSpPr>
          <p:spPr>
            <a:xfrm>
              <a:off x="3565818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0" name="Google Shape;3930;p22"/>
            <p:cNvSpPr/>
            <p:nvPr/>
          </p:nvSpPr>
          <p:spPr>
            <a:xfrm>
              <a:off x="3713719" y="2070781"/>
              <a:ext cx="147963" cy="147916"/>
            </a:xfrm>
            <a:custGeom>
              <a:rect b="b" l="l" r="r" t="t"/>
              <a:pathLst>
                <a:path extrusionOk="0" h="9523" w="9526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1" name="Google Shape;3931;p22"/>
            <p:cNvSpPr/>
            <p:nvPr/>
          </p:nvSpPr>
          <p:spPr>
            <a:xfrm>
              <a:off x="386166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2" name="Google Shape;3932;p22"/>
            <p:cNvSpPr/>
            <p:nvPr/>
          </p:nvSpPr>
          <p:spPr>
            <a:xfrm>
              <a:off x="400956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3" name="Google Shape;3933;p22"/>
            <p:cNvSpPr/>
            <p:nvPr/>
          </p:nvSpPr>
          <p:spPr>
            <a:xfrm>
              <a:off x="415748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4" name="Google Shape;3934;p22"/>
            <p:cNvSpPr/>
            <p:nvPr/>
          </p:nvSpPr>
          <p:spPr>
            <a:xfrm>
              <a:off x="430539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5" name="Google Shape;3935;p22"/>
            <p:cNvSpPr/>
            <p:nvPr/>
          </p:nvSpPr>
          <p:spPr>
            <a:xfrm>
              <a:off x="253040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6" name="Google Shape;3936;p22"/>
            <p:cNvSpPr/>
            <p:nvPr/>
          </p:nvSpPr>
          <p:spPr>
            <a:xfrm>
              <a:off x="267832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22"/>
            <p:cNvSpPr/>
            <p:nvPr/>
          </p:nvSpPr>
          <p:spPr>
            <a:xfrm>
              <a:off x="2807755" y="192286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8" name="Google Shape;3938;p22"/>
            <p:cNvSpPr/>
            <p:nvPr/>
          </p:nvSpPr>
          <p:spPr>
            <a:xfrm>
              <a:off x="297417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9" name="Google Shape;3939;p22"/>
            <p:cNvSpPr/>
            <p:nvPr/>
          </p:nvSpPr>
          <p:spPr>
            <a:xfrm>
              <a:off x="312208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0" name="Google Shape;3940;p22"/>
            <p:cNvSpPr/>
            <p:nvPr/>
          </p:nvSpPr>
          <p:spPr>
            <a:xfrm>
              <a:off x="326998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22"/>
            <p:cNvSpPr/>
            <p:nvPr/>
          </p:nvSpPr>
          <p:spPr>
            <a:xfrm>
              <a:off x="341790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2" name="Google Shape;3942;p22"/>
            <p:cNvSpPr/>
            <p:nvPr/>
          </p:nvSpPr>
          <p:spPr>
            <a:xfrm>
              <a:off x="3565818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3" name="Google Shape;3943;p22"/>
            <p:cNvSpPr/>
            <p:nvPr/>
          </p:nvSpPr>
          <p:spPr>
            <a:xfrm>
              <a:off x="3713719" y="192286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4" name="Google Shape;3944;p22"/>
            <p:cNvSpPr/>
            <p:nvPr/>
          </p:nvSpPr>
          <p:spPr>
            <a:xfrm>
              <a:off x="386166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5" name="Google Shape;3945;p22"/>
            <p:cNvSpPr/>
            <p:nvPr/>
          </p:nvSpPr>
          <p:spPr>
            <a:xfrm>
              <a:off x="400956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6" name="Google Shape;3946;p22"/>
            <p:cNvSpPr/>
            <p:nvPr/>
          </p:nvSpPr>
          <p:spPr>
            <a:xfrm>
              <a:off x="415748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22"/>
            <p:cNvSpPr/>
            <p:nvPr/>
          </p:nvSpPr>
          <p:spPr>
            <a:xfrm>
              <a:off x="430539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22"/>
            <p:cNvSpPr/>
            <p:nvPr/>
          </p:nvSpPr>
          <p:spPr>
            <a:xfrm>
              <a:off x="445331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22"/>
            <p:cNvSpPr/>
            <p:nvPr/>
          </p:nvSpPr>
          <p:spPr>
            <a:xfrm>
              <a:off x="4601215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22"/>
            <p:cNvSpPr/>
            <p:nvPr/>
          </p:nvSpPr>
          <p:spPr>
            <a:xfrm>
              <a:off x="253040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1" name="Google Shape;3951;p22"/>
            <p:cNvSpPr/>
            <p:nvPr/>
          </p:nvSpPr>
          <p:spPr>
            <a:xfrm>
              <a:off x="267832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2" name="Google Shape;3952;p22"/>
            <p:cNvSpPr/>
            <p:nvPr/>
          </p:nvSpPr>
          <p:spPr>
            <a:xfrm>
              <a:off x="2807755" y="175648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3" name="Google Shape;3953;p22"/>
            <p:cNvSpPr/>
            <p:nvPr/>
          </p:nvSpPr>
          <p:spPr>
            <a:xfrm>
              <a:off x="297417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22"/>
            <p:cNvSpPr/>
            <p:nvPr/>
          </p:nvSpPr>
          <p:spPr>
            <a:xfrm>
              <a:off x="312208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22"/>
            <p:cNvSpPr/>
            <p:nvPr/>
          </p:nvSpPr>
          <p:spPr>
            <a:xfrm>
              <a:off x="326998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22"/>
            <p:cNvSpPr/>
            <p:nvPr/>
          </p:nvSpPr>
          <p:spPr>
            <a:xfrm>
              <a:off x="341790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22"/>
            <p:cNvSpPr/>
            <p:nvPr/>
          </p:nvSpPr>
          <p:spPr>
            <a:xfrm>
              <a:off x="3565818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22"/>
            <p:cNvSpPr/>
            <p:nvPr/>
          </p:nvSpPr>
          <p:spPr>
            <a:xfrm>
              <a:off x="3713719" y="175648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22"/>
            <p:cNvSpPr/>
            <p:nvPr/>
          </p:nvSpPr>
          <p:spPr>
            <a:xfrm>
              <a:off x="386166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22"/>
            <p:cNvSpPr/>
            <p:nvPr/>
          </p:nvSpPr>
          <p:spPr>
            <a:xfrm>
              <a:off x="400956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22"/>
            <p:cNvSpPr/>
            <p:nvPr/>
          </p:nvSpPr>
          <p:spPr>
            <a:xfrm>
              <a:off x="415748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22"/>
            <p:cNvSpPr/>
            <p:nvPr/>
          </p:nvSpPr>
          <p:spPr>
            <a:xfrm>
              <a:off x="430539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22"/>
            <p:cNvSpPr/>
            <p:nvPr/>
          </p:nvSpPr>
          <p:spPr>
            <a:xfrm>
              <a:off x="445331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22"/>
            <p:cNvSpPr/>
            <p:nvPr/>
          </p:nvSpPr>
          <p:spPr>
            <a:xfrm>
              <a:off x="4601215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22"/>
            <p:cNvSpPr/>
            <p:nvPr/>
          </p:nvSpPr>
          <p:spPr>
            <a:xfrm>
              <a:off x="253040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22"/>
            <p:cNvSpPr/>
            <p:nvPr/>
          </p:nvSpPr>
          <p:spPr>
            <a:xfrm>
              <a:off x="267832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22"/>
            <p:cNvSpPr/>
            <p:nvPr/>
          </p:nvSpPr>
          <p:spPr>
            <a:xfrm>
              <a:off x="2807755" y="162704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22"/>
            <p:cNvSpPr/>
            <p:nvPr/>
          </p:nvSpPr>
          <p:spPr>
            <a:xfrm>
              <a:off x="297417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22"/>
            <p:cNvSpPr/>
            <p:nvPr/>
          </p:nvSpPr>
          <p:spPr>
            <a:xfrm>
              <a:off x="312208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22"/>
            <p:cNvSpPr/>
            <p:nvPr/>
          </p:nvSpPr>
          <p:spPr>
            <a:xfrm>
              <a:off x="326998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22"/>
            <p:cNvSpPr/>
            <p:nvPr/>
          </p:nvSpPr>
          <p:spPr>
            <a:xfrm>
              <a:off x="341790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22"/>
            <p:cNvSpPr/>
            <p:nvPr/>
          </p:nvSpPr>
          <p:spPr>
            <a:xfrm>
              <a:off x="3565818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22"/>
            <p:cNvSpPr/>
            <p:nvPr/>
          </p:nvSpPr>
          <p:spPr>
            <a:xfrm>
              <a:off x="3713719" y="162704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22"/>
            <p:cNvSpPr/>
            <p:nvPr/>
          </p:nvSpPr>
          <p:spPr>
            <a:xfrm>
              <a:off x="386166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22"/>
            <p:cNvSpPr/>
            <p:nvPr/>
          </p:nvSpPr>
          <p:spPr>
            <a:xfrm>
              <a:off x="400956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22"/>
            <p:cNvSpPr/>
            <p:nvPr/>
          </p:nvSpPr>
          <p:spPr>
            <a:xfrm>
              <a:off x="415748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22"/>
            <p:cNvSpPr/>
            <p:nvPr/>
          </p:nvSpPr>
          <p:spPr>
            <a:xfrm>
              <a:off x="430539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22"/>
            <p:cNvSpPr/>
            <p:nvPr/>
          </p:nvSpPr>
          <p:spPr>
            <a:xfrm>
              <a:off x="445331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22"/>
            <p:cNvSpPr/>
            <p:nvPr/>
          </p:nvSpPr>
          <p:spPr>
            <a:xfrm>
              <a:off x="4601215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22"/>
            <p:cNvSpPr/>
            <p:nvPr/>
          </p:nvSpPr>
          <p:spPr>
            <a:xfrm>
              <a:off x="253040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22"/>
            <p:cNvSpPr/>
            <p:nvPr/>
          </p:nvSpPr>
          <p:spPr>
            <a:xfrm>
              <a:off x="267832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22"/>
            <p:cNvSpPr/>
            <p:nvPr/>
          </p:nvSpPr>
          <p:spPr>
            <a:xfrm>
              <a:off x="2807755" y="1460633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22"/>
            <p:cNvSpPr/>
            <p:nvPr/>
          </p:nvSpPr>
          <p:spPr>
            <a:xfrm>
              <a:off x="297417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22"/>
            <p:cNvSpPr/>
            <p:nvPr/>
          </p:nvSpPr>
          <p:spPr>
            <a:xfrm>
              <a:off x="312208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22"/>
            <p:cNvSpPr/>
            <p:nvPr/>
          </p:nvSpPr>
          <p:spPr>
            <a:xfrm>
              <a:off x="326998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22"/>
            <p:cNvSpPr/>
            <p:nvPr/>
          </p:nvSpPr>
          <p:spPr>
            <a:xfrm>
              <a:off x="341790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22"/>
            <p:cNvSpPr/>
            <p:nvPr/>
          </p:nvSpPr>
          <p:spPr>
            <a:xfrm>
              <a:off x="3565818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22"/>
            <p:cNvSpPr/>
            <p:nvPr/>
          </p:nvSpPr>
          <p:spPr>
            <a:xfrm>
              <a:off x="3713719" y="1460633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22"/>
            <p:cNvSpPr/>
            <p:nvPr/>
          </p:nvSpPr>
          <p:spPr>
            <a:xfrm>
              <a:off x="386166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22"/>
            <p:cNvSpPr/>
            <p:nvPr/>
          </p:nvSpPr>
          <p:spPr>
            <a:xfrm>
              <a:off x="400956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22"/>
            <p:cNvSpPr/>
            <p:nvPr/>
          </p:nvSpPr>
          <p:spPr>
            <a:xfrm>
              <a:off x="415748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22"/>
            <p:cNvSpPr/>
            <p:nvPr/>
          </p:nvSpPr>
          <p:spPr>
            <a:xfrm>
              <a:off x="430539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22"/>
            <p:cNvSpPr/>
            <p:nvPr/>
          </p:nvSpPr>
          <p:spPr>
            <a:xfrm>
              <a:off x="445331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22"/>
            <p:cNvSpPr/>
            <p:nvPr/>
          </p:nvSpPr>
          <p:spPr>
            <a:xfrm>
              <a:off x="4601215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22"/>
            <p:cNvSpPr/>
            <p:nvPr/>
          </p:nvSpPr>
          <p:spPr>
            <a:xfrm>
              <a:off x="253040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22"/>
            <p:cNvSpPr/>
            <p:nvPr/>
          </p:nvSpPr>
          <p:spPr>
            <a:xfrm>
              <a:off x="267832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22"/>
            <p:cNvSpPr/>
            <p:nvPr/>
          </p:nvSpPr>
          <p:spPr>
            <a:xfrm>
              <a:off x="2807755" y="1331201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22"/>
            <p:cNvSpPr/>
            <p:nvPr/>
          </p:nvSpPr>
          <p:spPr>
            <a:xfrm>
              <a:off x="297417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22"/>
            <p:cNvSpPr/>
            <p:nvPr/>
          </p:nvSpPr>
          <p:spPr>
            <a:xfrm>
              <a:off x="312208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22"/>
            <p:cNvSpPr/>
            <p:nvPr/>
          </p:nvSpPr>
          <p:spPr>
            <a:xfrm>
              <a:off x="326998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22"/>
            <p:cNvSpPr/>
            <p:nvPr/>
          </p:nvSpPr>
          <p:spPr>
            <a:xfrm>
              <a:off x="341790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22"/>
            <p:cNvSpPr/>
            <p:nvPr/>
          </p:nvSpPr>
          <p:spPr>
            <a:xfrm>
              <a:off x="3565818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22"/>
            <p:cNvSpPr/>
            <p:nvPr/>
          </p:nvSpPr>
          <p:spPr>
            <a:xfrm>
              <a:off x="3713719" y="1331201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22"/>
            <p:cNvSpPr/>
            <p:nvPr/>
          </p:nvSpPr>
          <p:spPr>
            <a:xfrm>
              <a:off x="386166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22"/>
            <p:cNvSpPr/>
            <p:nvPr/>
          </p:nvSpPr>
          <p:spPr>
            <a:xfrm>
              <a:off x="400956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22"/>
            <p:cNvSpPr/>
            <p:nvPr/>
          </p:nvSpPr>
          <p:spPr>
            <a:xfrm>
              <a:off x="415748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22"/>
            <p:cNvSpPr/>
            <p:nvPr/>
          </p:nvSpPr>
          <p:spPr>
            <a:xfrm>
              <a:off x="430539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22"/>
            <p:cNvSpPr/>
            <p:nvPr/>
          </p:nvSpPr>
          <p:spPr>
            <a:xfrm>
              <a:off x="445331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22"/>
            <p:cNvSpPr/>
            <p:nvPr/>
          </p:nvSpPr>
          <p:spPr>
            <a:xfrm>
              <a:off x="4601215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22"/>
            <p:cNvSpPr/>
            <p:nvPr/>
          </p:nvSpPr>
          <p:spPr>
            <a:xfrm>
              <a:off x="253040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22"/>
            <p:cNvSpPr/>
            <p:nvPr/>
          </p:nvSpPr>
          <p:spPr>
            <a:xfrm>
              <a:off x="267832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22"/>
            <p:cNvSpPr/>
            <p:nvPr/>
          </p:nvSpPr>
          <p:spPr>
            <a:xfrm>
              <a:off x="2807755" y="118328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22"/>
            <p:cNvSpPr/>
            <p:nvPr/>
          </p:nvSpPr>
          <p:spPr>
            <a:xfrm>
              <a:off x="297417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22"/>
            <p:cNvSpPr/>
            <p:nvPr/>
          </p:nvSpPr>
          <p:spPr>
            <a:xfrm>
              <a:off x="312208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22"/>
            <p:cNvSpPr/>
            <p:nvPr/>
          </p:nvSpPr>
          <p:spPr>
            <a:xfrm>
              <a:off x="326998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22"/>
            <p:cNvSpPr/>
            <p:nvPr/>
          </p:nvSpPr>
          <p:spPr>
            <a:xfrm>
              <a:off x="341790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22"/>
            <p:cNvSpPr/>
            <p:nvPr/>
          </p:nvSpPr>
          <p:spPr>
            <a:xfrm>
              <a:off x="3565818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22"/>
            <p:cNvSpPr/>
            <p:nvPr/>
          </p:nvSpPr>
          <p:spPr>
            <a:xfrm>
              <a:off x="3713719" y="118328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22"/>
            <p:cNvSpPr/>
            <p:nvPr/>
          </p:nvSpPr>
          <p:spPr>
            <a:xfrm>
              <a:off x="386166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22"/>
            <p:cNvSpPr/>
            <p:nvPr/>
          </p:nvSpPr>
          <p:spPr>
            <a:xfrm>
              <a:off x="400956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22"/>
            <p:cNvSpPr/>
            <p:nvPr/>
          </p:nvSpPr>
          <p:spPr>
            <a:xfrm>
              <a:off x="415748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22"/>
            <p:cNvSpPr/>
            <p:nvPr/>
          </p:nvSpPr>
          <p:spPr>
            <a:xfrm>
              <a:off x="430539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22"/>
            <p:cNvSpPr/>
            <p:nvPr/>
          </p:nvSpPr>
          <p:spPr>
            <a:xfrm>
              <a:off x="253040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22"/>
            <p:cNvSpPr/>
            <p:nvPr/>
          </p:nvSpPr>
          <p:spPr>
            <a:xfrm>
              <a:off x="267832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22"/>
            <p:cNvSpPr/>
            <p:nvPr/>
          </p:nvSpPr>
          <p:spPr>
            <a:xfrm>
              <a:off x="2807755" y="101690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22"/>
            <p:cNvSpPr/>
            <p:nvPr/>
          </p:nvSpPr>
          <p:spPr>
            <a:xfrm>
              <a:off x="297417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22"/>
            <p:cNvSpPr/>
            <p:nvPr/>
          </p:nvSpPr>
          <p:spPr>
            <a:xfrm>
              <a:off x="312208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22"/>
            <p:cNvSpPr/>
            <p:nvPr/>
          </p:nvSpPr>
          <p:spPr>
            <a:xfrm>
              <a:off x="326998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22"/>
            <p:cNvSpPr/>
            <p:nvPr/>
          </p:nvSpPr>
          <p:spPr>
            <a:xfrm>
              <a:off x="341790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22"/>
            <p:cNvSpPr/>
            <p:nvPr/>
          </p:nvSpPr>
          <p:spPr>
            <a:xfrm>
              <a:off x="3565818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22"/>
            <p:cNvSpPr/>
            <p:nvPr/>
          </p:nvSpPr>
          <p:spPr>
            <a:xfrm>
              <a:off x="3713719" y="101690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22"/>
            <p:cNvSpPr/>
            <p:nvPr/>
          </p:nvSpPr>
          <p:spPr>
            <a:xfrm>
              <a:off x="386166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22"/>
            <p:cNvSpPr/>
            <p:nvPr/>
          </p:nvSpPr>
          <p:spPr>
            <a:xfrm>
              <a:off x="400956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22"/>
            <p:cNvSpPr/>
            <p:nvPr/>
          </p:nvSpPr>
          <p:spPr>
            <a:xfrm>
              <a:off x="415748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22"/>
            <p:cNvSpPr/>
            <p:nvPr/>
          </p:nvSpPr>
          <p:spPr>
            <a:xfrm>
              <a:off x="253040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22"/>
            <p:cNvSpPr/>
            <p:nvPr/>
          </p:nvSpPr>
          <p:spPr>
            <a:xfrm>
              <a:off x="267832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22"/>
            <p:cNvSpPr/>
            <p:nvPr/>
          </p:nvSpPr>
          <p:spPr>
            <a:xfrm>
              <a:off x="2807755" y="88746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22"/>
            <p:cNvSpPr/>
            <p:nvPr/>
          </p:nvSpPr>
          <p:spPr>
            <a:xfrm>
              <a:off x="297417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22"/>
            <p:cNvSpPr/>
            <p:nvPr/>
          </p:nvSpPr>
          <p:spPr>
            <a:xfrm>
              <a:off x="312208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22"/>
            <p:cNvSpPr/>
            <p:nvPr/>
          </p:nvSpPr>
          <p:spPr>
            <a:xfrm>
              <a:off x="326998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22"/>
            <p:cNvSpPr/>
            <p:nvPr/>
          </p:nvSpPr>
          <p:spPr>
            <a:xfrm>
              <a:off x="341790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22"/>
            <p:cNvSpPr/>
            <p:nvPr/>
          </p:nvSpPr>
          <p:spPr>
            <a:xfrm>
              <a:off x="3565818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22"/>
            <p:cNvSpPr/>
            <p:nvPr/>
          </p:nvSpPr>
          <p:spPr>
            <a:xfrm>
              <a:off x="3713719" y="88746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22"/>
            <p:cNvSpPr/>
            <p:nvPr/>
          </p:nvSpPr>
          <p:spPr>
            <a:xfrm>
              <a:off x="386166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22"/>
            <p:cNvSpPr/>
            <p:nvPr/>
          </p:nvSpPr>
          <p:spPr>
            <a:xfrm>
              <a:off x="400956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22"/>
            <p:cNvSpPr/>
            <p:nvPr/>
          </p:nvSpPr>
          <p:spPr>
            <a:xfrm>
              <a:off x="415748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22"/>
            <p:cNvSpPr/>
            <p:nvPr/>
          </p:nvSpPr>
          <p:spPr>
            <a:xfrm>
              <a:off x="253040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22"/>
            <p:cNvSpPr/>
            <p:nvPr/>
          </p:nvSpPr>
          <p:spPr>
            <a:xfrm>
              <a:off x="267832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22"/>
            <p:cNvSpPr/>
            <p:nvPr/>
          </p:nvSpPr>
          <p:spPr>
            <a:xfrm>
              <a:off x="2807755" y="739552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22"/>
            <p:cNvSpPr/>
            <p:nvPr/>
          </p:nvSpPr>
          <p:spPr>
            <a:xfrm>
              <a:off x="297417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22"/>
            <p:cNvSpPr/>
            <p:nvPr/>
          </p:nvSpPr>
          <p:spPr>
            <a:xfrm>
              <a:off x="312208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22"/>
            <p:cNvSpPr/>
            <p:nvPr/>
          </p:nvSpPr>
          <p:spPr>
            <a:xfrm>
              <a:off x="326998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22"/>
            <p:cNvSpPr/>
            <p:nvPr/>
          </p:nvSpPr>
          <p:spPr>
            <a:xfrm>
              <a:off x="3417902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22"/>
            <p:cNvSpPr/>
            <p:nvPr/>
          </p:nvSpPr>
          <p:spPr>
            <a:xfrm>
              <a:off x="3565818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22"/>
            <p:cNvSpPr/>
            <p:nvPr/>
          </p:nvSpPr>
          <p:spPr>
            <a:xfrm>
              <a:off x="3713719" y="739552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22"/>
            <p:cNvSpPr/>
            <p:nvPr/>
          </p:nvSpPr>
          <p:spPr>
            <a:xfrm>
              <a:off x="386166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22"/>
            <p:cNvSpPr/>
            <p:nvPr/>
          </p:nvSpPr>
          <p:spPr>
            <a:xfrm>
              <a:off x="400956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22"/>
            <p:cNvSpPr/>
            <p:nvPr/>
          </p:nvSpPr>
          <p:spPr>
            <a:xfrm>
              <a:off x="253040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22"/>
            <p:cNvSpPr/>
            <p:nvPr/>
          </p:nvSpPr>
          <p:spPr>
            <a:xfrm>
              <a:off x="267832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22"/>
            <p:cNvSpPr/>
            <p:nvPr/>
          </p:nvSpPr>
          <p:spPr>
            <a:xfrm>
              <a:off x="2807755" y="573137"/>
              <a:ext cx="166431" cy="166431"/>
            </a:xfrm>
            <a:custGeom>
              <a:rect b="b" l="l" r="r" t="t"/>
              <a:pathLst>
                <a:path extrusionOk="0" h="10715" w="10715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22"/>
            <p:cNvSpPr/>
            <p:nvPr/>
          </p:nvSpPr>
          <p:spPr>
            <a:xfrm>
              <a:off x="297417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22"/>
            <p:cNvSpPr/>
            <p:nvPr/>
          </p:nvSpPr>
          <p:spPr>
            <a:xfrm>
              <a:off x="3122086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22"/>
            <p:cNvSpPr/>
            <p:nvPr/>
          </p:nvSpPr>
          <p:spPr>
            <a:xfrm>
              <a:off x="326998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22"/>
            <p:cNvSpPr/>
            <p:nvPr/>
          </p:nvSpPr>
          <p:spPr>
            <a:xfrm>
              <a:off x="3417902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22"/>
            <p:cNvSpPr/>
            <p:nvPr/>
          </p:nvSpPr>
          <p:spPr>
            <a:xfrm>
              <a:off x="253040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22"/>
            <p:cNvSpPr/>
            <p:nvPr/>
          </p:nvSpPr>
          <p:spPr>
            <a:xfrm>
              <a:off x="267832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22"/>
            <p:cNvSpPr/>
            <p:nvPr/>
          </p:nvSpPr>
          <p:spPr>
            <a:xfrm>
              <a:off x="2807755" y="443705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22"/>
            <p:cNvSpPr/>
            <p:nvPr/>
          </p:nvSpPr>
          <p:spPr>
            <a:xfrm>
              <a:off x="297417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22"/>
            <p:cNvSpPr/>
            <p:nvPr/>
          </p:nvSpPr>
          <p:spPr>
            <a:xfrm>
              <a:off x="3122086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22"/>
            <p:cNvSpPr/>
            <p:nvPr/>
          </p:nvSpPr>
          <p:spPr>
            <a:xfrm>
              <a:off x="326998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22"/>
            <p:cNvSpPr/>
            <p:nvPr/>
          </p:nvSpPr>
          <p:spPr>
            <a:xfrm>
              <a:off x="3417902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22"/>
            <p:cNvSpPr/>
            <p:nvPr/>
          </p:nvSpPr>
          <p:spPr>
            <a:xfrm>
              <a:off x="253040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22"/>
            <p:cNvSpPr/>
            <p:nvPr/>
          </p:nvSpPr>
          <p:spPr>
            <a:xfrm>
              <a:off x="267832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22"/>
            <p:cNvSpPr/>
            <p:nvPr/>
          </p:nvSpPr>
          <p:spPr>
            <a:xfrm>
              <a:off x="2807755" y="27732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22"/>
            <p:cNvSpPr/>
            <p:nvPr/>
          </p:nvSpPr>
          <p:spPr>
            <a:xfrm>
              <a:off x="297417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22"/>
            <p:cNvSpPr/>
            <p:nvPr/>
          </p:nvSpPr>
          <p:spPr>
            <a:xfrm>
              <a:off x="3122086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22"/>
            <p:cNvSpPr/>
            <p:nvPr/>
          </p:nvSpPr>
          <p:spPr>
            <a:xfrm>
              <a:off x="326998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22"/>
            <p:cNvSpPr/>
            <p:nvPr/>
          </p:nvSpPr>
          <p:spPr>
            <a:xfrm>
              <a:off x="2530406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22"/>
            <p:cNvSpPr/>
            <p:nvPr/>
          </p:nvSpPr>
          <p:spPr>
            <a:xfrm>
              <a:off x="267832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22"/>
            <p:cNvSpPr/>
            <p:nvPr/>
          </p:nvSpPr>
          <p:spPr>
            <a:xfrm>
              <a:off x="2807755" y="129404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22"/>
            <p:cNvSpPr/>
            <p:nvPr/>
          </p:nvSpPr>
          <p:spPr>
            <a:xfrm>
              <a:off x="2974170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22"/>
            <p:cNvSpPr/>
            <p:nvPr/>
          </p:nvSpPr>
          <p:spPr>
            <a:xfrm>
              <a:off x="3122086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22"/>
            <p:cNvSpPr/>
            <p:nvPr/>
          </p:nvSpPr>
          <p:spPr>
            <a:xfrm>
              <a:off x="2530406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22"/>
            <p:cNvSpPr/>
            <p:nvPr/>
          </p:nvSpPr>
          <p:spPr>
            <a:xfrm>
              <a:off x="267832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22"/>
            <p:cNvSpPr/>
            <p:nvPr/>
          </p:nvSpPr>
          <p:spPr>
            <a:xfrm>
              <a:off x="2807755" y="-12"/>
              <a:ext cx="166431" cy="129432"/>
            </a:xfrm>
            <a:custGeom>
              <a:rect b="b" l="l" r="r" t="t"/>
              <a:pathLst>
                <a:path extrusionOk="0" h="8333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22"/>
            <p:cNvSpPr/>
            <p:nvPr/>
          </p:nvSpPr>
          <p:spPr>
            <a:xfrm>
              <a:off x="2974170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87" name="Google Shape;4087;p22"/>
          <p:cNvGrpSpPr/>
          <p:nvPr/>
        </p:nvGrpSpPr>
        <p:grpSpPr>
          <a:xfrm>
            <a:off x="-387375" y="2038775"/>
            <a:ext cx="1722000" cy="3104450"/>
            <a:chOff x="-387375" y="2038775"/>
            <a:chExt cx="1722000" cy="3104450"/>
          </a:xfrm>
        </p:grpSpPr>
        <p:sp>
          <p:nvSpPr>
            <p:cNvPr id="4088" name="Google Shape;4088;p22"/>
            <p:cNvSpPr/>
            <p:nvPr/>
          </p:nvSpPr>
          <p:spPr>
            <a:xfrm>
              <a:off x="-387375" y="2038775"/>
              <a:ext cx="1722000" cy="408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22"/>
            <p:cNvSpPr/>
            <p:nvPr/>
          </p:nvSpPr>
          <p:spPr>
            <a:xfrm>
              <a:off x="-387375" y="2442933"/>
              <a:ext cx="1722000" cy="1809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22"/>
            <p:cNvSpPr/>
            <p:nvPr/>
          </p:nvSpPr>
          <p:spPr>
            <a:xfrm>
              <a:off x="-387375" y="2623825"/>
              <a:ext cx="1722000" cy="25194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91" name="Google Shape;4091;p22"/>
          <p:cNvGrpSpPr/>
          <p:nvPr/>
        </p:nvGrpSpPr>
        <p:grpSpPr>
          <a:xfrm>
            <a:off x="2424675" y="3715725"/>
            <a:ext cx="6719400" cy="1426850"/>
            <a:chOff x="2424675" y="3715725"/>
            <a:chExt cx="6719400" cy="1426850"/>
          </a:xfrm>
        </p:grpSpPr>
        <p:sp>
          <p:nvSpPr>
            <p:cNvPr id="4092" name="Google Shape;4092;p22"/>
            <p:cNvSpPr/>
            <p:nvPr/>
          </p:nvSpPr>
          <p:spPr>
            <a:xfrm>
              <a:off x="2424675" y="3715725"/>
              <a:ext cx="6719400" cy="4083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22"/>
            <p:cNvSpPr/>
            <p:nvPr/>
          </p:nvSpPr>
          <p:spPr>
            <a:xfrm>
              <a:off x="2424675" y="4119883"/>
              <a:ext cx="6719400" cy="1809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22"/>
            <p:cNvSpPr/>
            <p:nvPr/>
          </p:nvSpPr>
          <p:spPr>
            <a:xfrm>
              <a:off x="2424675" y="4300775"/>
              <a:ext cx="6719400" cy="8418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SECTION_HEADER_1_2_1">
    <p:bg>
      <p:bgPr>
        <a:solidFill>
          <a:schemeClr val="accent6"/>
        </a:solidFill>
      </p:bgPr>
    </p:bg>
    <p:spTree>
      <p:nvGrpSpPr>
        <p:cNvPr id="4095" name="Shape 4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" name="Google Shape;4096;p23"/>
          <p:cNvSpPr txBox="1"/>
          <p:nvPr>
            <p:ph type="title"/>
          </p:nvPr>
        </p:nvSpPr>
        <p:spPr>
          <a:xfrm>
            <a:off x="1334700" y="839125"/>
            <a:ext cx="6474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97" name="Google Shape;4097;p23"/>
          <p:cNvSpPr txBox="1"/>
          <p:nvPr>
            <p:ph idx="1" type="subTitle"/>
          </p:nvPr>
        </p:nvSpPr>
        <p:spPr>
          <a:xfrm>
            <a:off x="2466750" y="1760850"/>
            <a:ext cx="4210500" cy="13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8" name="Google Shape;4098;p23"/>
          <p:cNvSpPr txBox="1"/>
          <p:nvPr/>
        </p:nvSpPr>
        <p:spPr>
          <a:xfrm>
            <a:off x="2568900" y="3737600"/>
            <a:ext cx="40062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Advent Pro"/>
                <a:ea typeface="Advent Pro"/>
                <a:cs typeface="Advent Pro"/>
                <a:sym typeface="Advent Pro"/>
              </a:rPr>
              <a:t>CREDITS: This presentation template was created by Slidesgo, including icons by Flaticon, and infographics &amp; images by Freepik. </a:t>
            </a: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">
    <p:spTree>
      <p:nvGrpSpPr>
        <p:cNvPr id="4099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0" name="Google Shape;4100;p24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grpSp>
          <p:nvGrpSpPr>
            <p:cNvPr id="4101" name="Google Shape;4101;p24"/>
            <p:cNvGrpSpPr/>
            <p:nvPr/>
          </p:nvGrpSpPr>
          <p:grpSpPr>
            <a:xfrm>
              <a:off x="1147578" y="2986377"/>
              <a:ext cx="973077" cy="1033483"/>
              <a:chOff x="7230575" y="3501811"/>
              <a:chExt cx="1540410" cy="1636035"/>
            </a:xfrm>
          </p:grpSpPr>
          <p:grpSp>
            <p:nvGrpSpPr>
              <p:cNvPr id="4102" name="Google Shape;4102;p24"/>
              <p:cNvGrpSpPr/>
              <p:nvPr/>
            </p:nvGrpSpPr>
            <p:grpSpPr>
              <a:xfrm>
                <a:off x="7655512" y="4362305"/>
                <a:ext cx="775528" cy="775540"/>
                <a:chOff x="7655512" y="4362305"/>
                <a:chExt cx="775528" cy="775540"/>
              </a:xfrm>
            </p:grpSpPr>
            <p:sp>
              <p:nvSpPr>
                <p:cNvPr id="4103" name="Google Shape;4103;p24"/>
                <p:cNvSpPr/>
                <p:nvPr/>
              </p:nvSpPr>
              <p:spPr>
                <a:xfrm flipH="1">
                  <a:off x="7825485" y="5042204"/>
                  <a:ext cx="95633" cy="95641"/>
                </a:xfrm>
                <a:custGeom>
                  <a:rect b="b" l="l" r="r" t="t"/>
                  <a:pathLst>
                    <a:path extrusionOk="0" h="12246" w="12245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4" name="Google Shape;4104;p24"/>
                <p:cNvSpPr/>
                <p:nvPr/>
              </p:nvSpPr>
              <p:spPr>
                <a:xfrm flipH="1">
                  <a:off x="7921094" y="5042204"/>
                  <a:ext cx="74382" cy="95641"/>
                </a:xfrm>
                <a:custGeom>
                  <a:rect b="b" l="l" r="r" t="t"/>
                  <a:pathLst>
                    <a:path extrusionOk="0" h="12246" w="9524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5" name="Google Shape;4105;p24"/>
                <p:cNvSpPr/>
                <p:nvPr/>
              </p:nvSpPr>
              <p:spPr>
                <a:xfrm flipH="1">
                  <a:off x="7995449" y="5042204"/>
                  <a:ext cx="85020" cy="95641"/>
                </a:xfrm>
                <a:custGeom>
                  <a:rect b="b" l="l" r="r" t="t"/>
                  <a:pathLst>
                    <a:path extrusionOk="0" h="12246" w="10886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6" name="Google Shape;4106;p24"/>
                <p:cNvSpPr/>
                <p:nvPr/>
              </p:nvSpPr>
              <p:spPr>
                <a:xfrm flipH="1">
                  <a:off x="8080438" y="5042204"/>
                  <a:ext cx="95649" cy="95641"/>
                </a:xfrm>
                <a:custGeom>
                  <a:rect b="b" l="l" r="r" t="t"/>
                  <a:pathLst>
                    <a:path extrusionOk="0" h="12246" w="12247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7" name="Google Shape;4107;p24"/>
                <p:cNvSpPr/>
                <p:nvPr/>
              </p:nvSpPr>
              <p:spPr>
                <a:xfrm flipH="1">
                  <a:off x="7825485" y="4957212"/>
                  <a:ext cx="95633" cy="85020"/>
                </a:xfrm>
                <a:custGeom>
                  <a:rect b="b" l="l" r="r" t="t"/>
                  <a:pathLst>
                    <a:path extrusionOk="0" h="10886" w="1224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8" name="Google Shape;4108;p24"/>
                <p:cNvSpPr/>
                <p:nvPr/>
              </p:nvSpPr>
              <p:spPr>
                <a:xfrm flipH="1">
                  <a:off x="7921094" y="4957212"/>
                  <a:ext cx="74382" cy="85020"/>
                </a:xfrm>
                <a:custGeom>
                  <a:rect b="b" l="l" r="r" t="t"/>
                  <a:pathLst>
                    <a:path extrusionOk="0" h="10886" w="9524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9" name="Google Shape;4109;p24"/>
                <p:cNvSpPr/>
                <p:nvPr/>
              </p:nvSpPr>
              <p:spPr>
                <a:xfrm flipH="1">
                  <a:off x="7995449" y="4957212"/>
                  <a:ext cx="85020" cy="85020"/>
                </a:xfrm>
                <a:custGeom>
                  <a:rect b="b" l="l" r="r" t="t"/>
                  <a:pathLst>
                    <a:path extrusionOk="0" h="10886" w="1088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0" name="Google Shape;4110;p24"/>
                <p:cNvSpPr/>
                <p:nvPr/>
              </p:nvSpPr>
              <p:spPr>
                <a:xfrm flipH="1">
                  <a:off x="8080438" y="4957212"/>
                  <a:ext cx="95649" cy="85020"/>
                </a:xfrm>
                <a:custGeom>
                  <a:rect b="b" l="l" r="r" t="t"/>
                  <a:pathLst>
                    <a:path extrusionOk="0" h="10886" w="12247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1" name="Google Shape;4111;p24"/>
                <p:cNvSpPr/>
                <p:nvPr/>
              </p:nvSpPr>
              <p:spPr>
                <a:xfrm flipH="1">
                  <a:off x="7825485" y="4872228"/>
                  <a:ext cx="95633" cy="85012"/>
                </a:xfrm>
                <a:custGeom>
                  <a:rect b="b" l="l" r="r" t="t"/>
                  <a:pathLst>
                    <a:path extrusionOk="0" h="10885" w="12245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2" name="Google Shape;4112;p24"/>
                <p:cNvSpPr/>
                <p:nvPr/>
              </p:nvSpPr>
              <p:spPr>
                <a:xfrm flipH="1">
                  <a:off x="7921094" y="4872228"/>
                  <a:ext cx="74382" cy="85012"/>
                </a:xfrm>
                <a:custGeom>
                  <a:rect b="b" l="l" r="r" t="t"/>
                  <a:pathLst>
                    <a:path extrusionOk="0" h="10885" w="9524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3" name="Google Shape;4113;p24"/>
                <p:cNvSpPr/>
                <p:nvPr/>
              </p:nvSpPr>
              <p:spPr>
                <a:xfrm flipH="1">
                  <a:off x="7995449" y="4872228"/>
                  <a:ext cx="85020" cy="85012"/>
                </a:xfrm>
                <a:custGeom>
                  <a:rect b="b" l="l" r="r" t="t"/>
                  <a:pathLst>
                    <a:path extrusionOk="0" h="10885" w="10886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4" name="Google Shape;4114;p24"/>
                <p:cNvSpPr/>
                <p:nvPr/>
              </p:nvSpPr>
              <p:spPr>
                <a:xfrm flipH="1">
                  <a:off x="8080438" y="4872228"/>
                  <a:ext cx="95649" cy="85012"/>
                </a:xfrm>
                <a:custGeom>
                  <a:rect b="b" l="l" r="r" t="t"/>
                  <a:pathLst>
                    <a:path extrusionOk="0" h="10885" w="12247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5" name="Google Shape;4115;p24"/>
                <p:cNvSpPr/>
                <p:nvPr/>
              </p:nvSpPr>
              <p:spPr>
                <a:xfrm flipH="1">
                  <a:off x="7825485" y="4787235"/>
                  <a:ext cx="95633" cy="85020"/>
                </a:xfrm>
                <a:custGeom>
                  <a:rect b="b" l="l" r="r" t="t"/>
                  <a:pathLst>
                    <a:path extrusionOk="0" h="10886" w="1224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6" name="Google Shape;4116;p24"/>
                <p:cNvSpPr/>
                <p:nvPr/>
              </p:nvSpPr>
              <p:spPr>
                <a:xfrm flipH="1">
                  <a:off x="7921094" y="4787235"/>
                  <a:ext cx="74382" cy="85020"/>
                </a:xfrm>
                <a:custGeom>
                  <a:rect b="b" l="l" r="r" t="t"/>
                  <a:pathLst>
                    <a:path extrusionOk="0" h="10886" w="9524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7" name="Google Shape;4117;p24"/>
                <p:cNvSpPr/>
                <p:nvPr/>
              </p:nvSpPr>
              <p:spPr>
                <a:xfrm flipH="1">
                  <a:off x="7995449" y="4787235"/>
                  <a:ext cx="85020" cy="85020"/>
                </a:xfrm>
                <a:custGeom>
                  <a:rect b="b" l="l" r="r" t="t"/>
                  <a:pathLst>
                    <a:path extrusionOk="0" h="10886" w="1088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8" name="Google Shape;4118;p24"/>
                <p:cNvSpPr/>
                <p:nvPr/>
              </p:nvSpPr>
              <p:spPr>
                <a:xfrm flipH="1">
                  <a:off x="8080438" y="4787235"/>
                  <a:ext cx="95649" cy="85020"/>
                </a:xfrm>
                <a:custGeom>
                  <a:rect b="b" l="l" r="r" t="t"/>
                  <a:pathLst>
                    <a:path extrusionOk="0" h="10886" w="12247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9" name="Google Shape;4119;p24"/>
                <p:cNvSpPr/>
                <p:nvPr/>
              </p:nvSpPr>
              <p:spPr>
                <a:xfrm flipH="1">
                  <a:off x="7825485" y="4702251"/>
                  <a:ext cx="95633" cy="85012"/>
                </a:xfrm>
                <a:custGeom>
                  <a:rect b="b" l="l" r="r" t="t"/>
                  <a:pathLst>
                    <a:path extrusionOk="0" h="10885" w="1224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20" name="Google Shape;4120;p24"/>
                <p:cNvSpPr/>
                <p:nvPr/>
              </p:nvSpPr>
              <p:spPr>
                <a:xfrm flipH="1">
                  <a:off x="7921094" y="4702251"/>
                  <a:ext cx="74382" cy="85012"/>
                </a:xfrm>
                <a:custGeom>
                  <a:rect b="b" l="l" r="r" t="t"/>
                  <a:pathLst>
                    <a:path extrusionOk="0" h="10885" w="9524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21" name="Google Shape;4121;p24"/>
                <p:cNvSpPr/>
                <p:nvPr/>
              </p:nvSpPr>
              <p:spPr>
                <a:xfrm flipH="1">
                  <a:off x="7995449" y="4702251"/>
                  <a:ext cx="85020" cy="85012"/>
                </a:xfrm>
                <a:custGeom>
                  <a:rect b="b" l="l" r="r" t="t"/>
                  <a:pathLst>
                    <a:path extrusionOk="0" h="10885" w="1088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22" name="Google Shape;4122;p24"/>
                <p:cNvSpPr/>
                <p:nvPr/>
              </p:nvSpPr>
              <p:spPr>
                <a:xfrm flipH="1">
                  <a:off x="8080438" y="4702251"/>
                  <a:ext cx="95649" cy="85012"/>
                </a:xfrm>
                <a:custGeom>
                  <a:rect b="b" l="l" r="r" t="t"/>
                  <a:pathLst>
                    <a:path extrusionOk="0" h="10885" w="12247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23" name="Google Shape;4123;p24"/>
                <p:cNvSpPr/>
                <p:nvPr/>
              </p:nvSpPr>
              <p:spPr>
                <a:xfrm flipH="1">
                  <a:off x="7655512" y="4617267"/>
                  <a:ext cx="85012" cy="85012"/>
                </a:xfrm>
                <a:custGeom>
                  <a:rect b="b" l="l" r="r" t="t"/>
                  <a:pathLst>
                    <a:path extrusionOk="0" h="10885" w="10885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24" name="Google Shape;4124;p24"/>
                <p:cNvSpPr/>
                <p:nvPr/>
              </p:nvSpPr>
              <p:spPr>
                <a:xfrm flipH="1">
                  <a:off x="7740496" y="4617267"/>
                  <a:ext cx="85020" cy="85012"/>
                </a:xfrm>
                <a:custGeom>
                  <a:rect b="b" l="l" r="r" t="t"/>
                  <a:pathLst>
                    <a:path extrusionOk="0" h="10885" w="10886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25" name="Google Shape;4125;p24"/>
                <p:cNvSpPr/>
                <p:nvPr/>
              </p:nvSpPr>
              <p:spPr>
                <a:xfrm flipH="1">
                  <a:off x="7825485" y="4617267"/>
                  <a:ext cx="95633" cy="85012"/>
                </a:xfrm>
                <a:custGeom>
                  <a:rect b="b" l="l" r="r" t="t"/>
                  <a:pathLst>
                    <a:path extrusionOk="0" h="10885" w="12245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26" name="Google Shape;4126;p24"/>
                <p:cNvSpPr/>
                <p:nvPr/>
              </p:nvSpPr>
              <p:spPr>
                <a:xfrm flipH="1">
                  <a:off x="7921094" y="4617267"/>
                  <a:ext cx="74382" cy="85012"/>
                </a:xfrm>
                <a:custGeom>
                  <a:rect b="b" l="l" r="r" t="t"/>
                  <a:pathLst>
                    <a:path extrusionOk="0" h="10885" w="9524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27" name="Google Shape;4127;p24"/>
                <p:cNvSpPr/>
                <p:nvPr/>
              </p:nvSpPr>
              <p:spPr>
                <a:xfrm flipH="1">
                  <a:off x="7995449" y="4617267"/>
                  <a:ext cx="85020" cy="85012"/>
                </a:xfrm>
                <a:custGeom>
                  <a:rect b="b" l="l" r="r" t="t"/>
                  <a:pathLst>
                    <a:path extrusionOk="0" h="10885" w="10886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28" name="Google Shape;4128;p24"/>
                <p:cNvSpPr/>
                <p:nvPr/>
              </p:nvSpPr>
              <p:spPr>
                <a:xfrm flipH="1">
                  <a:off x="8080438" y="4617267"/>
                  <a:ext cx="95649" cy="85012"/>
                </a:xfrm>
                <a:custGeom>
                  <a:rect b="b" l="l" r="r" t="t"/>
                  <a:pathLst>
                    <a:path extrusionOk="0" h="10885" w="12247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29" name="Google Shape;4129;p24"/>
                <p:cNvSpPr/>
                <p:nvPr/>
              </p:nvSpPr>
              <p:spPr>
                <a:xfrm flipH="1">
                  <a:off x="8176054" y="4617267"/>
                  <a:ext cx="74390" cy="85012"/>
                </a:xfrm>
                <a:custGeom>
                  <a:rect b="b" l="l" r="r" t="t"/>
                  <a:pathLst>
                    <a:path extrusionOk="0" h="10885" w="9525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30" name="Google Shape;4130;p24"/>
                <p:cNvSpPr/>
                <p:nvPr/>
              </p:nvSpPr>
              <p:spPr>
                <a:xfrm flipH="1">
                  <a:off x="8250417" y="4617267"/>
                  <a:ext cx="85012" cy="85012"/>
                </a:xfrm>
                <a:custGeom>
                  <a:rect b="b" l="l" r="r" t="t"/>
                  <a:pathLst>
                    <a:path extrusionOk="0" h="10885" w="10885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31" name="Google Shape;4131;p24"/>
                <p:cNvSpPr/>
                <p:nvPr/>
              </p:nvSpPr>
              <p:spPr>
                <a:xfrm flipH="1">
                  <a:off x="8335399" y="4617267"/>
                  <a:ext cx="95641" cy="85012"/>
                </a:xfrm>
                <a:custGeom>
                  <a:rect b="b" l="l" r="r" t="t"/>
                  <a:pathLst>
                    <a:path extrusionOk="0" h="10885" w="12246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32" name="Google Shape;4132;p24"/>
                <p:cNvSpPr/>
                <p:nvPr/>
              </p:nvSpPr>
              <p:spPr>
                <a:xfrm flipH="1">
                  <a:off x="7655512" y="4532274"/>
                  <a:ext cx="85012" cy="85020"/>
                </a:xfrm>
                <a:custGeom>
                  <a:rect b="b" l="l" r="r" t="t"/>
                  <a:pathLst>
                    <a:path extrusionOk="0" h="10886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33" name="Google Shape;4133;p24"/>
                <p:cNvSpPr/>
                <p:nvPr/>
              </p:nvSpPr>
              <p:spPr>
                <a:xfrm flipH="1">
                  <a:off x="7995449" y="4532274"/>
                  <a:ext cx="85020" cy="85020"/>
                </a:xfrm>
                <a:custGeom>
                  <a:rect b="b" l="l" r="r" t="t"/>
                  <a:pathLst>
                    <a:path extrusionOk="0" h="10886" w="1088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34" name="Google Shape;4134;p24"/>
                <p:cNvSpPr/>
                <p:nvPr/>
              </p:nvSpPr>
              <p:spPr>
                <a:xfrm flipH="1">
                  <a:off x="8335399" y="4532274"/>
                  <a:ext cx="95641" cy="85020"/>
                </a:xfrm>
                <a:custGeom>
                  <a:rect b="b" l="l" r="r" t="t"/>
                  <a:pathLst>
                    <a:path extrusionOk="0" h="10886" w="1224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35" name="Google Shape;4135;p24"/>
                <p:cNvSpPr/>
                <p:nvPr/>
              </p:nvSpPr>
              <p:spPr>
                <a:xfrm flipH="1">
                  <a:off x="7655512" y="4447290"/>
                  <a:ext cx="85012" cy="85012"/>
                </a:xfrm>
                <a:custGeom>
                  <a:rect b="b" l="l" r="r" t="t"/>
                  <a:pathLst>
                    <a:path extrusionOk="0" h="10885" w="10885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36" name="Google Shape;4136;p24"/>
                <p:cNvSpPr/>
                <p:nvPr/>
              </p:nvSpPr>
              <p:spPr>
                <a:xfrm flipH="1">
                  <a:off x="7995449" y="4447290"/>
                  <a:ext cx="85020" cy="85012"/>
                </a:xfrm>
                <a:custGeom>
                  <a:rect b="b" l="l" r="r" t="t"/>
                  <a:pathLst>
                    <a:path extrusionOk="0" h="10885" w="10886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37" name="Google Shape;4137;p24"/>
                <p:cNvSpPr/>
                <p:nvPr/>
              </p:nvSpPr>
              <p:spPr>
                <a:xfrm flipH="1">
                  <a:off x="8335399" y="4447290"/>
                  <a:ext cx="95641" cy="85012"/>
                </a:xfrm>
                <a:custGeom>
                  <a:rect b="b" l="l" r="r" t="t"/>
                  <a:pathLst>
                    <a:path extrusionOk="0" h="10885" w="12246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38" name="Google Shape;4138;p24"/>
                <p:cNvSpPr/>
                <p:nvPr/>
              </p:nvSpPr>
              <p:spPr>
                <a:xfrm flipH="1">
                  <a:off x="7655512" y="4362305"/>
                  <a:ext cx="85012" cy="85020"/>
                </a:xfrm>
                <a:custGeom>
                  <a:rect b="b" l="l" r="r" t="t"/>
                  <a:pathLst>
                    <a:path extrusionOk="0" h="10886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39" name="Google Shape;4139;p24"/>
                <p:cNvSpPr/>
                <p:nvPr/>
              </p:nvSpPr>
              <p:spPr>
                <a:xfrm flipH="1">
                  <a:off x="7995449" y="4362305"/>
                  <a:ext cx="85020" cy="85020"/>
                </a:xfrm>
                <a:custGeom>
                  <a:rect b="b" l="l" r="r" t="t"/>
                  <a:pathLst>
                    <a:path extrusionOk="0" h="10886" w="1088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40" name="Google Shape;4140;p24"/>
                <p:cNvSpPr/>
                <p:nvPr/>
              </p:nvSpPr>
              <p:spPr>
                <a:xfrm flipH="1">
                  <a:off x="8335399" y="4362305"/>
                  <a:ext cx="95641" cy="85020"/>
                </a:xfrm>
                <a:custGeom>
                  <a:rect b="b" l="l" r="r" t="t"/>
                  <a:pathLst>
                    <a:path extrusionOk="0" h="10886" w="1224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141" name="Google Shape;4141;p24"/>
              <p:cNvSpPr/>
              <p:nvPr/>
            </p:nvSpPr>
            <p:spPr>
              <a:xfrm flipH="1">
                <a:off x="7315559" y="3767391"/>
                <a:ext cx="85020" cy="8502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2" name="Google Shape;4142;p24"/>
              <p:cNvSpPr/>
              <p:nvPr/>
            </p:nvSpPr>
            <p:spPr>
              <a:xfrm flipH="1">
                <a:off x="7655512" y="3767391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3" name="Google Shape;4143;p24"/>
              <p:cNvSpPr/>
              <p:nvPr/>
            </p:nvSpPr>
            <p:spPr>
              <a:xfrm flipH="1">
                <a:off x="8080438" y="3671779"/>
                <a:ext cx="95649" cy="95641"/>
              </a:xfrm>
              <a:custGeom>
                <a:rect b="b" l="l" r="r" t="t"/>
                <a:pathLst>
                  <a:path extrusionOk="0" h="12246" w="12247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4" name="Google Shape;4144;p24"/>
              <p:cNvSpPr/>
              <p:nvPr/>
            </p:nvSpPr>
            <p:spPr>
              <a:xfrm flipH="1">
                <a:off x="8685973" y="3597414"/>
                <a:ext cx="85012" cy="95641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5" name="Google Shape;4145;p24"/>
              <p:cNvSpPr/>
              <p:nvPr/>
            </p:nvSpPr>
            <p:spPr>
              <a:xfrm flipH="1">
                <a:off x="8685973" y="3767391"/>
                <a:ext cx="85012" cy="8502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6" name="Google Shape;4146;p24"/>
              <p:cNvSpPr/>
              <p:nvPr/>
            </p:nvSpPr>
            <p:spPr>
              <a:xfrm flipH="1">
                <a:off x="8176054" y="3501811"/>
                <a:ext cx="74390" cy="95633"/>
              </a:xfrm>
              <a:custGeom>
                <a:rect b="b" l="l" r="r" t="t"/>
                <a:pathLst>
                  <a:path extrusionOk="0" h="12245" w="9525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7" name="Google Shape;4147;p24"/>
              <p:cNvSpPr/>
              <p:nvPr/>
            </p:nvSpPr>
            <p:spPr>
              <a:xfrm flipH="1">
                <a:off x="8250417" y="3501811"/>
                <a:ext cx="85012" cy="95633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148" name="Google Shape;4148;p24"/>
              <p:cNvGrpSpPr/>
              <p:nvPr/>
            </p:nvGrpSpPr>
            <p:grpSpPr>
              <a:xfrm>
                <a:off x="7230575" y="3501811"/>
                <a:ext cx="1540410" cy="860514"/>
                <a:chOff x="7230575" y="3501811"/>
                <a:chExt cx="1540410" cy="860514"/>
              </a:xfrm>
            </p:grpSpPr>
            <p:sp>
              <p:nvSpPr>
                <p:cNvPr id="4149" name="Google Shape;4149;p24"/>
                <p:cNvSpPr/>
                <p:nvPr/>
              </p:nvSpPr>
              <p:spPr>
                <a:xfrm flipH="1">
                  <a:off x="7315559" y="4277321"/>
                  <a:ext cx="85020" cy="85004"/>
                </a:xfrm>
                <a:custGeom>
                  <a:rect b="b" l="l" r="r" t="t"/>
                  <a:pathLst>
                    <a:path extrusionOk="0" h="10884" w="10886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0" name="Google Shape;4150;p24"/>
                <p:cNvSpPr/>
                <p:nvPr/>
              </p:nvSpPr>
              <p:spPr>
                <a:xfrm flipH="1">
                  <a:off x="7400551" y="4277321"/>
                  <a:ext cx="85012" cy="85004"/>
                </a:xfrm>
                <a:custGeom>
                  <a:rect b="b" l="l" r="r" t="t"/>
                  <a:pathLst>
                    <a:path extrusionOk="0" h="10884" w="10885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1" name="Google Shape;4151;p24"/>
                <p:cNvSpPr/>
                <p:nvPr/>
              </p:nvSpPr>
              <p:spPr>
                <a:xfrm flipH="1">
                  <a:off x="7485535" y="4277321"/>
                  <a:ext cx="85012" cy="85004"/>
                </a:xfrm>
                <a:custGeom>
                  <a:rect b="b" l="l" r="r" t="t"/>
                  <a:pathLst>
                    <a:path extrusionOk="0" h="10884" w="10885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4" y="1088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2" name="Google Shape;4152;p24"/>
                <p:cNvSpPr/>
                <p:nvPr/>
              </p:nvSpPr>
              <p:spPr>
                <a:xfrm flipH="1">
                  <a:off x="7570520" y="4277321"/>
                  <a:ext cx="85020" cy="85004"/>
                </a:xfrm>
                <a:custGeom>
                  <a:rect b="b" l="l" r="r" t="t"/>
                  <a:pathLst>
                    <a:path extrusionOk="0" h="10884" w="10886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3" name="Google Shape;4153;p24"/>
                <p:cNvSpPr/>
                <p:nvPr/>
              </p:nvSpPr>
              <p:spPr>
                <a:xfrm flipH="1">
                  <a:off x="7655512" y="4277321"/>
                  <a:ext cx="85012" cy="85004"/>
                </a:xfrm>
                <a:custGeom>
                  <a:rect b="b" l="l" r="r" t="t"/>
                  <a:pathLst>
                    <a:path extrusionOk="0" h="10884" w="10885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4" name="Google Shape;4154;p24"/>
                <p:cNvSpPr/>
                <p:nvPr/>
              </p:nvSpPr>
              <p:spPr>
                <a:xfrm flipH="1">
                  <a:off x="7740496" y="4277321"/>
                  <a:ext cx="85020" cy="85004"/>
                </a:xfrm>
                <a:custGeom>
                  <a:rect b="b" l="l" r="r" t="t"/>
                  <a:pathLst>
                    <a:path extrusionOk="0" h="10884" w="10886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5" name="Google Shape;4155;p24"/>
                <p:cNvSpPr/>
                <p:nvPr/>
              </p:nvSpPr>
              <p:spPr>
                <a:xfrm flipH="1">
                  <a:off x="7825485" y="4277321"/>
                  <a:ext cx="95633" cy="85004"/>
                </a:xfrm>
                <a:custGeom>
                  <a:rect b="b" l="l" r="r" t="t"/>
                  <a:pathLst>
                    <a:path extrusionOk="0" h="10884" w="12245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6" name="Google Shape;4156;p24"/>
                <p:cNvSpPr/>
                <p:nvPr/>
              </p:nvSpPr>
              <p:spPr>
                <a:xfrm flipH="1">
                  <a:off x="7921094" y="4277321"/>
                  <a:ext cx="74382" cy="85004"/>
                </a:xfrm>
                <a:custGeom>
                  <a:rect b="b" l="l" r="r" t="t"/>
                  <a:pathLst>
                    <a:path extrusionOk="0" h="10884" w="9524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9523" y="1088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7" name="Google Shape;4157;p24"/>
                <p:cNvSpPr/>
                <p:nvPr/>
              </p:nvSpPr>
              <p:spPr>
                <a:xfrm flipH="1">
                  <a:off x="7995449" y="4277321"/>
                  <a:ext cx="85020" cy="85004"/>
                </a:xfrm>
                <a:custGeom>
                  <a:rect b="b" l="l" r="r" t="t"/>
                  <a:pathLst>
                    <a:path extrusionOk="0" h="10884" w="10886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8" name="Google Shape;4158;p24"/>
                <p:cNvSpPr/>
                <p:nvPr/>
              </p:nvSpPr>
              <p:spPr>
                <a:xfrm flipH="1">
                  <a:off x="8080438" y="4277321"/>
                  <a:ext cx="95649" cy="85004"/>
                </a:xfrm>
                <a:custGeom>
                  <a:rect b="b" l="l" r="r" t="t"/>
                  <a:pathLst>
                    <a:path extrusionOk="0" h="10884" w="12247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7" y="1088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9" name="Google Shape;4159;p24"/>
                <p:cNvSpPr/>
                <p:nvPr/>
              </p:nvSpPr>
              <p:spPr>
                <a:xfrm flipH="1">
                  <a:off x="8176054" y="4277321"/>
                  <a:ext cx="74390" cy="85004"/>
                </a:xfrm>
                <a:custGeom>
                  <a:rect b="b" l="l" r="r" t="t"/>
                  <a:pathLst>
                    <a:path extrusionOk="0" h="10884" w="9525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0" name="Google Shape;4160;p24"/>
                <p:cNvSpPr/>
                <p:nvPr/>
              </p:nvSpPr>
              <p:spPr>
                <a:xfrm flipH="1">
                  <a:off x="8250417" y="4277321"/>
                  <a:ext cx="85012" cy="85004"/>
                </a:xfrm>
                <a:custGeom>
                  <a:rect b="b" l="l" r="r" t="t"/>
                  <a:pathLst>
                    <a:path extrusionOk="0" h="10884" w="10885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1" name="Google Shape;4161;p24"/>
                <p:cNvSpPr/>
                <p:nvPr/>
              </p:nvSpPr>
              <p:spPr>
                <a:xfrm flipH="1">
                  <a:off x="8335399" y="4277321"/>
                  <a:ext cx="95641" cy="85004"/>
                </a:xfrm>
                <a:custGeom>
                  <a:rect b="b" l="l" r="r" t="t"/>
                  <a:pathLst>
                    <a:path extrusionOk="0" h="10884" w="12246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2" name="Google Shape;4162;p24"/>
                <p:cNvSpPr/>
                <p:nvPr/>
              </p:nvSpPr>
              <p:spPr>
                <a:xfrm flipH="1">
                  <a:off x="8431015" y="4277321"/>
                  <a:ext cx="74390" cy="85004"/>
                </a:xfrm>
                <a:custGeom>
                  <a:rect b="b" l="l" r="r" t="t"/>
                  <a:pathLst>
                    <a:path extrusionOk="0" h="10884" w="9525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3" name="Google Shape;4163;p24"/>
                <p:cNvSpPr/>
                <p:nvPr/>
              </p:nvSpPr>
              <p:spPr>
                <a:xfrm flipH="1">
                  <a:off x="8505377" y="4277321"/>
                  <a:ext cx="85012" cy="85004"/>
                </a:xfrm>
                <a:custGeom>
                  <a:rect b="b" l="l" r="r" t="t"/>
                  <a:pathLst>
                    <a:path extrusionOk="0" h="10884" w="10885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4" name="Google Shape;4164;p24"/>
                <p:cNvSpPr/>
                <p:nvPr/>
              </p:nvSpPr>
              <p:spPr>
                <a:xfrm flipH="1">
                  <a:off x="8590359" y="4277321"/>
                  <a:ext cx="95641" cy="85004"/>
                </a:xfrm>
                <a:custGeom>
                  <a:rect b="b" l="l" r="r" t="t"/>
                  <a:pathLst>
                    <a:path extrusionOk="0" h="10884" w="12246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5" name="Google Shape;4165;p24"/>
                <p:cNvSpPr/>
                <p:nvPr/>
              </p:nvSpPr>
              <p:spPr>
                <a:xfrm flipH="1">
                  <a:off x="7315559" y="4181710"/>
                  <a:ext cx="85020" cy="95641"/>
                </a:xfrm>
                <a:custGeom>
                  <a:rect b="b" l="l" r="r" t="t"/>
                  <a:pathLst>
                    <a:path extrusionOk="0" h="12246" w="10886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6" name="Google Shape;4166;p24"/>
                <p:cNvSpPr/>
                <p:nvPr/>
              </p:nvSpPr>
              <p:spPr>
                <a:xfrm flipH="1">
                  <a:off x="7400551" y="4181710"/>
                  <a:ext cx="85012" cy="95641"/>
                </a:xfrm>
                <a:custGeom>
                  <a:rect b="b" l="l" r="r" t="t"/>
                  <a:pathLst>
                    <a:path extrusionOk="0" h="12246" w="10885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7" name="Google Shape;4167;p24"/>
                <p:cNvSpPr/>
                <p:nvPr/>
              </p:nvSpPr>
              <p:spPr>
                <a:xfrm flipH="1">
                  <a:off x="7485535" y="4181710"/>
                  <a:ext cx="85012" cy="95641"/>
                </a:xfrm>
                <a:custGeom>
                  <a:rect b="b" l="l" r="r" t="t"/>
                  <a:pathLst>
                    <a:path extrusionOk="0" h="12246" w="10885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8" name="Google Shape;4168;p24"/>
                <p:cNvSpPr/>
                <p:nvPr/>
              </p:nvSpPr>
              <p:spPr>
                <a:xfrm flipH="1">
                  <a:off x="7570520" y="4181710"/>
                  <a:ext cx="85020" cy="95641"/>
                </a:xfrm>
                <a:custGeom>
                  <a:rect b="b" l="l" r="r" t="t"/>
                  <a:pathLst>
                    <a:path extrusionOk="0" h="12246" w="10886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9" name="Google Shape;4169;p24"/>
                <p:cNvSpPr/>
                <p:nvPr/>
              </p:nvSpPr>
              <p:spPr>
                <a:xfrm flipH="1">
                  <a:off x="7655512" y="4181710"/>
                  <a:ext cx="85012" cy="95641"/>
                </a:xfrm>
                <a:custGeom>
                  <a:rect b="b" l="l" r="r" t="t"/>
                  <a:pathLst>
                    <a:path extrusionOk="0" h="12246" w="10885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0" name="Google Shape;4170;p24"/>
                <p:cNvSpPr/>
                <p:nvPr/>
              </p:nvSpPr>
              <p:spPr>
                <a:xfrm flipH="1">
                  <a:off x="7740496" y="4181710"/>
                  <a:ext cx="85020" cy="95641"/>
                </a:xfrm>
                <a:custGeom>
                  <a:rect b="b" l="l" r="r" t="t"/>
                  <a:pathLst>
                    <a:path extrusionOk="0" h="12246" w="10886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1" name="Google Shape;4171;p24"/>
                <p:cNvSpPr/>
                <p:nvPr/>
              </p:nvSpPr>
              <p:spPr>
                <a:xfrm flipH="1">
                  <a:off x="7825485" y="4181710"/>
                  <a:ext cx="95633" cy="95641"/>
                </a:xfrm>
                <a:custGeom>
                  <a:rect b="b" l="l" r="r" t="t"/>
                  <a:pathLst>
                    <a:path extrusionOk="0" h="12246" w="12245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2" name="Google Shape;4172;p24"/>
                <p:cNvSpPr/>
                <p:nvPr/>
              </p:nvSpPr>
              <p:spPr>
                <a:xfrm flipH="1">
                  <a:off x="7921094" y="4181710"/>
                  <a:ext cx="74382" cy="95641"/>
                </a:xfrm>
                <a:custGeom>
                  <a:rect b="b" l="l" r="r" t="t"/>
                  <a:pathLst>
                    <a:path extrusionOk="0" h="12246" w="9524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3" name="Google Shape;4173;p24"/>
                <p:cNvSpPr/>
                <p:nvPr/>
              </p:nvSpPr>
              <p:spPr>
                <a:xfrm flipH="1">
                  <a:off x="7995449" y="4181710"/>
                  <a:ext cx="85020" cy="95641"/>
                </a:xfrm>
                <a:custGeom>
                  <a:rect b="b" l="l" r="r" t="t"/>
                  <a:pathLst>
                    <a:path extrusionOk="0" h="12246" w="10886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4" name="Google Shape;4174;p24"/>
                <p:cNvSpPr/>
                <p:nvPr/>
              </p:nvSpPr>
              <p:spPr>
                <a:xfrm flipH="1">
                  <a:off x="8080438" y="4181710"/>
                  <a:ext cx="95649" cy="95641"/>
                </a:xfrm>
                <a:custGeom>
                  <a:rect b="b" l="l" r="r" t="t"/>
                  <a:pathLst>
                    <a:path extrusionOk="0" h="12246" w="12247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5" name="Google Shape;4175;p24"/>
                <p:cNvSpPr/>
                <p:nvPr/>
              </p:nvSpPr>
              <p:spPr>
                <a:xfrm flipH="1">
                  <a:off x="8176054" y="4181710"/>
                  <a:ext cx="74390" cy="95641"/>
                </a:xfrm>
                <a:custGeom>
                  <a:rect b="b" l="l" r="r" t="t"/>
                  <a:pathLst>
                    <a:path extrusionOk="0" h="12246" w="9525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6" name="Google Shape;4176;p24"/>
                <p:cNvSpPr/>
                <p:nvPr/>
              </p:nvSpPr>
              <p:spPr>
                <a:xfrm flipH="1">
                  <a:off x="8250417" y="4181710"/>
                  <a:ext cx="85012" cy="95641"/>
                </a:xfrm>
                <a:custGeom>
                  <a:rect b="b" l="l" r="r" t="t"/>
                  <a:pathLst>
                    <a:path extrusionOk="0" h="12246" w="10885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7" name="Google Shape;4177;p24"/>
                <p:cNvSpPr/>
                <p:nvPr/>
              </p:nvSpPr>
              <p:spPr>
                <a:xfrm flipH="1">
                  <a:off x="8335399" y="4181710"/>
                  <a:ext cx="95641" cy="95641"/>
                </a:xfrm>
                <a:custGeom>
                  <a:rect b="b" l="l" r="r" t="t"/>
                  <a:pathLst>
                    <a:path extrusionOk="0" h="12246" w="12246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8" name="Google Shape;4178;p24"/>
                <p:cNvSpPr/>
                <p:nvPr/>
              </p:nvSpPr>
              <p:spPr>
                <a:xfrm flipH="1">
                  <a:off x="8431015" y="4181710"/>
                  <a:ext cx="74390" cy="95641"/>
                </a:xfrm>
                <a:custGeom>
                  <a:rect b="b" l="l" r="r" t="t"/>
                  <a:pathLst>
                    <a:path extrusionOk="0" h="12246" w="9525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9" name="Google Shape;4179;p24"/>
                <p:cNvSpPr/>
                <p:nvPr/>
              </p:nvSpPr>
              <p:spPr>
                <a:xfrm flipH="1">
                  <a:off x="8505377" y="4181710"/>
                  <a:ext cx="85012" cy="95641"/>
                </a:xfrm>
                <a:custGeom>
                  <a:rect b="b" l="l" r="r" t="t"/>
                  <a:pathLst>
                    <a:path extrusionOk="0" h="12246" w="10885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0" name="Google Shape;4180;p24"/>
                <p:cNvSpPr/>
                <p:nvPr/>
              </p:nvSpPr>
              <p:spPr>
                <a:xfrm flipH="1">
                  <a:off x="8590359" y="4181710"/>
                  <a:ext cx="95641" cy="95641"/>
                </a:xfrm>
                <a:custGeom>
                  <a:rect b="b" l="l" r="r" t="t"/>
                  <a:pathLst>
                    <a:path extrusionOk="0" h="12246" w="12246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1" name="Google Shape;4181;p24"/>
                <p:cNvSpPr/>
                <p:nvPr/>
              </p:nvSpPr>
              <p:spPr>
                <a:xfrm flipH="1">
                  <a:off x="7315559" y="4107344"/>
                  <a:ext cx="85020" cy="74390"/>
                </a:xfrm>
                <a:custGeom>
                  <a:rect b="b" l="l" r="r" t="t"/>
                  <a:pathLst>
                    <a:path extrusionOk="0" h="9525" w="10886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2" name="Google Shape;4182;p24"/>
                <p:cNvSpPr/>
                <p:nvPr/>
              </p:nvSpPr>
              <p:spPr>
                <a:xfrm flipH="1">
                  <a:off x="7400551" y="4107344"/>
                  <a:ext cx="85012" cy="74390"/>
                </a:xfrm>
                <a:custGeom>
                  <a:rect b="b" l="l" r="r" t="t"/>
                  <a:pathLst>
                    <a:path extrusionOk="0" h="9525" w="10885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3" name="Google Shape;4183;p24"/>
                <p:cNvSpPr/>
                <p:nvPr/>
              </p:nvSpPr>
              <p:spPr>
                <a:xfrm flipH="1">
                  <a:off x="7485535" y="4107344"/>
                  <a:ext cx="85012" cy="74390"/>
                </a:xfrm>
                <a:custGeom>
                  <a:rect b="b" l="l" r="r" t="t"/>
                  <a:pathLst>
                    <a:path extrusionOk="0" h="9525" w="10885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4" name="Google Shape;4184;p24"/>
                <p:cNvSpPr/>
                <p:nvPr/>
              </p:nvSpPr>
              <p:spPr>
                <a:xfrm flipH="1">
                  <a:off x="7570520" y="4107344"/>
                  <a:ext cx="85020" cy="74390"/>
                </a:xfrm>
                <a:custGeom>
                  <a:rect b="b" l="l" r="r" t="t"/>
                  <a:pathLst>
                    <a:path extrusionOk="0" h="9525" w="10886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5" name="Google Shape;4185;p24"/>
                <p:cNvSpPr/>
                <p:nvPr/>
              </p:nvSpPr>
              <p:spPr>
                <a:xfrm flipH="1">
                  <a:off x="7655512" y="4107344"/>
                  <a:ext cx="85012" cy="74390"/>
                </a:xfrm>
                <a:custGeom>
                  <a:rect b="b" l="l" r="r" t="t"/>
                  <a:pathLst>
                    <a:path extrusionOk="0" h="9525" w="10885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6" name="Google Shape;4186;p24"/>
                <p:cNvSpPr/>
                <p:nvPr/>
              </p:nvSpPr>
              <p:spPr>
                <a:xfrm flipH="1">
                  <a:off x="7740496" y="4107344"/>
                  <a:ext cx="85020" cy="74390"/>
                </a:xfrm>
                <a:custGeom>
                  <a:rect b="b" l="l" r="r" t="t"/>
                  <a:pathLst>
                    <a:path extrusionOk="0" h="9525" w="10886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7" name="Google Shape;4187;p24"/>
                <p:cNvSpPr/>
                <p:nvPr/>
              </p:nvSpPr>
              <p:spPr>
                <a:xfrm flipH="1">
                  <a:off x="7825485" y="4107344"/>
                  <a:ext cx="95633" cy="74390"/>
                </a:xfrm>
                <a:custGeom>
                  <a:rect b="b" l="l" r="r" t="t"/>
                  <a:pathLst>
                    <a:path extrusionOk="0" h="9525" w="12245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8" name="Google Shape;4188;p24"/>
                <p:cNvSpPr/>
                <p:nvPr/>
              </p:nvSpPr>
              <p:spPr>
                <a:xfrm flipH="1">
                  <a:off x="7921094" y="4107344"/>
                  <a:ext cx="74382" cy="74390"/>
                </a:xfrm>
                <a:custGeom>
                  <a:rect b="b" l="l" r="r" t="t"/>
                  <a:pathLst>
                    <a:path extrusionOk="0" h="9525" w="9524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9523" y="952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9" name="Google Shape;4189;p24"/>
                <p:cNvSpPr/>
                <p:nvPr/>
              </p:nvSpPr>
              <p:spPr>
                <a:xfrm flipH="1">
                  <a:off x="7995449" y="4107344"/>
                  <a:ext cx="85020" cy="74390"/>
                </a:xfrm>
                <a:custGeom>
                  <a:rect b="b" l="l" r="r" t="t"/>
                  <a:pathLst>
                    <a:path extrusionOk="0" h="9525" w="10886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0" name="Google Shape;4190;p24"/>
                <p:cNvSpPr/>
                <p:nvPr/>
              </p:nvSpPr>
              <p:spPr>
                <a:xfrm flipH="1">
                  <a:off x="8080438" y="4107344"/>
                  <a:ext cx="95649" cy="74390"/>
                </a:xfrm>
                <a:custGeom>
                  <a:rect b="b" l="l" r="r" t="t"/>
                  <a:pathLst>
                    <a:path extrusionOk="0" h="9525" w="12247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1" name="Google Shape;4191;p24"/>
                <p:cNvSpPr/>
                <p:nvPr/>
              </p:nvSpPr>
              <p:spPr>
                <a:xfrm flipH="1">
                  <a:off x="8176054" y="4107344"/>
                  <a:ext cx="74390" cy="74390"/>
                </a:xfrm>
                <a:custGeom>
                  <a:rect b="b" l="l" r="r" t="t"/>
                  <a:pathLst>
                    <a:path extrusionOk="0" h="9525" w="9525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2" name="Google Shape;4192;p24"/>
                <p:cNvSpPr/>
                <p:nvPr/>
              </p:nvSpPr>
              <p:spPr>
                <a:xfrm flipH="1">
                  <a:off x="8250417" y="4107344"/>
                  <a:ext cx="85012" cy="74390"/>
                </a:xfrm>
                <a:custGeom>
                  <a:rect b="b" l="l" r="r" t="t"/>
                  <a:pathLst>
                    <a:path extrusionOk="0" h="9525" w="10885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3" name="Google Shape;4193;p24"/>
                <p:cNvSpPr/>
                <p:nvPr/>
              </p:nvSpPr>
              <p:spPr>
                <a:xfrm flipH="1">
                  <a:off x="8335399" y="4107344"/>
                  <a:ext cx="95641" cy="74390"/>
                </a:xfrm>
                <a:custGeom>
                  <a:rect b="b" l="l" r="r" t="t"/>
                  <a:pathLst>
                    <a:path extrusionOk="0" h="9525" w="12246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4" name="Google Shape;4194;p24"/>
                <p:cNvSpPr/>
                <p:nvPr/>
              </p:nvSpPr>
              <p:spPr>
                <a:xfrm flipH="1">
                  <a:off x="8431015" y="4107344"/>
                  <a:ext cx="74390" cy="74390"/>
                </a:xfrm>
                <a:custGeom>
                  <a:rect b="b" l="l" r="r" t="t"/>
                  <a:pathLst>
                    <a:path extrusionOk="0" h="9525" w="9525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5" name="Google Shape;4195;p24"/>
                <p:cNvSpPr/>
                <p:nvPr/>
              </p:nvSpPr>
              <p:spPr>
                <a:xfrm flipH="1">
                  <a:off x="8505377" y="4107344"/>
                  <a:ext cx="85012" cy="74390"/>
                </a:xfrm>
                <a:custGeom>
                  <a:rect b="b" l="l" r="r" t="t"/>
                  <a:pathLst>
                    <a:path extrusionOk="0" h="9525" w="10885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6" name="Google Shape;4196;p24"/>
                <p:cNvSpPr/>
                <p:nvPr/>
              </p:nvSpPr>
              <p:spPr>
                <a:xfrm flipH="1">
                  <a:off x="8590359" y="4107344"/>
                  <a:ext cx="95641" cy="74390"/>
                </a:xfrm>
                <a:custGeom>
                  <a:rect b="b" l="l" r="r" t="t"/>
                  <a:pathLst>
                    <a:path extrusionOk="0" h="9525" w="12246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7" name="Google Shape;4197;p24"/>
                <p:cNvSpPr/>
                <p:nvPr/>
              </p:nvSpPr>
              <p:spPr>
                <a:xfrm flipH="1">
                  <a:off x="7315559" y="4022352"/>
                  <a:ext cx="85020" cy="85020"/>
                </a:xfrm>
                <a:custGeom>
                  <a:rect b="b" l="l" r="r" t="t"/>
                  <a:pathLst>
                    <a:path extrusionOk="0" h="10886" w="1088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8" name="Google Shape;4198;p24"/>
                <p:cNvSpPr/>
                <p:nvPr/>
              </p:nvSpPr>
              <p:spPr>
                <a:xfrm flipH="1">
                  <a:off x="7400551" y="4022352"/>
                  <a:ext cx="85012" cy="85020"/>
                </a:xfrm>
                <a:custGeom>
                  <a:rect b="b" l="l" r="r" t="t"/>
                  <a:pathLst>
                    <a:path extrusionOk="0" h="10886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9" name="Google Shape;4199;p24"/>
                <p:cNvSpPr/>
                <p:nvPr/>
              </p:nvSpPr>
              <p:spPr>
                <a:xfrm flipH="1">
                  <a:off x="7485535" y="4022352"/>
                  <a:ext cx="85012" cy="85020"/>
                </a:xfrm>
                <a:custGeom>
                  <a:rect b="b" l="l" r="r" t="t"/>
                  <a:pathLst>
                    <a:path extrusionOk="0" h="10886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0" name="Google Shape;4200;p24"/>
                <p:cNvSpPr/>
                <p:nvPr/>
              </p:nvSpPr>
              <p:spPr>
                <a:xfrm flipH="1">
                  <a:off x="7570520" y="4022352"/>
                  <a:ext cx="85020" cy="85020"/>
                </a:xfrm>
                <a:custGeom>
                  <a:rect b="b" l="l" r="r" t="t"/>
                  <a:pathLst>
                    <a:path extrusionOk="0" h="10886" w="1088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1" name="Google Shape;4201;p24"/>
                <p:cNvSpPr/>
                <p:nvPr/>
              </p:nvSpPr>
              <p:spPr>
                <a:xfrm flipH="1">
                  <a:off x="7655512" y="4022352"/>
                  <a:ext cx="85012" cy="85020"/>
                </a:xfrm>
                <a:custGeom>
                  <a:rect b="b" l="l" r="r" t="t"/>
                  <a:pathLst>
                    <a:path extrusionOk="0" h="10886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2" name="Google Shape;4202;p24"/>
                <p:cNvSpPr/>
                <p:nvPr/>
              </p:nvSpPr>
              <p:spPr>
                <a:xfrm flipH="1">
                  <a:off x="7740496" y="4022352"/>
                  <a:ext cx="85020" cy="85020"/>
                </a:xfrm>
                <a:custGeom>
                  <a:rect b="b" l="l" r="r" t="t"/>
                  <a:pathLst>
                    <a:path extrusionOk="0" h="10886" w="1088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3" name="Google Shape;4203;p24"/>
                <p:cNvSpPr/>
                <p:nvPr/>
              </p:nvSpPr>
              <p:spPr>
                <a:xfrm flipH="1">
                  <a:off x="7825485" y="4022352"/>
                  <a:ext cx="95633" cy="85020"/>
                </a:xfrm>
                <a:custGeom>
                  <a:rect b="b" l="l" r="r" t="t"/>
                  <a:pathLst>
                    <a:path extrusionOk="0" h="10886" w="1224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4" name="Google Shape;4204;p24"/>
                <p:cNvSpPr/>
                <p:nvPr/>
              </p:nvSpPr>
              <p:spPr>
                <a:xfrm flipH="1">
                  <a:off x="7921094" y="4022352"/>
                  <a:ext cx="74382" cy="85020"/>
                </a:xfrm>
                <a:custGeom>
                  <a:rect b="b" l="l" r="r" t="t"/>
                  <a:pathLst>
                    <a:path extrusionOk="0" h="10886" w="9524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5" name="Google Shape;4205;p24"/>
                <p:cNvSpPr/>
                <p:nvPr/>
              </p:nvSpPr>
              <p:spPr>
                <a:xfrm flipH="1">
                  <a:off x="7995449" y="4022352"/>
                  <a:ext cx="85020" cy="85020"/>
                </a:xfrm>
                <a:custGeom>
                  <a:rect b="b" l="l" r="r" t="t"/>
                  <a:pathLst>
                    <a:path extrusionOk="0" h="10886" w="1088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6" name="Google Shape;4206;p24"/>
                <p:cNvSpPr/>
                <p:nvPr/>
              </p:nvSpPr>
              <p:spPr>
                <a:xfrm flipH="1">
                  <a:off x="8080438" y="4022352"/>
                  <a:ext cx="95649" cy="85020"/>
                </a:xfrm>
                <a:custGeom>
                  <a:rect b="b" l="l" r="r" t="t"/>
                  <a:pathLst>
                    <a:path extrusionOk="0" h="10886" w="12247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7" name="Google Shape;4207;p24"/>
                <p:cNvSpPr/>
                <p:nvPr/>
              </p:nvSpPr>
              <p:spPr>
                <a:xfrm flipH="1">
                  <a:off x="8176054" y="4022352"/>
                  <a:ext cx="74390" cy="85020"/>
                </a:xfrm>
                <a:custGeom>
                  <a:rect b="b" l="l" r="r" t="t"/>
                  <a:pathLst>
                    <a:path extrusionOk="0" h="10886" w="9525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8" name="Google Shape;4208;p24"/>
                <p:cNvSpPr/>
                <p:nvPr/>
              </p:nvSpPr>
              <p:spPr>
                <a:xfrm flipH="1">
                  <a:off x="8250417" y="4022352"/>
                  <a:ext cx="85012" cy="85020"/>
                </a:xfrm>
                <a:custGeom>
                  <a:rect b="b" l="l" r="r" t="t"/>
                  <a:pathLst>
                    <a:path extrusionOk="0" h="10886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9" name="Google Shape;4209;p24"/>
                <p:cNvSpPr/>
                <p:nvPr/>
              </p:nvSpPr>
              <p:spPr>
                <a:xfrm flipH="1">
                  <a:off x="8335399" y="4022352"/>
                  <a:ext cx="95641" cy="85020"/>
                </a:xfrm>
                <a:custGeom>
                  <a:rect b="b" l="l" r="r" t="t"/>
                  <a:pathLst>
                    <a:path extrusionOk="0" h="10886" w="1224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0" name="Google Shape;4210;p24"/>
                <p:cNvSpPr/>
                <p:nvPr/>
              </p:nvSpPr>
              <p:spPr>
                <a:xfrm flipH="1">
                  <a:off x="8431015" y="4022352"/>
                  <a:ext cx="74390" cy="85020"/>
                </a:xfrm>
                <a:custGeom>
                  <a:rect b="b" l="l" r="r" t="t"/>
                  <a:pathLst>
                    <a:path extrusionOk="0" h="10886" w="9525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1" name="Google Shape;4211;p24"/>
                <p:cNvSpPr/>
                <p:nvPr/>
              </p:nvSpPr>
              <p:spPr>
                <a:xfrm flipH="1">
                  <a:off x="8505377" y="4022352"/>
                  <a:ext cx="85012" cy="85020"/>
                </a:xfrm>
                <a:custGeom>
                  <a:rect b="b" l="l" r="r" t="t"/>
                  <a:pathLst>
                    <a:path extrusionOk="0" h="10886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2" name="Google Shape;4212;p24"/>
                <p:cNvSpPr/>
                <p:nvPr/>
              </p:nvSpPr>
              <p:spPr>
                <a:xfrm flipH="1">
                  <a:off x="8590359" y="4022352"/>
                  <a:ext cx="95641" cy="85020"/>
                </a:xfrm>
                <a:custGeom>
                  <a:rect b="b" l="l" r="r" t="t"/>
                  <a:pathLst>
                    <a:path extrusionOk="0" h="10886" w="12246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3" name="Google Shape;4213;p24"/>
                <p:cNvSpPr/>
                <p:nvPr/>
              </p:nvSpPr>
              <p:spPr>
                <a:xfrm flipH="1">
                  <a:off x="7315559" y="3926748"/>
                  <a:ext cx="85020" cy="95633"/>
                </a:xfrm>
                <a:custGeom>
                  <a:rect b="b" l="l" r="r" t="t"/>
                  <a:pathLst>
                    <a:path extrusionOk="0" h="12245" w="10886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4" name="Google Shape;4214;p24"/>
                <p:cNvSpPr/>
                <p:nvPr/>
              </p:nvSpPr>
              <p:spPr>
                <a:xfrm flipH="1">
                  <a:off x="7400551" y="3926748"/>
                  <a:ext cx="85012" cy="95633"/>
                </a:xfrm>
                <a:custGeom>
                  <a:rect b="b" l="l" r="r" t="t"/>
                  <a:pathLst>
                    <a:path extrusionOk="0" h="12245" w="10885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5" name="Google Shape;4215;p24"/>
                <p:cNvSpPr/>
                <p:nvPr/>
              </p:nvSpPr>
              <p:spPr>
                <a:xfrm flipH="1">
                  <a:off x="7485535" y="3926748"/>
                  <a:ext cx="85012" cy="95633"/>
                </a:xfrm>
                <a:custGeom>
                  <a:rect b="b" l="l" r="r" t="t"/>
                  <a:pathLst>
                    <a:path extrusionOk="0" h="12245" w="10885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6" name="Google Shape;4216;p24"/>
                <p:cNvSpPr/>
                <p:nvPr/>
              </p:nvSpPr>
              <p:spPr>
                <a:xfrm flipH="1">
                  <a:off x="7570520" y="3926748"/>
                  <a:ext cx="85020" cy="95633"/>
                </a:xfrm>
                <a:custGeom>
                  <a:rect b="b" l="l" r="r" t="t"/>
                  <a:pathLst>
                    <a:path extrusionOk="0" h="12245" w="10886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7" name="Google Shape;4217;p24"/>
                <p:cNvSpPr/>
                <p:nvPr/>
              </p:nvSpPr>
              <p:spPr>
                <a:xfrm flipH="1">
                  <a:off x="7655512" y="3926748"/>
                  <a:ext cx="85012" cy="95633"/>
                </a:xfrm>
                <a:custGeom>
                  <a:rect b="b" l="l" r="r" t="t"/>
                  <a:pathLst>
                    <a:path extrusionOk="0" h="12245" w="10885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8" name="Google Shape;4218;p24"/>
                <p:cNvSpPr/>
                <p:nvPr/>
              </p:nvSpPr>
              <p:spPr>
                <a:xfrm flipH="1">
                  <a:off x="7740496" y="3926748"/>
                  <a:ext cx="85020" cy="95633"/>
                </a:xfrm>
                <a:custGeom>
                  <a:rect b="b" l="l" r="r" t="t"/>
                  <a:pathLst>
                    <a:path extrusionOk="0" h="12245" w="10886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9" name="Google Shape;4219;p24"/>
                <p:cNvSpPr/>
                <p:nvPr/>
              </p:nvSpPr>
              <p:spPr>
                <a:xfrm flipH="1">
                  <a:off x="7825485" y="3926748"/>
                  <a:ext cx="95633" cy="95633"/>
                </a:xfrm>
                <a:custGeom>
                  <a:rect b="b" l="l" r="r" t="t"/>
                  <a:pathLst>
                    <a:path extrusionOk="0" h="12245" w="12245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0" name="Google Shape;4220;p24"/>
                <p:cNvSpPr/>
                <p:nvPr/>
              </p:nvSpPr>
              <p:spPr>
                <a:xfrm flipH="1">
                  <a:off x="7921094" y="3926748"/>
                  <a:ext cx="74382" cy="95633"/>
                </a:xfrm>
                <a:custGeom>
                  <a:rect b="b" l="l" r="r" t="t"/>
                  <a:pathLst>
                    <a:path extrusionOk="0" h="12245" w="9524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1" name="Google Shape;4221;p24"/>
                <p:cNvSpPr/>
                <p:nvPr/>
              </p:nvSpPr>
              <p:spPr>
                <a:xfrm flipH="1">
                  <a:off x="7995449" y="3926748"/>
                  <a:ext cx="85020" cy="95633"/>
                </a:xfrm>
                <a:custGeom>
                  <a:rect b="b" l="l" r="r" t="t"/>
                  <a:pathLst>
                    <a:path extrusionOk="0" h="12245" w="10886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2" name="Google Shape;4222;p24"/>
                <p:cNvSpPr/>
                <p:nvPr/>
              </p:nvSpPr>
              <p:spPr>
                <a:xfrm flipH="1">
                  <a:off x="8080438" y="3926748"/>
                  <a:ext cx="95649" cy="95633"/>
                </a:xfrm>
                <a:custGeom>
                  <a:rect b="b" l="l" r="r" t="t"/>
                  <a:pathLst>
                    <a:path extrusionOk="0" h="12245" w="12247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3" name="Google Shape;4223;p24"/>
                <p:cNvSpPr/>
                <p:nvPr/>
              </p:nvSpPr>
              <p:spPr>
                <a:xfrm flipH="1">
                  <a:off x="8176054" y="3926748"/>
                  <a:ext cx="74390" cy="95633"/>
                </a:xfrm>
                <a:custGeom>
                  <a:rect b="b" l="l" r="r" t="t"/>
                  <a:pathLst>
                    <a:path extrusionOk="0" h="12245" w="9525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4" name="Google Shape;4224;p24"/>
                <p:cNvSpPr/>
                <p:nvPr/>
              </p:nvSpPr>
              <p:spPr>
                <a:xfrm flipH="1">
                  <a:off x="8250417" y="3926748"/>
                  <a:ext cx="85012" cy="95633"/>
                </a:xfrm>
                <a:custGeom>
                  <a:rect b="b" l="l" r="r" t="t"/>
                  <a:pathLst>
                    <a:path extrusionOk="0" h="12245" w="10885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5" name="Google Shape;4225;p24"/>
                <p:cNvSpPr/>
                <p:nvPr/>
              </p:nvSpPr>
              <p:spPr>
                <a:xfrm flipH="1">
                  <a:off x="8335399" y="3926748"/>
                  <a:ext cx="95641" cy="95633"/>
                </a:xfrm>
                <a:custGeom>
                  <a:rect b="b" l="l" r="r" t="t"/>
                  <a:pathLst>
                    <a:path extrusionOk="0" h="12245" w="12246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6" name="Google Shape;4226;p24"/>
                <p:cNvSpPr/>
                <p:nvPr/>
              </p:nvSpPr>
              <p:spPr>
                <a:xfrm flipH="1">
                  <a:off x="8431015" y="3926748"/>
                  <a:ext cx="74390" cy="95633"/>
                </a:xfrm>
                <a:custGeom>
                  <a:rect b="b" l="l" r="r" t="t"/>
                  <a:pathLst>
                    <a:path extrusionOk="0" h="12245" w="9525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7" name="Google Shape;4227;p24"/>
                <p:cNvSpPr/>
                <p:nvPr/>
              </p:nvSpPr>
              <p:spPr>
                <a:xfrm flipH="1">
                  <a:off x="8505377" y="3926748"/>
                  <a:ext cx="85012" cy="95633"/>
                </a:xfrm>
                <a:custGeom>
                  <a:rect b="b" l="l" r="r" t="t"/>
                  <a:pathLst>
                    <a:path extrusionOk="0" h="12245" w="10885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8" name="Google Shape;4228;p24"/>
                <p:cNvSpPr/>
                <p:nvPr/>
              </p:nvSpPr>
              <p:spPr>
                <a:xfrm flipH="1">
                  <a:off x="8590359" y="3926748"/>
                  <a:ext cx="95641" cy="95633"/>
                </a:xfrm>
                <a:custGeom>
                  <a:rect b="b" l="l" r="r" t="t"/>
                  <a:pathLst>
                    <a:path extrusionOk="0" h="12245" w="12246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9" name="Google Shape;4229;p24"/>
                <p:cNvSpPr/>
                <p:nvPr/>
              </p:nvSpPr>
              <p:spPr>
                <a:xfrm flipH="1">
                  <a:off x="7315559" y="3852383"/>
                  <a:ext cx="85020" cy="74390"/>
                </a:xfrm>
                <a:custGeom>
                  <a:rect b="b" l="l" r="r" t="t"/>
                  <a:pathLst>
                    <a:path extrusionOk="0" h="9525" w="10886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0" name="Google Shape;4230;p24"/>
                <p:cNvSpPr/>
                <p:nvPr/>
              </p:nvSpPr>
              <p:spPr>
                <a:xfrm flipH="1">
                  <a:off x="7400551" y="3852383"/>
                  <a:ext cx="85012" cy="74390"/>
                </a:xfrm>
                <a:custGeom>
                  <a:rect b="b" l="l" r="r" t="t"/>
                  <a:pathLst>
                    <a:path extrusionOk="0" h="9525" w="10885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1" name="Google Shape;4231;p24"/>
                <p:cNvSpPr/>
                <p:nvPr/>
              </p:nvSpPr>
              <p:spPr>
                <a:xfrm flipH="1">
                  <a:off x="7485535" y="3852383"/>
                  <a:ext cx="85012" cy="74390"/>
                </a:xfrm>
                <a:custGeom>
                  <a:rect b="b" l="l" r="r" t="t"/>
                  <a:pathLst>
                    <a:path extrusionOk="0" h="9525" w="10885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4" y="952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2" name="Google Shape;4232;p24"/>
                <p:cNvSpPr/>
                <p:nvPr/>
              </p:nvSpPr>
              <p:spPr>
                <a:xfrm flipH="1">
                  <a:off x="7570520" y="3852383"/>
                  <a:ext cx="85020" cy="74390"/>
                </a:xfrm>
                <a:custGeom>
                  <a:rect b="b" l="l" r="r" t="t"/>
                  <a:pathLst>
                    <a:path extrusionOk="0" h="9525" w="10886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3" name="Google Shape;4233;p24"/>
                <p:cNvSpPr/>
                <p:nvPr/>
              </p:nvSpPr>
              <p:spPr>
                <a:xfrm flipH="1">
                  <a:off x="7655512" y="3852383"/>
                  <a:ext cx="85012" cy="74390"/>
                </a:xfrm>
                <a:custGeom>
                  <a:rect b="b" l="l" r="r" t="t"/>
                  <a:pathLst>
                    <a:path extrusionOk="0" h="9525" w="10885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4" name="Google Shape;4234;p24"/>
                <p:cNvSpPr/>
                <p:nvPr/>
              </p:nvSpPr>
              <p:spPr>
                <a:xfrm flipH="1">
                  <a:off x="7740496" y="3852383"/>
                  <a:ext cx="85020" cy="74390"/>
                </a:xfrm>
                <a:custGeom>
                  <a:rect b="b" l="l" r="r" t="t"/>
                  <a:pathLst>
                    <a:path extrusionOk="0" h="9525" w="10886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5" name="Google Shape;4235;p24"/>
                <p:cNvSpPr/>
                <p:nvPr/>
              </p:nvSpPr>
              <p:spPr>
                <a:xfrm flipH="1">
                  <a:off x="7825485" y="3852383"/>
                  <a:ext cx="95633" cy="74390"/>
                </a:xfrm>
                <a:custGeom>
                  <a:rect b="b" l="l" r="r" t="t"/>
                  <a:pathLst>
                    <a:path extrusionOk="0" h="9525" w="12245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6" name="Google Shape;4236;p24"/>
                <p:cNvSpPr/>
                <p:nvPr/>
              </p:nvSpPr>
              <p:spPr>
                <a:xfrm flipH="1">
                  <a:off x="7921094" y="3852383"/>
                  <a:ext cx="74382" cy="74390"/>
                </a:xfrm>
                <a:custGeom>
                  <a:rect b="b" l="l" r="r" t="t"/>
                  <a:pathLst>
                    <a:path extrusionOk="0" h="9525" w="9524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9523" y="952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7" name="Google Shape;4237;p24"/>
                <p:cNvSpPr/>
                <p:nvPr/>
              </p:nvSpPr>
              <p:spPr>
                <a:xfrm flipH="1">
                  <a:off x="7995449" y="3852383"/>
                  <a:ext cx="85020" cy="74390"/>
                </a:xfrm>
                <a:custGeom>
                  <a:rect b="b" l="l" r="r" t="t"/>
                  <a:pathLst>
                    <a:path extrusionOk="0" h="9525" w="10886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8" name="Google Shape;4238;p24"/>
                <p:cNvSpPr/>
                <p:nvPr/>
              </p:nvSpPr>
              <p:spPr>
                <a:xfrm flipH="1">
                  <a:off x="8080438" y="3852383"/>
                  <a:ext cx="95649" cy="74390"/>
                </a:xfrm>
                <a:custGeom>
                  <a:rect b="b" l="l" r="r" t="t"/>
                  <a:pathLst>
                    <a:path extrusionOk="0" h="9525" w="12247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7" y="952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9" name="Google Shape;4239;p24"/>
                <p:cNvSpPr/>
                <p:nvPr/>
              </p:nvSpPr>
              <p:spPr>
                <a:xfrm flipH="1">
                  <a:off x="8176054" y="3852383"/>
                  <a:ext cx="74390" cy="74390"/>
                </a:xfrm>
                <a:custGeom>
                  <a:rect b="b" l="l" r="r" t="t"/>
                  <a:pathLst>
                    <a:path extrusionOk="0" h="9525" w="9525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0" name="Google Shape;4240;p24"/>
                <p:cNvSpPr/>
                <p:nvPr/>
              </p:nvSpPr>
              <p:spPr>
                <a:xfrm flipH="1">
                  <a:off x="8250417" y="3852383"/>
                  <a:ext cx="85012" cy="74390"/>
                </a:xfrm>
                <a:custGeom>
                  <a:rect b="b" l="l" r="r" t="t"/>
                  <a:pathLst>
                    <a:path extrusionOk="0" h="9525" w="10885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1" name="Google Shape;4241;p24"/>
                <p:cNvSpPr/>
                <p:nvPr/>
              </p:nvSpPr>
              <p:spPr>
                <a:xfrm flipH="1">
                  <a:off x="8335399" y="3852383"/>
                  <a:ext cx="95641" cy="74390"/>
                </a:xfrm>
                <a:custGeom>
                  <a:rect b="b" l="l" r="r" t="t"/>
                  <a:pathLst>
                    <a:path extrusionOk="0" h="9525" w="12246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2" name="Google Shape;4242;p24"/>
                <p:cNvSpPr/>
                <p:nvPr/>
              </p:nvSpPr>
              <p:spPr>
                <a:xfrm flipH="1">
                  <a:off x="8431015" y="3852383"/>
                  <a:ext cx="74390" cy="74390"/>
                </a:xfrm>
                <a:custGeom>
                  <a:rect b="b" l="l" r="r" t="t"/>
                  <a:pathLst>
                    <a:path extrusionOk="0" h="9525" w="9525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3" name="Google Shape;4243;p24"/>
                <p:cNvSpPr/>
                <p:nvPr/>
              </p:nvSpPr>
              <p:spPr>
                <a:xfrm flipH="1">
                  <a:off x="8505377" y="3852383"/>
                  <a:ext cx="85012" cy="74390"/>
                </a:xfrm>
                <a:custGeom>
                  <a:rect b="b" l="l" r="r" t="t"/>
                  <a:pathLst>
                    <a:path extrusionOk="0" h="9525" w="10885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4" name="Google Shape;4244;p24"/>
                <p:cNvSpPr/>
                <p:nvPr/>
              </p:nvSpPr>
              <p:spPr>
                <a:xfrm flipH="1">
                  <a:off x="8590359" y="3852383"/>
                  <a:ext cx="95641" cy="74390"/>
                </a:xfrm>
                <a:custGeom>
                  <a:rect b="b" l="l" r="r" t="t"/>
                  <a:pathLst>
                    <a:path extrusionOk="0" h="9525" w="12246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5" name="Google Shape;4245;p24"/>
                <p:cNvSpPr/>
                <p:nvPr/>
              </p:nvSpPr>
              <p:spPr>
                <a:xfrm flipH="1">
                  <a:off x="7230575" y="4192329"/>
                  <a:ext cx="85012" cy="85020"/>
                </a:xfrm>
                <a:custGeom>
                  <a:rect b="b" l="l" r="r" t="t"/>
                  <a:pathLst>
                    <a:path extrusionOk="0" h="10886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6" name="Google Shape;4246;p24"/>
                <p:cNvSpPr/>
                <p:nvPr/>
              </p:nvSpPr>
              <p:spPr>
                <a:xfrm flipH="1">
                  <a:off x="7230575" y="4117963"/>
                  <a:ext cx="85012" cy="74390"/>
                </a:xfrm>
                <a:custGeom>
                  <a:rect b="b" l="l" r="r" t="t"/>
                  <a:pathLst>
                    <a:path extrusionOk="0" h="9525" w="10885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7" name="Google Shape;4247;p24"/>
                <p:cNvSpPr/>
                <p:nvPr/>
              </p:nvSpPr>
              <p:spPr>
                <a:xfrm flipH="1">
                  <a:off x="7230575" y="4022352"/>
                  <a:ext cx="85012" cy="95641"/>
                </a:xfrm>
                <a:custGeom>
                  <a:rect b="b" l="l" r="r" t="t"/>
                  <a:pathLst>
                    <a:path extrusionOk="0" h="12246" w="10885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8" name="Google Shape;4248;p24"/>
                <p:cNvSpPr/>
                <p:nvPr/>
              </p:nvSpPr>
              <p:spPr>
                <a:xfrm flipH="1">
                  <a:off x="7230575" y="3937368"/>
                  <a:ext cx="85012" cy="85012"/>
                </a:xfrm>
                <a:custGeom>
                  <a:rect b="b" l="l" r="r" t="t"/>
                  <a:pathLst>
                    <a:path extrusionOk="0" h="10885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9" name="Google Shape;4249;p24"/>
                <p:cNvSpPr/>
                <p:nvPr/>
              </p:nvSpPr>
              <p:spPr>
                <a:xfrm flipH="1">
                  <a:off x="7230575" y="3863002"/>
                  <a:ext cx="85012" cy="74390"/>
                </a:xfrm>
                <a:custGeom>
                  <a:rect b="b" l="l" r="r" t="t"/>
                  <a:pathLst>
                    <a:path extrusionOk="0" h="9525" w="10885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0" name="Google Shape;4250;p24"/>
                <p:cNvSpPr/>
                <p:nvPr/>
              </p:nvSpPr>
              <p:spPr>
                <a:xfrm flipH="1">
                  <a:off x="7400551" y="3767391"/>
                  <a:ext cx="85012" cy="85020"/>
                </a:xfrm>
                <a:custGeom>
                  <a:rect b="b" l="l" r="r" t="t"/>
                  <a:pathLst>
                    <a:path extrusionOk="0" h="10886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1" name="Google Shape;4251;p24"/>
                <p:cNvSpPr/>
                <p:nvPr/>
              </p:nvSpPr>
              <p:spPr>
                <a:xfrm flipH="1">
                  <a:off x="7485535" y="3767391"/>
                  <a:ext cx="85012" cy="85020"/>
                </a:xfrm>
                <a:custGeom>
                  <a:rect b="b" l="l" r="r" t="t"/>
                  <a:pathLst>
                    <a:path extrusionOk="0" h="10886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2" name="Google Shape;4252;p24"/>
                <p:cNvSpPr/>
                <p:nvPr/>
              </p:nvSpPr>
              <p:spPr>
                <a:xfrm flipH="1">
                  <a:off x="7570520" y="3767391"/>
                  <a:ext cx="85020" cy="85020"/>
                </a:xfrm>
                <a:custGeom>
                  <a:rect b="b" l="l" r="r" t="t"/>
                  <a:pathLst>
                    <a:path extrusionOk="0" h="10886" w="1088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3" name="Google Shape;4253;p24"/>
                <p:cNvSpPr/>
                <p:nvPr/>
              </p:nvSpPr>
              <p:spPr>
                <a:xfrm flipH="1">
                  <a:off x="7740496" y="3767391"/>
                  <a:ext cx="85020" cy="85020"/>
                </a:xfrm>
                <a:custGeom>
                  <a:rect b="b" l="l" r="r" t="t"/>
                  <a:pathLst>
                    <a:path extrusionOk="0" h="10886" w="1088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4" name="Google Shape;4254;p24"/>
                <p:cNvSpPr/>
                <p:nvPr/>
              </p:nvSpPr>
              <p:spPr>
                <a:xfrm flipH="1">
                  <a:off x="7825485" y="3767391"/>
                  <a:ext cx="95633" cy="85020"/>
                </a:xfrm>
                <a:custGeom>
                  <a:rect b="b" l="l" r="r" t="t"/>
                  <a:pathLst>
                    <a:path extrusionOk="0" h="10886" w="1224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5" name="Google Shape;4255;p24"/>
                <p:cNvSpPr/>
                <p:nvPr/>
              </p:nvSpPr>
              <p:spPr>
                <a:xfrm flipH="1">
                  <a:off x="7921094" y="3767391"/>
                  <a:ext cx="74382" cy="85020"/>
                </a:xfrm>
                <a:custGeom>
                  <a:rect b="b" l="l" r="r" t="t"/>
                  <a:pathLst>
                    <a:path extrusionOk="0" h="10886" w="9524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6" name="Google Shape;4256;p24"/>
                <p:cNvSpPr/>
                <p:nvPr/>
              </p:nvSpPr>
              <p:spPr>
                <a:xfrm flipH="1">
                  <a:off x="7995449" y="3767391"/>
                  <a:ext cx="85020" cy="85020"/>
                </a:xfrm>
                <a:custGeom>
                  <a:rect b="b" l="l" r="r" t="t"/>
                  <a:pathLst>
                    <a:path extrusionOk="0" h="10886" w="1088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7" name="Google Shape;4257;p24"/>
                <p:cNvSpPr/>
                <p:nvPr/>
              </p:nvSpPr>
              <p:spPr>
                <a:xfrm flipH="1">
                  <a:off x="8080438" y="3767391"/>
                  <a:ext cx="95649" cy="85020"/>
                </a:xfrm>
                <a:custGeom>
                  <a:rect b="b" l="l" r="r" t="t"/>
                  <a:pathLst>
                    <a:path extrusionOk="0" h="10886" w="12247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8" name="Google Shape;4258;p24"/>
                <p:cNvSpPr/>
                <p:nvPr/>
              </p:nvSpPr>
              <p:spPr>
                <a:xfrm flipH="1">
                  <a:off x="8176054" y="3767391"/>
                  <a:ext cx="74390" cy="85020"/>
                </a:xfrm>
                <a:custGeom>
                  <a:rect b="b" l="l" r="r" t="t"/>
                  <a:pathLst>
                    <a:path extrusionOk="0" h="10886" w="9525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9" name="Google Shape;4259;p24"/>
                <p:cNvSpPr/>
                <p:nvPr/>
              </p:nvSpPr>
              <p:spPr>
                <a:xfrm flipH="1">
                  <a:off x="8250417" y="3767391"/>
                  <a:ext cx="85012" cy="85020"/>
                </a:xfrm>
                <a:custGeom>
                  <a:rect b="b" l="l" r="r" t="t"/>
                  <a:pathLst>
                    <a:path extrusionOk="0" h="10886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0" name="Google Shape;4260;p24"/>
                <p:cNvSpPr/>
                <p:nvPr/>
              </p:nvSpPr>
              <p:spPr>
                <a:xfrm flipH="1">
                  <a:off x="8335399" y="3767391"/>
                  <a:ext cx="95641" cy="85020"/>
                </a:xfrm>
                <a:custGeom>
                  <a:rect b="b" l="l" r="r" t="t"/>
                  <a:pathLst>
                    <a:path extrusionOk="0" h="10886" w="12246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1" name="Google Shape;4261;p24"/>
                <p:cNvSpPr/>
                <p:nvPr/>
              </p:nvSpPr>
              <p:spPr>
                <a:xfrm flipH="1">
                  <a:off x="8431015" y="3767391"/>
                  <a:ext cx="74390" cy="85020"/>
                </a:xfrm>
                <a:custGeom>
                  <a:rect b="b" l="l" r="r" t="t"/>
                  <a:pathLst>
                    <a:path extrusionOk="0" h="10886" w="9525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2" name="Google Shape;4262;p24"/>
                <p:cNvSpPr/>
                <p:nvPr/>
              </p:nvSpPr>
              <p:spPr>
                <a:xfrm flipH="1">
                  <a:off x="8505377" y="3767391"/>
                  <a:ext cx="85012" cy="85020"/>
                </a:xfrm>
                <a:custGeom>
                  <a:rect b="b" l="l" r="r" t="t"/>
                  <a:pathLst>
                    <a:path extrusionOk="0" h="10886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3" name="Google Shape;4263;p24"/>
                <p:cNvSpPr/>
                <p:nvPr/>
              </p:nvSpPr>
              <p:spPr>
                <a:xfrm flipH="1">
                  <a:off x="8590359" y="3767391"/>
                  <a:ext cx="95641" cy="85020"/>
                </a:xfrm>
                <a:custGeom>
                  <a:rect b="b" l="l" r="r" t="t"/>
                  <a:pathLst>
                    <a:path extrusionOk="0" h="10886" w="12246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4" name="Google Shape;4264;p24"/>
                <p:cNvSpPr/>
                <p:nvPr/>
              </p:nvSpPr>
              <p:spPr>
                <a:xfrm flipH="1">
                  <a:off x="8176054" y="3671779"/>
                  <a:ext cx="74390" cy="95641"/>
                </a:xfrm>
                <a:custGeom>
                  <a:rect b="b" l="l" r="r" t="t"/>
                  <a:pathLst>
                    <a:path extrusionOk="0" h="12246" w="9525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5" name="Google Shape;4265;p24"/>
                <p:cNvSpPr/>
                <p:nvPr/>
              </p:nvSpPr>
              <p:spPr>
                <a:xfrm flipH="1">
                  <a:off x="8250417" y="3671779"/>
                  <a:ext cx="85012" cy="95641"/>
                </a:xfrm>
                <a:custGeom>
                  <a:rect b="b" l="l" r="r" t="t"/>
                  <a:pathLst>
                    <a:path extrusionOk="0" h="12246" w="10885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6" name="Google Shape;4266;p24"/>
                <p:cNvSpPr/>
                <p:nvPr/>
              </p:nvSpPr>
              <p:spPr>
                <a:xfrm flipH="1">
                  <a:off x="8335399" y="3671779"/>
                  <a:ext cx="95641" cy="95641"/>
                </a:xfrm>
                <a:custGeom>
                  <a:rect b="b" l="l" r="r" t="t"/>
                  <a:pathLst>
                    <a:path extrusionOk="0" h="12246" w="12246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7" name="Google Shape;4267;p24"/>
                <p:cNvSpPr/>
                <p:nvPr/>
              </p:nvSpPr>
              <p:spPr>
                <a:xfrm flipH="1">
                  <a:off x="8431015" y="3671779"/>
                  <a:ext cx="74390" cy="95641"/>
                </a:xfrm>
                <a:custGeom>
                  <a:rect b="b" l="l" r="r" t="t"/>
                  <a:pathLst>
                    <a:path extrusionOk="0" h="12246" w="9525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8" name="Google Shape;4268;p24"/>
                <p:cNvSpPr/>
                <p:nvPr/>
              </p:nvSpPr>
              <p:spPr>
                <a:xfrm flipH="1">
                  <a:off x="8505377" y="3671779"/>
                  <a:ext cx="85012" cy="95641"/>
                </a:xfrm>
                <a:custGeom>
                  <a:rect b="b" l="l" r="r" t="t"/>
                  <a:pathLst>
                    <a:path extrusionOk="0" h="12246" w="10885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9" name="Google Shape;4269;p24"/>
                <p:cNvSpPr/>
                <p:nvPr/>
              </p:nvSpPr>
              <p:spPr>
                <a:xfrm flipH="1">
                  <a:off x="8590359" y="3671779"/>
                  <a:ext cx="95641" cy="95641"/>
                </a:xfrm>
                <a:custGeom>
                  <a:rect b="b" l="l" r="r" t="t"/>
                  <a:pathLst>
                    <a:path extrusionOk="0" h="12246" w="12246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0" name="Google Shape;4270;p24"/>
                <p:cNvSpPr/>
                <p:nvPr/>
              </p:nvSpPr>
              <p:spPr>
                <a:xfrm flipH="1">
                  <a:off x="8080438" y="3597414"/>
                  <a:ext cx="95649" cy="74390"/>
                </a:xfrm>
                <a:custGeom>
                  <a:rect b="b" l="l" r="r" t="t"/>
                  <a:pathLst>
                    <a:path extrusionOk="0" h="9525" w="12247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1" name="Google Shape;4271;p24"/>
                <p:cNvSpPr/>
                <p:nvPr/>
              </p:nvSpPr>
              <p:spPr>
                <a:xfrm flipH="1">
                  <a:off x="8176054" y="3597414"/>
                  <a:ext cx="74390" cy="74390"/>
                </a:xfrm>
                <a:custGeom>
                  <a:rect b="b" l="l" r="r" t="t"/>
                  <a:pathLst>
                    <a:path extrusionOk="0" h="9525" w="9525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2" name="Google Shape;4272;p24"/>
                <p:cNvSpPr/>
                <p:nvPr/>
              </p:nvSpPr>
              <p:spPr>
                <a:xfrm flipH="1">
                  <a:off x="8250417" y="3597414"/>
                  <a:ext cx="85012" cy="74390"/>
                </a:xfrm>
                <a:custGeom>
                  <a:rect b="b" l="l" r="r" t="t"/>
                  <a:pathLst>
                    <a:path extrusionOk="0" h="9525" w="10885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3" name="Google Shape;4273;p24"/>
                <p:cNvSpPr/>
                <p:nvPr/>
              </p:nvSpPr>
              <p:spPr>
                <a:xfrm flipH="1">
                  <a:off x="8335399" y="3597414"/>
                  <a:ext cx="95641" cy="74390"/>
                </a:xfrm>
                <a:custGeom>
                  <a:rect b="b" l="l" r="r" t="t"/>
                  <a:pathLst>
                    <a:path extrusionOk="0" h="9525" w="12246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4" name="Google Shape;4274;p24"/>
                <p:cNvSpPr/>
                <p:nvPr/>
              </p:nvSpPr>
              <p:spPr>
                <a:xfrm flipH="1">
                  <a:off x="8431015" y="3597414"/>
                  <a:ext cx="74390" cy="74390"/>
                </a:xfrm>
                <a:custGeom>
                  <a:rect b="b" l="l" r="r" t="t"/>
                  <a:pathLst>
                    <a:path extrusionOk="0" h="9525" w="9525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5" name="Google Shape;4275;p24"/>
                <p:cNvSpPr/>
                <p:nvPr/>
              </p:nvSpPr>
              <p:spPr>
                <a:xfrm flipH="1">
                  <a:off x="8505377" y="3597414"/>
                  <a:ext cx="85012" cy="74390"/>
                </a:xfrm>
                <a:custGeom>
                  <a:rect b="b" l="l" r="r" t="t"/>
                  <a:pathLst>
                    <a:path extrusionOk="0" h="9525" w="10885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6" name="Google Shape;4276;p24"/>
                <p:cNvSpPr/>
                <p:nvPr/>
              </p:nvSpPr>
              <p:spPr>
                <a:xfrm flipH="1">
                  <a:off x="8590359" y="3597414"/>
                  <a:ext cx="95641" cy="74390"/>
                </a:xfrm>
                <a:custGeom>
                  <a:rect b="b" l="l" r="r" t="t"/>
                  <a:pathLst>
                    <a:path extrusionOk="0" h="9525" w="12246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7" name="Google Shape;4277;p24"/>
                <p:cNvSpPr/>
                <p:nvPr/>
              </p:nvSpPr>
              <p:spPr>
                <a:xfrm flipH="1">
                  <a:off x="8685973" y="3693026"/>
                  <a:ext cx="85012" cy="74390"/>
                </a:xfrm>
                <a:custGeom>
                  <a:rect b="b" l="l" r="r" t="t"/>
                  <a:pathLst>
                    <a:path extrusionOk="0" h="9525" w="10885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8" name="Google Shape;4278;p24"/>
                <p:cNvSpPr/>
                <p:nvPr/>
              </p:nvSpPr>
              <p:spPr>
                <a:xfrm flipH="1">
                  <a:off x="8685973" y="3852383"/>
                  <a:ext cx="85012" cy="85012"/>
                </a:xfrm>
                <a:custGeom>
                  <a:rect b="b" l="l" r="r" t="t"/>
                  <a:pathLst>
                    <a:path extrusionOk="0" h="10885" w="10885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9" name="Google Shape;4279;p24"/>
                <p:cNvSpPr/>
                <p:nvPr/>
              </p:nvSpPr>
              <p:spPr>
                <a:xfrm flipH="1">
                  <a:off x="8685973" y="3937368"/>
                  <a:ext cx="85012" cy="85012"/>
                </a:xfrm>
                <a:custGeom>
                  <a:rect b="b" l="l" r="r" t="t"/>
                  <a:pathLst>
                    <a:path extrusionOk="0" h="10885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0" name="Google Shape;4280;p24"/>
                <p:cNvSpPr/>
                <p:nvPr/>
              </p:nvSpPr>
              <p:spPr>
                <a:xfrm flipH="1">
                  <a:off x="8685973" y="4022352"/>
                  <a:ext cx="85012" cy="85020"/>
                </a:xfrm>
                <a:custGeom>
                  <a:rect b="b" l="l" r="r" t="t"/>
                  <a:pathLst>
                    <a:path extrusionOk="0" h="10886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1" name="Google Shape;4281;p24"/>
                <p:cNvSpPr/>
                <p:nvPr/>
              </p:nvSpPr>
              <p:spPr>
                <a:xfrm flipH="1">
                  <a:off x="8685973" y="4107344"/>
                  <a:ext cx="85012" cy="85012"/>
                </a:xfrm>
                <a:custGeom>
                  <a:rect b="b" l="l" r="r" t="t"/>
                  <a:pathLst>
                    <a:path extrusionOk="0" h="10885" w="10885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2" name="Google Shape;4282;p24"/>
                <p:cNvSpPr/>
                <p:nvPr/>
              </p:nvSpPr>
              <p:spPr>
                <a:xfrm flipH="1">
                  <a:off x="8685973" y="4192329"/>
                  <a:ext cx="85012" cy="85020"/>
                </a:xfrm>
                <a:custGeom>
                  <a:rect b="b" l="l" r="r" t="t"/>
                  <a:pathLst>
                    <a:path extrusionOk="0" h="10886" w="10885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3" name="Google Shape;4283;p24"/>
                <p:cNvSpPr/>
                <p:nvPr/>
              </p:nvSpPr>
              <p:spPr>
                <a:xfrm flipH="1">
                  <a:off x="8080438" y="3501811"/>
                  <a:ext cx="95649" cy="95633"/>
                </a:xfrm>
                <a:custGeom>
                  <a:rect b="b" l="l" r="r" t="t"/>
                  <a:pathLst>
                    <a:path extrusionOk="0" h="12245" w="12247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4" name="Google Shape;4284;p24"/>
                <p:cNvSpPr/>
                <p:nvPr/>
              </p:nvSpPr>
              <p:spPr>
                <a:xfrm flipH="1">
                  <a:off x="8335399" y="3501811"/>
                  <a:ext cx="95641" cy="95633"/>
                </a:xfrm>
                <a:custGeom>
                  <a:rect b="b" l="l" r="r" t="t"/>
                  <a:pathLst>
                    <a:path extrusionOk="0" h="12245" w="12246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5" name="Google Shape;4285;p24"/>
                <p:cNvSpPr/>
                <p:nvPr/>
              </p:nvSpPr>
              <p:spPr>
                <a:xfrm flipH="1">
                  <a:off x="8431015" y="3501811"/>
                  <a:ext cx="74390" cy="95633"/>
                </a:xfrm>
                <a:custGeom>
                  <a:rect b="b" l="l" r="r" t="t"/>
                  <a:pathLst>
                    <a:path extrusionOk="0" h="12245" w="9525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6" name="Google Shape;4286;p24"/>
                <p:cNvSpPr/>
                <p:nvPr/>
              </p:nvSpPr>
              <p:spPr>
                <a:xfrm flipH="1">
                  <a:off x="8505377" y="3501811"/>
                  <a:ext cx="85012" cy="95633"/>
                </a:xfrm>
                <a:custGeom>
                  <a:rect b="b" l="l" r="r" t="t"/>
                  <a:pathLst>
                    <a:path extrusionOk="0" h="12245" w="10885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7" name="Google Shape;4287;p24"/>
                <p:cNvSpPr/>
                <p:nvPr/>
              </p:nvSpPr>
              <p:spPr>
                <a:xfrm flipH="1">
                  <a:off x="8590359" y="3501811"/>
                  <a:ext cx="95641" cy="95633"/>
                </a:xfrm>
                <a:custGeom>
                  <a:rect b="b" l="l" r="r" t="t"/>
                  <a:pathLst>
                    <a:path extrusionOk="0" h="12245" w="12246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288" name="Google Shape;4288;p24"/>
            <p:cNvGrpSpPr/>
            <p:nvPr/>
          </p:nvGrpSpPr>
          <p:grpSpPr>
            <a:xfrm>
              <a:off x="414191" y="3387487"/>
              <a:ext cx="636299" cy="675799"/>
              <a:chOff x="6163859" y="4325295"/>
              <a:chExt cx="1007280" cy="1069810"/>
            </a:xfrm>
          </p:grpSpPr>
          <p:sp>
            <p:nvSpPr>
              <p:cNvPr id="4289" name="Google Shape;4289;p24"/>
              <p:cNvSpPr/>
              <p:nvPr/>
            </p:nvSpPr>
            <p:spPr>
              <a:xfrm>
                <a:off x="6719586" y="5332558"/>
                <a:ext cx="62541" cy="62546"/>
              </a:xfrm>
              <a:custGeom>
                <a:rect b="b" l="l" r="r" t="t"/>
                <a:pathLst>
                  <a:path extrusionOk="0" h="12246" w="12245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0" name="Google Shape;4290;p24"/>
              <p:cNvSpPr/>
              <p:nvPr/>
            </p:nvSpPr>
            <p:spPr>
              <a:xfrm>
                <a:off x="6670963" y="5332558"/>
                <a:ext cx="48644" cy="62546"/>
              </a:xfrm>
              <a:custGeom>
                <a:rect b="b" l="l" r="r" t="t"/>
                <a:pathLst>
                  <a:path extrusionOk="0" h="12246" w="9524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1" name="Google Shape;4291;p24"/>
              <p:cNvSpPr/>
              <p:nvPr/>
            </p:nvSpPr>
            <p:spPr>
              <a:xfrm>
                <a:off x="6615387" y="5332558"/>
                <a:ext cx="55600" cy="62546"/>
              </a:xfrm>
              <a:custGeom>
                <a:rect b="b" l="l" r="r" t="t"/>
                <a:pathLst>
                  <a:path extrusionOk="0" h="12246" w="10886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2" name="Google Shape;4292;p24"/>
              <p:cNvSpPr/>
              <p:nvPr/>
            </p:nvSpPr>
            <p:spPr>
              <a:xfrm>
                <a:off x="6552862" y="5332558"/>
                <a:ext cx="62552" cy="62546"/>
              </a:xfrm>
              <a:custGeom>
                <a:rect b="b" l="l" r="r" t="t"/>
                <a:pathLst>
                  <a:path extrusionOk="0" h="12246" w="12247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3" name="Google Shape;4293;p24"/>
              <p:cNvSpPr/>
              <p:nvPr/>
            </p:nvSpPr>
            <p:spPr>
              <a:xfrm>
                <a:off x="6719586" y="5276982"/>
                <a:ext cx="62541" cy="55600"/>
              </a:xfrm>
              <a:custGeom>
                <a:rect b="b" l="l" r="r" t="t"/>
                <a:pathLst>
                  <a:path extrusionOk="0" h="10886" w="12245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4" name="Google Shape;4294;p24"/>
              <p:cNvSpPr/>
              <p:nvPr/>
            </p:nvSpPr>
            <p:spPr>
              <a:xfrm>
                <a:off x="6670963" y="5276982"/>
                <a:ext cx="48644" cy="55600"/>
              </a:xfrm>
              <a:custGeom>
                <a:rect b="b" l="l" r="r" t="t"/>
                <a:pathLst>
                  <a:path extrusionOk="0" h="10886" w="9524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5" name="Google Shape;4295;p24"/>
              <p:cNvSpPr/>
              <p:nvPr/>
            </p:nvSpPr>
            <p:spPr>
              <a:xfrm>
                <a:off x="6615387" y="5276982"/>
                <a:ext cx="55600" cy="5560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6" name="Google Shape;4296;p24"/>
              <p:cNvSpPr/>
              <p:nvPr/>
            </p:nvSpPr>
            <p:spPr>
              <a:xfrm>
                <a:off x="6552862" y="5276982"/>
                <a:ext cx="62552" cy="55600"/>
              </a:xfrm>
              <a:custGeom>
                <a:rect b="b" l="l" r="r" t="t"/>
                <a:pathLst>
                  <a:path extrusionOk="0" h="10886" w="12247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7" name="Google Shape;4297;p24"/>
              <p:cNvSpPr/>
              <p:nvPr/>
            </p:nvSpPr>
            <p:spPr>
              <a:xfrm>
                <a:off x="6719586" y="5221411"/>
                <a:ext cx="62541" cy="55595"/>
              </a:xfrm>
              <a:custGeom>
                <a:rect b="b" l="l" r="r" t="t"/>
                <a:pathLst>
                  <a:path extrusionOk="0" h="10885" w="12245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8" name="Google Shape;4298;p24"/>
              <p:cNvSpPr/>
              <p:nvPr/>
            </p:nvSpPr>
            <p:spPr>
              <a:xfrm>
                <a:off x="6670963" y="5221411"/>
                <a:ext cx="48644" cy="55595"/>
              </a:xfrm>
              <a:custGeom>
                <a:rect b="b" l="l" r="r" t="t"/>
                <a:pathLst>
                  <a:path extrusionOk="0" h="10885" w="9524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9" name="Google Shape;4299;p24"/>
              <p:cNvSpPr/>
              <p:nvPr/>
            </p:nvSpPr>
            <p:spPr>
              <a:xfrm>
                <a:off x="6615387" y="5221411"/>
                <a:ext cx="55600" cy="55595"/>
              </a:xfrm>
              <a:custGeom>
                <a:rect b="b" l="l" r="r" t="t"/>
                <a:pathLst>
                  <a:path extrusionOk="0" h="10885" w="10886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0" name="Google Shape;4300;p24"/>
              <p:cNvSpPr/>
              <p:nvPr/>
            </p:nvSpPr>
            <p:spPr>
              <a:xfrm>
                <a:off x="6552862" y="5221411"/>
                <a:ext cx="62552" cy="55595"/>
              </a:xfrm>
              <a:custGeom>
                <a:rect b="b" l="l" r="r" t="t"/>
                <a:pathLst>
                  <a:path extrusionOk="0" h="10885" w="12247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1" name="Google Shape;4301;p24"/>
              <p:cNvSpPr/>
              <p:nvPr/>
            </p:nvSpPr>
            <p:spPr>
              <a:xfrm>
                <a:off x="6719586" y="5165834"/>
                <a:ext cx="62541" cy="55600"/>
              </a:xfrm>
              <a:custGeom>
                <a:rect b="b" l="l" r="r" t="t"/>
                <a:pathLst>
                  <a:path extrusionOk="0" h="10886" w="12245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2" name="Google Shape;4302;p24"/>
              <p:cNvSpPr/>
              <p:nvPr/>
            </p:nvSpPr>
            <p:spPr>
              <a:xfrm>
                <a:off x="6670963" y="5165834"/>
                <a:ext cx="48644" cy="55600"/>
              </a:xfrm>
              <a:custGeom>
                <a:rect b="b" l="l" r="r" t="t"/>
                <a:pathLst>
                  <a:path extrusionOk="0" h="10886" w="9524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3" name="Google Shape;4303;p24"/>
              <p:cNvSpPr/>
              <p:nvPr/>
            </p:nvSpPr>
            <p:spPr>
              <a:xfrm>
                <a:off x="6615387" y="5165834"/>
                <a:ext cx="55600" cy="5560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4" name="Google Shape;4304;p24"/>
              <p:cNvSpPr/>
              <p:nvPr/>
            </p:nvSpPr>
            <p:spPr>
              <a:xfrm>
                <a:off x="6552862" y="5165834"/>
                <a:ext cx="62552" cy="55600"/>
              </a:xfrm>
              <a:custGeom>
                <a:rect b="b" l="l" r="r" t="t"/>
                <a:pathLst>
                  <a:path extrusionOk="0" h="10886" w="12247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5" name="Google Shape;4305;p24"/>
              <p:cNvSpPr/>
              <p:nvPr/>
            </p:nvSpPr>
            <p:spPr>
              <a:xfrm>
                <a:off x="6719586" y="5110263"/>
                <a:ext cx="62541" cy="55595"/>
              </a:xfrm>
              <a:custGeom>
                <a:rect b="b" l="l" r="r" t="t"/>
                <a:pathLst>
                  <a:path extrusionOk="0" h="10885" w="12245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6" name="Google Shape;4306;p24"/>
              <p:cNvSpPr/>
              <p:nvPr/>
            </p:nvSpPr>
            <p:spPr>
              <a:xfrm>
                <a:off x="6670963" y="5110263"/>
                <a:ext cx="48644" cy="55595"/>
              </a:xfrm>
              <a:custGeom>
                <a:rect b="b" l="l" r="r" t="t"/>
                <a:pathLst>
                  <a:path extrusionOk="0" h="10885" w="9524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7" name="Google Shape;4307;p24"/>
              <p:cNvSpPr/>
              <p:nvPr/>
            </p:nvSpPr>
            <p:spPr>
              <a:xfrm>
                <a:off x="6615387" y="5110263"/>
                <a:ext cx="55600" cy="55595"/>
              </a:xfrm>
              <a:custGeom>
                <a:rect b="b" l="l" r="r" t="t"/>
                <a:pathLst>
                  <a:path extrusionOk="0" h="10885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8" name="Google Shape;4308;p24"/>
              <p:cNvSpPr/>
              <p:nvPr/>
            </p:nvSpPr>
            <p:spPr>
              <a:xfrm>
                <a:off x="6552862" y="5110263"/>
                <a:ext cx="62552" cy="55595"/>
              </a:xfrm>
              <a:custGeom>
                <a:rect b="b" l="l" r="r" t="t"/>
                <a:pathLst>
                  <a:path extrusionOk="0" h="10885" w="12247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9" name="Google Shape;4309;p24"/>
              <p:cNvSpPr/>
              <p:nvPr/>
            </p:nvSpPr>
            <p:spPr>
              <a:xfrm>
                <a:off x="6837677" y="5054691"/>
                <a:ext cx="55595" cy="55595"/>
              </a:xfrm>
              <a:custGeom>
                <a:rect b="b" l="l" r="r" t="t"/>
                <a:pathLst>
                  <a:path extrusionOk="0" h="10885" w="10885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0" name="Google Shape;4310;p24"/>
              <p:cNvSpPr/>
              <p:nvPr/>
            </p:nvSpPr>
            <p:spPr>
              <a:xfrm>
                <a:off x="6782101" y="5054691"/>
                <a:ext cx="55600" cy="55595"/>
              </a:xfrm>
              <a:custGeom>
                <a:rect b="b" l="l" r="r" t="t"/>
                <a:pathLst>
                  <a:path extrusionOk="0" h="10885" w="10886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1" name="Google Shape;4311;p24"/>
              <p:cNvSpPr/>
              <p:nvPr/>
            </p:nvSpPr>
            <p:spPr>
              <a:xfrm>
                <a:off x="6719586" y="5054691"/>
                <a:ext cx="62541" cy="55595"/>
              </a:xfrm>
              <a:custGeom>
                <a:rect b="b" l="l" r="r" t="t"/>
                <a:pathLst>
                  <a:path extrusionOk="0" h="10885" w="12245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2" name="Google Shape;4312;p24"/>
              <p:cNvSpPr/>
              <p:nvPr/>
            </p:nvSpPr>
            <p:spPr>
              <a:xfrm>
                <a:off x="6670963" y="5054691"/>
                <a:ext cx="48644" cy="55595"/>
              </a:xfrm>
              <a:custGeom>
                <a:rect b="b" l="l" r="r" t="t"/>
                <a:pathLst>
                  <a:path extrusionOk="0" h="10885" w="9524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3" name="Google Shape;4313;p24"/>
              <p:cNvSpPr/>
              <p:nvPr/>
            </p:nvSpPr>
            <p:spPr>
              <a:xfrm>
                <a:off x="6615387" y="5054691"/>
                <a:ext cx="55600" cy="55595"/>
              </a:xfrm>
              <a:custGeom>
                <a:rect b="b" l="l" r="r" t="t"/>
                <a:pathLst>
                  <a:path extrusionOk="0" h="10885" w="10886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4" name="Google Shape;4314;p24"/>
              <p:cNvSpPr/>
              <p:nvPr/>
            </p:nvSpPr>
            <p:spPr>
              <a:xfrm>
                <a:off x="6552862" y="5054691"/>
                <a:ext cx="62552" cy="55595"/>
              </a:xfrm>
              <a:custGeom>
                <a:rect b="b" l="l" r="r" t="t"/>
                <a:pathLst>
                  <a:path extrusionOk="0" h="10885" w="12247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5" name="Google Shape;4315;p24"/>
              <p:cNvSpPr/>
              <p:nvPr/>
            </p:nvSpPr>
            <p:spPr>
              <a:xfrm>
                <a:off x="6504240" y="5054691"/>
                <a:ext cx="48649" cy="55595"/>
              </a:xfrm>
              <a:custGeom>
                <a:rect b="b" l="l" r="r" t="t"/>
                <a:pathLst>
                  <a:path extrusionOk="0" h="10885" w="9525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6" name="Google Shape;4316;p24"/>
              <p:cNvSpPr/>
              <p:nvPr/>
            </p:nvSpPr>
            <p:spPr>
              <a:xfrm>
                <a:off x="6448669" y="5054691"/>
                <a:ext cx="55595" cy="55595"/>
              </a:xfrm>
              <a:custGeom>
                <a:rect b="b" l="l" r="r" t="t"/>
                <a:pathLst>
                  <a:path extrusionOk="0" h="10885" w="10885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7" name="Google Shape;4317;p24"/>
              <p:cNvSpPr/>
              <p:nvPr/>
            </p:nvSpPr>
            <p:spPr>
              <a:xfrm>
                <a:off x="6386148" y="5054691"/>
                <a:ext cx="62546" cy="55595"/>
              </a:xfrm>
              <a:custGeom>
                <a:rect b="b" l="l" r="r" t="t"/>
                <a:pathLst>
                  <a:path extrusionOk="0" h="10885" w="12246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8" name="Google Shape;4318;p24"/>
              <p:cNvSpPr/>
              <p:nvPr/>
            </p:nvSpPr>
            <p:spPr>
              <a:xfrm>
                <a:off x="6837677" y="4999115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9" name="Google Shape;4319;p24"/>
              <p:cNvSpPr/>
              <p:nvPr/>
            </p:nvSpPr>
            <p:spPr>
              <a:xfrm>
                <a:off x="6615387" y="4999115"/>
                <a:ext cx="55600" cy="5560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0" name="Google Shape;4320;p24"/>
              <p:cNvSpPr/>
              <p:nvPr/>
            </p:nvSpPr>
            <p:spPr>
              <a:xfrm>
                <a:off x="6386148" y="4999115"/>
                <a:ext cx="62546" cy="55600"/>
              </a:xfrm>
              <a:custGeom>
                <a:rect b="b" l="l" r="r" t="t"/>
                <a:pathLst>
                  <a:path extrusionOk="0" h="10886" w="12246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1" name="Google Shape;4321;p24"/>
              <p:cNvSpPr/>
              <p:nvPr/>
            </p:nvSpPr>
            <p:spPr>
              <a:xfrm>
                <a:off x="6837677" y="4943544"/>
                <a:ext cx="55595" cy="55595"/>
              </a:xfrm>
              <a:custGeom>
                <a:rect b="b" l="l" r="r" t="t"/>
                <a:pathLst>
                  <a:path extrusionOk="0" h="10885" w="10885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2" name="Google Shape;4322;p24"/>
              <p:cNvSpPr/>
              <p:nvPr/>
            </p:nvSpPr>
            <p:spPr>
              <a:xfrm>
                <a:off x="6615387" y="4943544"/>
                <a:ext cx="55600" cy="55595"/>
              </a:xfrm>
              <a:custGeom>
                <a:rect b="b" l="l" r="r" t="t"/>
                <a:pathLst>
                  <a:path extrusionOk="0" h="10885" w="10886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3" name="Google Shape;4323;p24"/>
              <p:cNvSpPr/>
              <p:nvPr/>
            </p:nvSpPr>
            <p:spPr>
              <a:xfrm>
                <a:off x="6386148" y="4943544"/>
                <a:ext cx="62546" cy="55595"/>
              </a:xfrm>
              <a:custGeom>
                <a:rect b="b" l="l" r="r" t="t"/>
                <a:pathLst>
                  <a:path extrusionOk="0" h="10885" w="12246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4" name="Google Shape;4324;p24"/>
              <p:cNvSpPr/>
              <p:nvPr/>
            </p:nvSpPr>
            <p:spPr>
              <a:xfrm>
                <a:off x="6837677" y="4887972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5" name="Google Shape;4325;p24"/>
              <p:cNvSpPr/>
              <p:nvPr/>
            </p:nvSpPr>
            <p:spPr>
              <a:xfrm>
                <a:off x="6615387" y="4887972"/>
                <a:ext cx="55600" cy="5560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6" name="Google Shape;4326;p24"/>
              <p:cNvSpPr/>
              <p:nvPr/>
            </p:nvSpPr>
            <p:spPr>
              <a:xfrm>
                <a:off x="6386148" y="4887972"/>
                <a:ext cx="62546" cy="55600"/>
              </a:xfrm>
              <a:custGeom>
                <a:rect b="b" l="l" r="r" t="t"/>
                <a:pathLst>
                  <a:path extrusionOk="0" h="10886" w="12246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7" name="Google Shape;4327;p24"/>
              <p:cNvSpPr/>
              <p:nvPr/>
            </p:nvSpPr>
            <p:spPr>
              <a:xfrm>
                <a:off x="7059967" y="4832401"/>
                <a:ext cx="55600" cy="55590"/>
              </a:xfrm>
              <a:custGeom>
                <a:rect b="b" l="l" r="r" t="t"/>
                <a:pathLst>
                  <a:path extrusionOk="0" h="10884" w="10886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8" name="Google Shape;4328;p24"/>
              <p:cNvSpPr/>
              <p:nvPr/>
            </p:nvSpPr>
            <p:spPr>
              <a:xfrm>
                <a:off x="7004396" y="4832401"/>
                <a:ext cx="55595" cy="55590"/>
              </a:xfrm>
              <a:custGeom>
                <a:rect b="b" l="l" r="r" t="t"/>
                <a:pathLst>
                  <a:path extrusionOk="0" h="10884" w="10885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9" name="Google Shape;4329;p24"/>
              <p:cNvSpPr/>
              <p:nvPr/>
            </p:nvSpPr>
            <p:spPr>
              <a:xfrm>
                <a:off x="6948824" y="4832401"/>
                <a:ext cx="55595" cy="55590"/>
              </a:xfrm>
              <a:custGeom>
                <a:rect b="b" l="l" r="r" t="t"/>
                <a:pathLst>
                  <a:path extrusionOk="0" h="10884" w="10885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0" name="Google Shape;4330;p24"/>
              <p:cNvSpPr/>
              <p:nvPr/>
            </p:nvSpPr>
            <p:spPr>
              <a:xfrm>
                <a:off x="6893248" y="4832401"/>
                <a:ext cx="55600" cy="55590"/>
              </a:xfrm>
              <a:custGeom>
                <a:rect b="b" l="l" r="r" t="t"/>
                <a:pathLst>
                  <a:path extrusionOk="0" h="10884" w="10886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1" name="Google Shape;4331;p24"/>
              <p:cNvSpPr/>
              <p:nvPr/>
            </p:nvSpPr>
            <p:spPr>
              <a:xfrm>
                <a:off x="6837677" y="4832401"/>
                <a:ext cx="55595" cy="55590"/>
              </a:xfrm>
              <a:custGeom>
                <a:rect b="b" l="l" r="r" t="t"/>
                <a:pathLst>
                  <a:path extrusionOk="0" h="10884" w="10885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2" name="Google Shape;4332;p24"/>
              <p:cNvSpPr/>
              <p:nvPr/>
            </p:nvSpPr>
            <p:spPr>
              <a:xfrm>
                <a:off x="6782101" y="4832401"/>
                <a:ext cx="55600" cy="55590"/>
              </a:xfrm>
              <a:custGeom>
                <a:rect b="b" l="l" r="r" t="t"/>
                <a:pathLst>
                  <a:path extrusionOk="0" h="10884" w="10886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3" name="Google Shape;4333;p24"/>
              <p:cNvSpPr/>
              <p:nvPr/>
            </p:nvSpPr>
            <p:spPr>
              <a:xfrm>
                <a:off x="6719586" y="4832401"/>
                <a:ext cx="62541" cy="55590"/>
              </a:xfrm>
              <a:custGeom>
                <a:rect b="b" l="l" r="r" t="t"/>
                <a:pathLst>
                  <a:path extrusionOk="0" h="10884" w="12245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4" name="Google Shape;4334;p24"/>
              <p:cNvSpPr/>
              <p:nvPr/>
            </p:nvSpPr>
            <p:spPr>
              <a:xfrm>
                <a:off x="6670963" y="4832401"/>
                <a:ext cx="48644" cy="55590"/>
              </a:xfrm>
              <a:custGeom>
                <a:rect b="b" l="l" r="r" t="t"/>
                <a:pathLst>
                  <a:path extrusionOk="0" h="10884" w="9524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5" name="Google Shape;4335;p24"/>
              <p:cNvSpPr/>
              <p:nvPr/>
            </p:nvSpPr>
            <p:spPr>
              <a:xfrm>
                <a:off x="6615387" y="4832401"/>
                <a:ext cx="55600" cy="55590"/>
              </a:xfrm>
              <a:custGeom>
                <a:rect b="b" l="l" r="r" t="t"/>
                <a:pathLst>
                  <a:path extrusionOk="0" h="10884" w="10886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6" name="Google Shape;4336;p24"/>
              <p:cNvSpPr/>
              <p:nvPr/>
            </p:nvSpPr>
            <p:spPr>
              <a:xfrm>
                <a:off x="6552862" y="4832401"/>
                <a:ext cx="62552" cy="55590"/>
              </a:xfrm>
              <a:custGeom>
                <a:rect b="b" l="l" r="r" t="t"/>
                <a:pathLst>
                  <a:path extrusionOk="0" h="10884" w="12247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7" name="Google Shape;4337;p24"/>
              <p:cNvSpPr/>
              <p:nvPr/>
            </p:nvSpPr>
            <p:spPr>
              <a:xfrm>
                <a:off x="6504240" y="4832401"/>
                <a:ext cx="48649" cy="55590"/>
              </a:xfrm>
              <a:custGeom>
                <a:rect b="b" l="l" r="r" t="t"/>
                <a:pathLst>
                  <a:path extrusionOk="0" h="10884" w="9525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8" name="Google Shape;4338;p24"/>
              <p:cNvSpPr/>
              <p:nvPr/>
            </p:nvSpPr>
            <p:spPr>
              <a:xfrm>
                <a:off x="6448669" y="4832401"/>
                <a:ext cx="55595" cy="55590"/>
              </a:xfrm>
              <a:custGeom>
                <a:rect b="b" l="l" r="r" t="t"/>
                <a:pathLst>
                  <a:path extrusionOk="0" h="10884" w="10885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9" name="Google Shape;4339;p24"/>
              <p:cNvSpPr/>
              <p:nvPr/>
            </p:nvSpPr>
            <p:spPr>
              <a:xfrm>
                <a:off x="6386148" y="4832401"/>
                <a:ext cx="62546" cy="55590"/>
              </a:xfrm>
              <a:custGeom>
                <a:rect b="b" l="l" r="r" t="t"/>
                <a:pathLst>
                  <a:path extrusionOk="0" h="10884" w="12246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0" name="Google Shape;4340;p24"/>
              <p:cNvSpPr/>
              <p:nvPr/>
            </p:nvSpPr>
            <p:spPr>
              <a:xfrm>
                <a:off x="6337521" y="4832401"/>
                <a:ext cx="48649" cy="55590"/>
              </a:xfrm>
              <a:custGeom>
                <a:rect b="b" l="l" r="r" t="t"/>
                <a:pathLst>
                  <a:path extrusionOk="0" h="10884" w="9525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1" name="Google Shape;4341;p24"/>
              <p:cNvSpPr/>
              <p:nvPr/>
            </p:nvSpPr>
            <p:spPr>
              <a:xfrm>
                <a:off x="6281950" y="4832401"/>
                <a:ext cx="55595" cy="55590"/>
              </a:xfrm>
              <a:custGeom>
                <a:rect b="b" l="l" r="r" t="t"/>
                <a:pathLst>
                  <a:path extrusionOk="0" h="10884" w="10885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2" name="Google Shape;4342;p24"/>
              <p:cNvSpPr/>
              <p:nvPr/>
            </p:nvSpPr>
            <p:spPr>
              <a:xfrm>
                <a:off x="6219430" y="4832401"/>
                <a:ext cx="62546" cy="55590"/>
              </a:xfrm>
              <a:custGeom>
                <a:rect b="b" l="l" r="r" t="t"/>
                <a:pathLst>
                  <a:path extrusionOk="0" h="10884" w="12246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3" name="Google Shape;4343;p24"/>
              <p:cNvSpPr/>
              <p:nvPr/>
            </p:nvSpPr>
            <p:spPr>
              <a:xfrm>
                <a:off x="7059967" y="4769881"/>
                <a:ext cx="55600" cy="62546"/>
              </a:xfrm>
              <a:custGeom>
                <a:rect b="b" l="l" r="r" t="t"/>
                <a:pathLst>
                  <a:path extrusionOk="0" h="12246" w="10886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4" name="Google Shape;4344;p24"/>
              <p:cNvSpPr/>
              <p:nvPr/>
            </p:nvSpPr>
            <p:spPr>
              <a:xfrm>
                <a:off x="7004396" y="4769881"/>
                <a:ext cx="55595" cy="62546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5" name="Google Shape;4345;p24"/>
              <p:cNvSpPr/>
              <p:nvPr/>
            </p:nvSpPr>
            <p:spPr>
              <a:xfrm>
                <a:off x="6948824" y="4769881"/>
                <a:ext cx="55595" cy="62546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6" name="Google Shape;4346;p24"/>
              <p:cNvSpPr/>
              <p:nvPr/>
            </p:nvSpPr>
            <p:spPr>
              <a:xfrm>
                <a:off x="6893248" y="4769881"/>
                <a:ext cx="55600" cy="62546"/>
              </a:xfrm>
              <a:custGeom>
                <a:rect b="b" l="l" r="r" t="t"/>
                <a:pathLst>
                  <a:path extrusionOk="0" h="12246" w="10886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7" name="Google Shape;4347;p24"/>
              <p:cNvSpPr/>
              <p:nvPr/>
            </p:nvSpPr>
            <p:spPr>
              <a:xfrm>
                <a:off x="6837677" y="4769881"/>
                <a:ext cx="55595" cy="62546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8" name="Google Shape;4348;p24"/>
              <p:cNvSpPr/>
              <p:nvPr/>
            </p:nvSpPr>
            <p:spPr>
              <a:xfrm>
                <a:off x="6782101" y="4769881"/>
                <a:ext cx="55600" cy="62546"/>
              </a:xfrm>
              <a:custGeom>
                <a:rect b="b" l="l" r="r" t="t"/>
                <a:pathLst>
                  <a:path extrusionOk="0" h="12246" w="10886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9" name="Google Shape;4349;p24"/>
              <p:cNvSpPr/>
              <p:nvPr/>
            </p:nvSpPr>
            <p:spPr>
              <a:xfrm>
                <a:off x="6719586" y="4769881"/>
                <a:ext cx="62541" cy="62546"/>
              </a:xfrm>
              <a:custGeom>
                <a:rect b="b" l="l" r="r" t="t"/>
                <a:pathLst>
                  <a:path extrusionOk="0" h="12246" w="12245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0" name="Google Shape;4350;p24"/>
              <p:cNvSpPr/>
              <p:nvPr/>
            </p:nvSpPr>
            <p:spPr>
              <a:xfrm>
                <a:off x="6670963" y="4769881"/>
                <a:ext cx="48644" cy="62546"/>
              </a:xfrm>
              <a:custGeom>
                <a:rect b="b" l="l" r="r" t="t"/>
                <a:pathLst>
                  <a:path extrusionOk="0" h="12246" w="9524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1" name="Google Shape;4351;p24"/>
              <p:cNvSpPr/>
              <p:nvPr/>
            </p:nvSpPr>
            <p:spPr>
              <a:xfrm>
                <a:off x="6615387" y="4769881"/>
                <a:ext cx="55600" cy="62546"/>
              </a:xfrm>
              <a:custGeom>
                <a:rect b="b" l="l" r="r" t="t"/>
                <a:pathLst>
                  <a:path extrusionOk="0" h="12246" w="10886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2" name="Google Shape;4352;p24"/>
              <p:cNvSpPr/>
              <p:nvPr/>
            </p:nvSpPr>
            <p:spPr>
              <a:xfrm>
                <a:off x="6552862" y="4769881"/>
                <a:ext cx="62552" cy="62546"/>
              </a:xfrm>
              <a:custGeom>
                <a:rect b="b" l="l" r="r" t="t"/>
                <a:pathLst>
                  <a:path extrusionOk="0" h="12246" w="12247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3" name="Google Shape;4353;p24"/>
              <p:cNvSpPr/>
              <p:nvPr/>
            </p:nvSpPr>
            <p:spPr>
              <a:xfrm>
                <a:off x="6504240" y="4769881"/>
                <a:ext cx="48649" cy="62546"/>
              </a:xfrm>
              <a:custGeom>
                <a:rect b="b" l="l" r="r" t="t"/>
                <a:pathLst>
                  <a:path extrusionOk="0" h="12246" w="9525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4" name="Google Shape;4354;p24"/>
              <p:cNvSpPr/>
              <p:nvPr/>
            </p:nvSpPr>
            <p:spPr>
              <a:xfrm>
                <a:off x="6448669" y="4769881"/>
                <a:ext cx="55595" cy="62546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5" name="Google Shape;4355;p24"/>
              <p:cNvSpPr/>
              <p:nvPr/>
            </p:nvSpPr>
            <p:spPr>
              <a:xfrm>
                <a:off x="6386148" y="4769881"/>
                <a:ext cx="62546" cy="62546"/>
              </a:xfrm>
              <a:custGeom>
                <a:rect b="b" l="l" r="r" t="t"/>
                <a:pathLst>
                  <a:path extrusionOk="0" h="12246" w="12246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6" name="Google Shape;4356;p24"/>
              <p:cNvSpPr/>
              <p:nvPr/>
            </p:nvSpPr>
            <p:spPr>
              <a:xfrm>
                <a:off x="6337521" y="4769881"/>
                <a:ext cx="48649" cy="62546"/>
              </a:xfrm>
              <a:custGeom>
                <a:rect b="b" l="l" r="r" t="t"/>
                <a:pathLst>
                  <a:path extrusionOk="0" h="12246" w="9525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7" name="Google Shape;4357;p24"/>
              <p:cNvSpPr/>
              <p:nvPr/>
            </p:nvSpPr>
            <p:spPr>
              <a:xfrm>
                <a:off x="6281950" y="4769881"/>
                <a:ext cx="55595" cy="62546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8" name="Google Shape;4358;p24"/>
              <p:cNvSpPr/>
              <p:nvPr/>
            </p:nvSpPr>
            <p:spPr>
              <a:xfrm>
                <a:off x="6219430" y="4769881"/>
                <a:ext cx="62546" cy="62546"/>
              </a:xfrm>
              <a:custGeom>
                <a:rect b="b" l="l" r="r" t="t"/>
                <a:pathLst>
                  <a:path extrusionOk="0" h="12246" w="12246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9" name="Google Shape;4359;p24"/>
              <p:cNvSpPr/>
              <p:nvPr/>
            </p:nvSpPr>
            <p:spPr>
              <a:xfrm>
                <a:off x="7059967" y="4721253"/>
                <a:ext cx="55600" cy="48649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0" name="Google Shape;4360;p24"/>
              <p:cNvSpPr/>
              <p:nvPr/>
            </p:nvSpPr>
            <p:spPr>
              <a:xfrm>
                <a:off x="7004396" y="4721253"/>
                <a:ext cx="55595" cy="48649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1" name="Google Shape;4361;p24"/>
              <p:cNvSpPr/>
              <p:nvPr/>
            </p:nvSpPr>
            <p:spPr>
              <a:xfrm>
                <a:off x="6948824" y="4721253"/>
                <a:ext cx="55595" cy="48649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2" name="Google Shape;4362;p24"/>
              <p:cNvSpPr/>
              <p:nvPr/>
            </p:nvSpPr>
            <p:spPr>
              <a:xfrm>
                <a:off x="6893248" y="4721253"/>
                <a:ext cx="55600" cy="48649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3" name="Google Shape;4363;p24"/>
              <p:cNvSpPr/>
              <p:nvPr/>
            </p:nvSpPr>
            <p:spPr>
              <a:xfrm>
                <a:off x="6837677" y="4721253"/>
                <a:ext cx="55595" cy="48649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4" name="Google Shape;4364;p24"/>
              <p:cNvSpPr/>
              <p:nvPr/>
            </p:nvSpPr>
            <p:spPr>
              <a:xfrm>
                <a:off x="6782101" y="4721253"/>
                <a:ext cx="55600" cy="48649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5" name="Google Shape;4365;p24"/>
              <p:cNvSpPr/>
              <p:nvPr/>
            </p:nvSpPr>
            <p:spPr>
              <a:xfrm>
                <a:off x="6719586" y="4721253"/>
                <a:ext cx="62541" cy="48649"/>
              </a:xfrm>
              <a:custGeom>
                <a:rect b="b" l="l" r="r" t="t"/>
                <a:pathLst>
                  <a:path extrusionOk="0" h="9525" w="12245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6" name="Google Shape;4366;p24"/>
              <p:cNvSpPr/>
              <p:nvPr/>
            </p:nvSpPr>
            <p:spPr>
              <a:xfrm>
                <a:off x="6670963" y="4721253"/>
                <a:ext cx="48644" cy="48649"/>
              </a:xfrm>
              <a:custGeom>
                <a:rect b="b" l="l" r="r" t="t"/>
                <a:pathLst>
                  <a:path extrusionOk="0" h="9525" w="9524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7" name="Google Shape;4367;p24"/>
              <p:cNvSpPr/>
              <p:nvPr/>
            </p:nvSpPr>
            <p:spPr>
              <a:xfrm>
                <a:off x="6615387" y="4721253"/>
                <a:ext cx="55600" cy="48649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8" name="Google Shape;4368;p24"/>
              <p:cNvSpPr/>
              <p:nvPr/>
            </p:nvSpPr>
            <p:spPr>
              <a:xfrm>
                <a:off x="6552862" y="4721253"/>
                <a:ext cx="62552" cy="48649"/>
              </a:xfrm>
              <a:custGeom>
                <a:rect b="b" l="l" r="r" t="t"/>
                <a:pathLst>
                  <a:path extrusionOk="0" h="9525" w="12247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9" name="Google Shape;4369;p24"/>
              <p:cNvSpPr/>
              <p:nvPr/>
            </p:nvSpPr>
            <p:spPr>
              <a:xfrm>
                <a:off x="6504240" y="4721253"/>
                <a:ext cx="48649" cy="48649"/>
              </a:xfrm>
              <a:custGeom>
                <a:rect b="b" l="l" r="r" t="t"/>
                <a:pathLst>
                  <a:path extrusionOk="0" h="9525" w="9525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0" name="Google Shape;4370;p24"/>
              <p:cNvSpPr/>
              <p:nvPr/>
            </p:nvSpPr>
            <p:spPr>
              <a:xfrm>
                <a:off x="6448669" y="4721253"/>
                <a:ext cx="55595" cy="48649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1" name="Google Shape;4371;p24"/>
              <p:cNvSpPr/>
              <p:nvPr/>
            </p:nvSpPr>
            <p:spPr>
              <a:xfrm>
                <a:off x="6386148" y="4721253"/>
                <a:ext cx="62546" cy="48649"/>
              </a:xfrm>
              <a:custGeom>
                <a:rect b="b" l="l" r="r" t="t"/>
                <a:pathLst>
                  <a:path extrusionOk="0" h="9525" w="12246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2" name="Google Shape;4372;p24"/>
              <p:cNvSpPr/>
              <p:nvPr/>
            </p:nvSpPr>
            <p:spPr>
              <a:xfrm>
                <a:off x="6337521" y="4721253"/>
                <a:ext cx="48649" cy="48649"/>
              </a:xfrm>
              <a:custGeom>
                <a:rect b="b" l="l" r="r" t="t"/>
                <a:pathLst>
                  <a:path extrusionOk="0" h="9525" w="9525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3" name="Google Shape;4373;p24"/>
              <p:cNvSpPr/>
              <p:nvPr/>
            </p:nvSpPr>
            <p:spPr>
              <a:xfrm>
                <a:off x="6281950" y="4721253"/>
                <a:ext cx="55595" cy="48649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4" name="Google Shape;4374;p24"/>
              <p:cNvSpPr/>
              <p:nvPr/>
            </p:nvSpPr>
            <p:spPr>
              <a:xfrm>
                <a:off x="6219430" y="4721253"/>
                <a:ext cx="62546" cy="48649"/>
              </a:xfrm>
              <a:custGeom>
                <a:rect b="b" l="l" r="r" t="t"/>
                <a:pathLst>
                  <a:path extrusionOk="0" h="9525" w="12246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5" name="Google Shape;4375;p24"/>
              <p:cNvSpPr/>
              <p:nvPr/>
            </p:nvSpPr>
            <p:spPr>
              <a:xfrm>
                <a:off x="7059967" y="4665677"/>
                <a:ext cx="55600" cy="5560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6" name="Google Shape;4376;p24"/>
              <p:cNvSpPr/>
              <p:nvPr/>
            </p:nvSpPr>
            <p:spPr>
              <a:xfrm>
                <a:off x="7004396" y="4665677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7" name="Google Shape;4377;p24"/>
              <p:cNvSpPr/>
              <p:nvPr/>
            </p:nvSpPr>
            <p:spPr>
              <a:xfrm>
                <a:off x="6948824" y="4665677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8" name="Google Shape;4378;p24"/>
              <p:cNvSpPr/>
              <p:nvPr/>
            </p:nvSpPr>
            <p:spPr>
              <a:xfrm>
                <a:off x="6893248" y="4665677"/>
                <a:ext cx="55600" cy="5560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9" name="Google Shape;4379;p24"/>
              <p:cNvSpPr/>
              <p:nvPr/>
            </p:nvSpPr>
            <p:spPr>
              <a:xfrm>
                <a:off x="6837677" y="4665677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0" name="Google Shape;4380;p24"/>
              <p:cNvSpPr/>
              <p:nvPr/>
            </p:nvSpPr>
            <p:spPr>
              <a:xfrm>
                <a:off x="6782101" y="4665677"/>
                <a:ext cx="55600" cy="5560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1" name="Google Shape;4381;p24"/>
              <p:cNvSpPr/>
              <p:nvPr/>
            </p:nvSpPr>
            <p:spPr>
              <a:xfrm>
                <a:off x="6719586" y="4665677"/>
                <a:ext cx="62541" cy="55600"/>
              </a:xfrm>
              <a:custGeom>
                <a:rect b="b" l="l" r="r" t="t"/>
                <a:pathLst>
                  <a:path extrusionOk="0" h="10886" w="12245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2" name="Google Shape;4382;p24"/>
              <p:cNvSpPr/>
              <p:nvPr/>
            </p:nvSpPr>
            <p:spPr>
              <a:xfrm>
                <a:off x="6670963" y="4665677"/>
                <a:ext cx="48644" cy="55600"/>
              </a:xfrm>
              <a:custGeom>
                <a:rect b="b" l="l" r="r" t="t"/>
                <a:pathLst>
                  <a:path extrusionOk="0" h="10886" w="9524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3" name="Google Shape;4383;p24"/>
              <p:cNvSpPr/>
              <p:nvPr/>
            </p:nvSpPr>
            <p:spPr>
              <a:xfrm>
                <a:off x="6615387" y="4665677"/>
                <a:ext cx="55600" cy="5560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4" name="Google Shape;4384;p24"/>
              <p:cNvSpPr/>
              <p:nvPr/>
            </p:nvSpPr>
            <p:spPr>
              <a:xfrm>
                <a:off x="6552862" y="4665677"/>
                <a:ext cx="62552" cy="55600"/>
              </a:xfrm>
              <a:custGeom>
                <a:rect b="b" l="l" r="r" t="t"/>
                <a:pathLst>
                  <a:path extrusionOk="0" h="10886" w="12247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5" name="Google Shape;4385;p24"/>
              <p:cNvSpPr/>
              <p:nvPr/>
            </p:nvSpPr>
            <p:spPr>
              <a:xfrm>
                <a:off x="6504240" y="4665677"/>
                <a:ext cx="48649" cy="55600"/>
              </a:xfrm>
              <a:custGeom>
                <a:rect b="b" l="l" r="r" t="t"/>
                <a:pathLst>
                  <a:path extrusionOk="0" h="10886" w="9525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6" name="Google Shape;4386;p24"/>
              <p:cNvSpPr/>
              <p:nvPr/>
            </p:nvSpPr>
            <p:spPr>
              <a:xfrm>
                <a:off x="6448669" y="4665677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7" name="Google Shape;4387;p24"/>
              <p:cNvSpPr/>
              <p:nvPr/>
            </p:nvSpPr>
            <p:spPr>
              <a:xfrm>
                <a:off x="6386148" y="4665677"/>
                <a:ext cx="62546" cy="55600"/>
              </a:xfrm>
              <a:custGeom>
                <a:rect b="b" l="l" r="r" t="t"/>
                <a:pathLst>
                  <a:path extrusionOk="0" h="10886" w="12246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8" name="Google Shape;4388;p24"/>
              <p:cNvSpPr/>
              <p:nvPr/>
            </p:nvSpPr>
            <p:spPr>
              <a:xfrm>
                <a:off x="6337521" y="4665677"/>
                <a:ext cx="48649" cy="55600"/>
              </a:xfrm>
              <a:custGeom>
                <a:rect b="b" l="l" r="r" t="t"/>
                <a:pathLst>
                  <a:path extrusionOk="0" h="10886" w="9525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9" name="Google Shape;4389;p24"/>
              <p:cNvSpPr/>
              <p:nvPr/>
            </p:nvSpPr>
            <p:spPr>
              <a:xfrm>
                <a:off x="6281950" y="4665677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0" name="Google Shape;4390;p24"/>
              <p:cNvSpPr/>
              <p:nvPr/>
            </p:nvSpPr>
            <p:spPr>
              <a:xfrm>
                <a:off x="6219430" y="4665677"/>
                <a:ext cx="62546" cy="55600"/>
              </a:xfrm>
              <a:custGeom>
                <a:rect b="b" l="l" r="r" t="t"/>
                <a:pathLst>
                  <a:path extrusionOk="0" h="10886" w="12246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1" name="Google Shape;4391;p24"/>
              <p:cNvSpPr/>
              <p:nvPr/>
            </p:nvSpPr>
            <p:spPr>
              <a:xfrm>
                <a:off x="7059967" y="4603162"/>
                <a:ext cx="55600" cy="62541"/>
              </a:xfrm>
              <a:custGeom>
                <a:rect b="b" l="l" r="r" t="t"/>
                <a:pathLst>
                  <a:path extrusionOk="0" h="12245" w="10886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2" name="Google Shape;4392;p24"/>
              <p:cNvSpPr/>
              <p:nvPr/>
            </p:nvSpPr>
            <p:spPr>
              <a:xfrm>
                <a:off x="7004396" y="4603162"/>
                <a:ext cx="55595" cy="62541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3" name="Google Shape;4393;p24"/>
              <p:cNvSpPr/>
              <p:nvPr/>
            </p:nvSpPr>
            <p:spPr>
              <a:xfrm>
                <a:off x="6948824" y="4603162"/>
                <a:ext cx="55595" cy="62541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4" name="Google Shape;4394;p24"/>
              <p:cNvSpPr/>
              <p:nvPr/>
            </p:nvSpPr>
            <p:spPr>
              <a:xfrm>
                <a:off x="6893248" y="4603162"/>
                <a:ext cx="55600" cy="62541"/>
              </a:xfrm>
              <a:custGeom>
                <a:rect b="b" l="l" r="r" t="t"/>
                <a:pathLst>
                  <a:path extrusionOk="0" h="12245" w="10886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5" name="Google Shape;4395;p24"/>
              <p:cNvSpPr/>
              <p:nvPr/>
            </p:nvSpPr>
            <p:spPr>
              <a:xfrm>
                <a:off x="6837677" y="4603162"/>
                <a:ext cx="55595" cy="62541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6" name="Google Shape;4396;p24"/>
              <p:cNvSpPr/>
              <p:nvPr/>
            </p:nvSpPr>
            <p:spPr>
              <a:xfrm>
                <a:off x="6782101" y="4603162"/>
                <a:ext cx="55600" cy="62541"/>
              </a:xfrm>
              <a:custGeom>
                <a:rect b="b" l="l" r="r" t="t"/>
                <a:pathLst>
                  <a:path extrusionOk="0" h="12245" w="10886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7" name="Google Shape;4397;p24"/>
              <p:cNvSpPr/>
              <p:nvPr/>
            </p:nvSpPr>
            <p:spPr>
              <a:xfrm>
                <a:off x="6719586" y="4603162"/>
                <a:ext cx="62541" cy="62541"/>
              </a:xfrm>
              <a:custGeom>
                <a:rect b="b" l="l" r="r" t="t"/>
                <a:pathLst>
                  <a:path extrusionOk="0" h="12245" w="12245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8" name="Google Shape;4398;p24"/>
              <p:cNvSpPr/>
              <p:nvPr/>
            </p:nvSpPr>
            <p:spPr>
              <a:xfrm>
                <a:off x="6670963" y="4603162"/>
                <a:ext cx="48644" cy="62541"/>
              </a:xfrm>
              <a:custGeom>
                <a:rect b="b" l="l" r="r" t="t"/>
                <a:pathLst>
                  <a:path extrusionOk="0" h="12245" w="9524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9" name="Google Shape;4399;p24"/>
              <p:cNvSpPr/>
              <p:nvPr/>
            </p:nvSpPr>
            <p:spPr>
              <a:xfrm>
                <a:off x="6615387" y="4603162"/>
                <a:ext cx="55600" cy="62541"/>
              </a:xfrm>
              <a:custGeom>
                <a:rect b="b" l="l" r="r" t="t"/>
                <a:pathLst>
                  <a:path extrusionOk="0" h="12245" w="10886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0" name="Google Shape;4400;p24"/>
              <p:cNvSpPr/>
              <p:nvPr/>
            </p:nvSpPr>
            <p:spPr>
              <a:xfrm>
                <a:off x="6552862" y="4603162"/>
                <a:ext cx="62552" cy="62541"/>
              </a:xfrm>
              <a:custGeom>
                <a:rect b="b" l="l" r="r" t="t"/>
                <a:pathLst>
                  <a:path extrusionOk="0" h="12245" w="12247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1" name="Google Shape;4401;p24"/>
              <p:cNvSpPr/>
              <p:nvPr/>
            </p:nvSpPr>
            <p:spPr>
              <a:xfrm>
                <a:off x="6504240" y="4603162"/>
                <a:ext cx="48649" cy="62541"/>
              </a:xfrm>
              <a:custGeom>
                <a:rect b="b" l="l" r="r" t="t"/>
                <a:pathLst>
                  <a:path extrusionOk="0" h="12245" w="9525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2" name="Google Shape;4402;p24"/>
              <p:cNvSpPr/>
              <p:nvPr/>
            </p:nvSpPr>
            <p:spPr>
              <a:xfrm>
                <a:off x="6448669" y="4603162"/>
                <a:ext cx="55595" cy="62541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3" name="Google Shape;4403;p24"/>
              <p:cNvSpPr/>
              <p:nvPr/>
            </p:nvSpPr>
            <p:spPr>
              <a:xfrm>
                <a:off x="6386148" y="4603162"/>
                <a:ext cx="62546" cy="62541"/>
              </a:xfrm>
              <a:custGeom>
                <a:rect b="b" l="l" r="r" t="t"/>
                <a:pathLst>
                  <a:path extrusionOk="0" h="12245" w="12246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4" name="Google Shape;4404;p24"/>
              <p:cNvSpPr/>
              <p:nvPr/>
            </p:nvSpPr>
            <p:spPr>
              <a:xfrm>
                <a:off x="6337521" y="4603162"/>
                <a:ext cx="48649" cy="62541"/>
              </a:xfrm>
              <a:custGeom>
                <a:rect b="b" l="l" r="r" t="t"/>
                <a:pathLst>
                  <a:path extrusionOk="0" h="12245" w="9525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5" name="Google Shape;4405;p24"/>
              <p:cNvSpPr/>
              <p:nvPr/>
            </p:nvSpPr>
            <p:spPr>
              <a:xfrm>
                <a:off x="6281950" y="4603162"/>
                <a:ext cx="55595" cy="62541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6" name="Google Shape;4406;p24"/>
              <p:cNvSpPr/>
              <p:nvPr/>
            </p:nvSpPr>
            <p:spPr>
              <a:xfrm>
                <a:off x="6219430" y="4603162"/>
                <a:ext cx="62546" cy="62541"/>
              </a:xfrm>
              <a:custGeom>
                <a:rect b="b" l="l" r="r" t="t"/>
                <a:pathLst>
                  <a:path extrusionOk="0" h="12245" w="12246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7" name="Google Shape;4407;p24"/>
              <p:cNvSpPr/>
              <p:nvPr/>
            </p:nvSpPr>
            <p:spPr>
              <a:xfrm>
                <a:off x="7059967" y="4554534"/>
                <a:ext cx="55600" cy="48649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8" name="Google Shape;4408;p24"/>
              <p:cNvSpPr/>
              <p:nvPr/>
            </p:nvSpPr>
            <p:spPr>
              <a:xfrm>
                <a:off x="7004396" y="4554534"/>
                <a:ext cx="55595" cy="48649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9" name="Google Shape;4409;p24"/>
              <p:cNvSpPr/>
              <p:nvPr/>
            </p:nvSpPr>
            <p:spPr>
              <a:xfrm>
                <a:off x="6948824" y="4554534"/>
                <a:ext cx="55595" cy="48649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0" name="Google Shape;4410;p24"/>
              <p:cNvSpPr/>
              <p:nvPr/>
            </p:nvSpPr>
            <p:spPr>
              <a:xfrm>
                <a:off x="6893248" y="4554534"/>
                <a:ext cx="55600" cy="48649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1" name="Google Shape;4411;p24"/>
              <p:cNvSpPr/>
              <p:nvPr/>
            </p:nvSpPr>
            <p:spPr>
              <a:xfrm>
                <a:off x="6837677" y="4554534"/>
                <a:ext cx="55595" cy="48649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2" name="Google Shape;4412;p24"/>
              <p:cNvSpPr/>
              <p:nvPr/>
            </p:nvSpPr>
            <p:spPr>
              <a:xfrm>
                <a:off x="6782101" y="4554534"/>
                <a:ext cx="55600" cy="48649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3" name="Google Shape;4413;p24"/>
              <p:cNvSpPr/>
              <p:nvPr/>
            </p:nvSpPr>
            <p:spPr>
              <a:xfrm>
                <a:off x="6719586" y="4554534"/>
                <a:ext cx="62541" cy="48649"/>
              </a:xfrm>
              <a:custGeom>
                <a:rect b="b" l="l" r="r" t="t"/>
                <a:pathLst>
                  <a:path extrusionOk="0" h="9525" w="12245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4" name="Google Shape;4414;p24"/>
              <p:cNvSpPr/>
              <p:nvPr/>
            </p:nvSpPr>
            <p:spPr>
              <a:xfrm>
                <a:off x="6670963" y="4554534"/>
                <a:ext cx="48644" cy="48649"/>
              </a:xfrm>
              <a:custGeom>
                <a:rect b="b" l="l" r="r" t="t"/>
                <a:pathLst>
                  <a:path extrusionOk="0" h="9525" w="9524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5" name="Google Shape;4415;p24"/>
              <p:cNvSpPr/>
              <p:nvPr/>
            </p:nvSpPr>
            <p:spPr>
              <a:xfrm>
                <a:off x="6615387" y="4554534"/>
                <a:ext cx="55600" cy="48649"/>
              </a:xfrm>
              <a:custGeom>
                <a:rect b="b" l="l" r="r" t="t"/>
                <a:pathLst>
                  <a:path extrusionOk="0" h="9525" w="10886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6" name="Google Shape;4416;p24"/>
              <p:cNvSpPr/>
              <p:nvPr/>
            </p:nvSpPr>
            <p:spPr>
              <a:xfrm>
                <a:off x="6552862" y="4554534"/>
                <a:ext cx="62552" cy="48649"/>
              </a:xfrm>
              <a:custGeom>
                <a:rect b="b" l="l" r="r" t="t"/>
                <a:pathLst>
                  <a:path extrusionOk="0" h="9525" w="12247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7" name="Google Shape;4417;p24"/>
              <p:cNvSpPr/>
              <p:nvPr/>
            </p:nvSpPr>
            <p:spPr>
              <a:xfrm>
                <a:off x="6504240" y="4554534"/>
                <a:ext cx="48649" cy="48649"/>
              </a:xfrm>
              <a:custGeom>
                <a:rect b="b" l="l" r="r" t="t"/>
                <a:pathLst>
                  <a:path extrusionOk="0" h="9525" w="9525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8" name="Google Shape;4418;p24"/>
              <p:cNvSpPr/>
              <p:nvPr/>
            </p:nvSpPr>
            <p:spPr>
              <a:xfrm>
                <a:off x="6448669" y="4554534"/>
                <a:ext cx="55595" cy="48649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9" name="Google Shape;4419;p24"/>
              <p:cNvSpPr/>
              <p:nvPr/>
            </p:nvSpPr>
            <p:spPr>
              <a:xfrm>
                <a:off x="6386148" y="4554534"/>
                <a:ext cx="62546" cy="48649"/>
              </a:xfrm>
              <a:custGeom>
                <a:rect b="b" l="l" r="r" t="t"/>
                <a:pathLst>
                  <a:path extrusionOk="0" h="9525" w="12246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0" name="Google Shape;4420;p24"/>
              <p:cNvSpPr/>
              <p:nvPr/>
            </p:nvSpPr>
            <p:spPr>
              <a:xfrm>
                <a:off x="6337521" y="4554534"/>
                <a:ext cx="48649" cy="48649"/>
              </a:xfrm>
              <a:custGeom>
                <a:rect b="b" l="l" r="r" t="t"/>
                <a:pathLst>
                  <a:path extrusionOk="0" h="9525" w="9525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1" name="Google Shape;4421;p24"/>
              <p:cNvSpPr/>
              <p:nvPr/>
            </p:nvSpPr>
            <p:spPr>
              <a:xfrm>
                <a:off x="6281950" y="4554534"/>
                <a:ext cx="55595" cy="48649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2" name="Google Shape;4422;p24"/>
              <p:cNvSpPr/>
              <p:nvPr/>
            </p:nvSpPr>
            <p:spPr>
              <a:xfrm>
                <a:off x="6219430" y="4554534"/>
                <a:ext cx="62546" cy="48649"/>
              </a:xfrm>
              <a:custGeom>
                <a:rect b="b" l="l" r="r" t="t"/>
                <a:pathLst>
                  <a:path extrusionOk="0" h="9525" w="12246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3" name="Google Shape;4423;p24"/>
              <p:cNvSpPr/>
              <p:nvPr/>
            </p:nvSpPr>
            <p:spPr>
              <a:xfrm>
                <a:off x="7059967" y="4498958"/>
                <a:ext cx="55600" cy="5560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4" name="Google Shape;4424;p24"/>
              <p:cNvSpPr/>
              <p:nvPr/>
            </p:nvSpPr>
            <p:spPr>
              <a:xfrm>
                <a:off x="7115543" y="4776825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5" name="Google Shape;4425;p24"/>
              <p:cNvSpPr/>
              <p:nvPr/>
            </p:nvSpPr>
            <p:spPr>
              <a:xfrm>
                <a:off x="7115543" y="4728197"/>
                <a:ext cx="55595" cy="48649"/>
              </a:xfrm>
              <a:custGeom>
                <a:rect b="b" l="l" r="r" t="t"/>
                <a:pathLst>
                  <a:path extrusionOk="0" h="9525" w="10885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6" name="Google Shape;4426;p24"/>
              <p:cNvSpPr/>
              <p:nvPr/>
            </p:nvSpPr>
            <p:spPr>
              <a:xfrm>
                <a:off x="7115543" y="4665677"/>
                <a:ext cx="55595" cy="62546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7" name="Google Shape;4427;p24"/>
              <p:cNvSpPr/>
              <p:nvPr/>
            </p:nvSpPr>
            <p:spPr>
              <a:xfrm>
                <a:off x="7115543" y="4610106"/>
                <a:ext cx="55595" cy="55595"/>
              </a:xfrm>
              <a:custGeom>
                <a:rect b="b" l="l" r="r" t="t"/>
                <a:pathLst>
                  <a:path extrusionOk="0" h="10885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8" name="Google Shape;4428;p24"/>
              <p:cNvSpPr/>
              <p:nvPr/>
            </p:nvSpPr>
            <p:spPr>
              <a:xfrm>
                <a:off x="7115543" y="4561478"/>
                <a:ext cx="55595" cy="48649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9" name="Google Shape;4429;p24"/>
              <p:cNvSpPr/>
              <p:nvPr/>
            </p:nvSpPr>
            <p:spPr>
              <a:xfrm>
                <a:off x="7004396" y="4498958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0" name="Google Shape;4430;p24"/>
              <p:cNvSpPr/>
              <p:nvPr/>
            </p:nvSpPr>
            <p:spPr>
              <a:xfrm>
                <a:off x="6948824" y="4498958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1" name="Google Shape;4431;p24"/>
              <p:cNvSpPr/>
              <p:nvPr/>
            </p:nvSpPr>
            <p:spPr>
              <a:xfrm>
                <a:off x="6893248" y="4498958"/>
                <a:ext cx="55600" cy="5560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2" name="Google Shape;4432;p24"/>
              <p:cNvSpPr/>
              <p:nvPr/>
            </p:nvSpPr>
            <p:spPr>
              <a:xfrm>
                <a:off x="6837677" y="4498958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3" name="Google Shape;4433;p24"/>
              <p:cNvSpPr/>
              <p:nvPr/>
            </p:nvSpPr>
            <p:spPr>
              <a:xfrm>
                <a:off x="6782101" y="4498958"/>
                <a:ext cx="55600" cy="5560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4" name="Google Shape;4434;p24"/>
              <p:cNvSpPr/>
              <p:nvPr/>
            </p:nvSpPr>
            <p:spPr>
              <a:xfrm>
                <a:off x="6719586" y="4498958"/>
                <a:ext cx="62541" cy="55600"/>
              </a:xfrm>
              <a:custGeom>
                <a:rect b="b" l="l" r="r" t="t"/>
                <a:pathLst>
                  <a:path extrusionOk="0" h="10886" w="12245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5" name="Google Shape;4435;p24"/>
              <p:cNvSpPr/>
              <p:nvPr/>
            </p:nvSpPr>
            <p:spPr>
              <a:xfrm>
                <a:off x="6670963" y="4498958"/>
                <a:ext cx="48644" cy="55600"/>
              </a:xfrm>
              <a:custGeom>
                <a:rect b="b" l="l" r="r" t="t"/>
                <a:pathLst>
                  <a:path extrusionOk="0" h="10886" w="9524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6" name="Google Shape;4436;p24"/>
              <p:cNvSpPr/>
              <p:nvPr/>
            </p:nvSpPr>
            <p:spPr>
              <a:xfrm>
                <a:off x="6615387" y="4498958"/>
                <a:ext cx="55600" cy="55600"/>
              </a:xfrm>
              <a:custGeom>
                <a:rect b="b" l="l" r="r" t="t"/>
                <a:pathLst>
                  <a:path extrusionOk="0" h="10886" w="10886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7" name="Google Shape;4437;p24"/>
              <p:cNvSpPr/>
              <p:nvPr/>
            </p:nvSpPr>
            <p:spPr>
              <a:xfrm>
                <a:off x="6552862" y="4498958"/>
                <a:ext cx="62552" cy="55600"/>
              </a:xfrm>
              <a:custGeom>
                <a:rect b="b" l="l" r="r" t="t"/>
                <a:pathLst>
                  <a:path extrusionOk="0" h="10886" w="12247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8" name="Google Shape;4438;p24"/>
              <p:cNvSpPr/>
              <p:nvPr/>
            </p:nvSpPr>
            <p:spPr>
              <a:xfrm>
                <a:off x="6504240" y="4498958"/>
                <a:ext cx="48649" cy="55600"/>
              </a:xfrm>
              <a:custGeom>
                <a:rect b="b" l="l" r="r" t="t"/>
                <a:pathLst>
                  <a:path extrusionOk="0" h="10886" w="9525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9" name="Google Shape;4439;p24"/>
              <p:cNvSpPr/>
              <p:nvPr/>
            </p:nvSpPr>
            <p:spPr>
              <a:xfrm>
                <a:off x="6448669" y="4498958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0" name="Google Shape;4440;p24"/>
              <p:cNvSpPr/>
              <p:nvPr/>
            </p:nvSpPr>
            <p:spPr>
              <a:xfrm>
                <a:off x="6386148" y="4498958"/>
                <a:ext cx="62546" cy="55600"/>
              </a:xfrm>
              <a:custGeom>
                <a:rect b="b" l="l" r="r" t="t"/>
                <a:pathLst>
                  <a:path extrusionOk="0" h="10886" w="12246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1" name="Google Shape;4441;p24"/>
              <p:cNvSpPr/>
              <p:nvPr/>
            </p:nvSpPr>
            <p:spPr>
              <a:xfrm>
                <a:off x="6337521" y="4498958"/>
                <a:ext cx="48649" cy="55600"/>
              </a:xfrm>
              <a:custGeom>
                <a:rect b="b" l="l" r="r" t="t"/>
                <a:pathLst>
                  <a:path extrusionOk="0" h="10886" w="9525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2" name="Google Shape;4442;p24"/>
              <p:cNvSpPr/>
              <p:nvPr/>
            </p:nvSpPr>
            <p:spPr>
              <a:xfrm>
                <a:off x="6281950" y="4498958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3" name="Google Shape;4443;p24"/>
              <p:cNvSpPr/>
              <p:nvPr/>
            </p:nvSpPr>
            <p:spPr>
              <a:xfrm>
                <a:off x="6219430" y="4498958"/>
                <a:ext cx="62546" cy="55600"/>
              </a:xfrm>
              <a:custGeom>
                <a:rect b="b" l="l" r="r" t="t"/>
                <a:pathLst>
                  <a:path extrusionOk="0" h="10886" w="12246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4" name="Google Shape;4444;p24"/>
              <p:cNvSpPr/>
              <p:nvPr/>
            </p:nvSpPr>
            <p:spPr>
              <a:xfrm>
                <a:off x="6552862" y="4436437"/>
                <a:ext cx="62552" cy="62546"/>
              </a:xfrm>
              <a:custGeom>
                <a:rect b="b" l="l" r="r" t="t"/>
                <a:pathLst>
                  <a:path extrusionOk="0" h="12246" w="12247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5" name="Google Shape;4445;p24"/>
              <p:cNvSpPr/>
              <p:nvPr/>
            </p:nvSpPr>
            <p:spPr>
              <a:xfrm>
                <a:off x="6504240" y="4436437"/>
                <a:ext cx="48649" cy="62546"/>
              </a:xfrm>
              <a:custGeom>
                <a:rect b="b" l="l" r="r" t="t"/>
                <a:pathLst>
                  <a:path extrusionOk="0" h="12246" w="9525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6" name="Google Shape;4446;p24"/>
              <p:cNvSpPr/>
              <p:nvPr/>
            </p:nvSpPr>
            <p:spPr>
              <a:xfrm>
                <a:off x="6448669" y="4436437"/>
                <a:ext cx="55595" cy="62546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7" name="Google Shape;4447;p24"/>
              <p:cNvSpPr/>
              <p:nvPr/>
            </p:nvSpPr>
            <p:spPr>
              <a:xfrm>
                <a:off x="6386148" y="4436437"/>
                <a:ext cx="62546" cy="62546"/>
              </a:xfrm>
              <a:custGeom>
                <a:rect b="b" l="l" r="r" t="t"/>
                <a:pathLst>
                  <a:path extrusionOk="0" h="12246" w="12246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8" name="Google Shape;4448;p24"/>
              <p:cNvSpPr/>
              <p:nvPr/>
            </p:nvSpPr>
            <p:spPr>
              <a:xfrm>
                <a:off x="6337521" y="4436437"/>
                <a:ext cx="48649" cy="62546"/>
              </a:xfrm>
              <a:custGeom>
                <a:rect b="b" l="l" r="r" t="t"/>
                <a:pathLst>
                  <a:path extrusionOk="0" h="12246" w="9525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9" name="Google Shape;4449;p24"/>
              <p:cNvSpPr/>
              <p:nvPr/>
            </p:nvSpPr>
            <p:spPr>
              <a:xfrm>
                <a:off x="6281950" y="4436437"/>
                <a:ext cx="55595" cy="62546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0" name="Google Shape;4450;p24"/>
              <p:cNvSpPr/>
              <p:nvPr/>
            </p:nvSpPr>
            <p:spPr>
              <a:xfrm>
                <a:off x="6219430" y="4436437"/>
                <a:ext cx="62546" cy="62546"/>
              </a:xfrm>
              <a:custGeom>
                <a:rect b="b" l="l" r="r" t="t"/>
                <a:pathLst>
                  <a:path extrusionOk="0" h="12246" w="12246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1" name="Google Shape;4451;p24"/>
              <p:cNvSpPr/>
              <p:nvPr/>
            </p:nvSpPr>
            <p:spPr>
              <a:xfrm>
                <a:off x="6552862" y="4387810"/>
                <a:ext cx="62552" cy="48649"/>
              </a:xfrm>
              <a:custGeom>
                <a:rect b="b" l="l" r="r" t="t"/>
                <a:pathLst>
                  <a:path extrusionOk="0" h="9525" w="12247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2" name="Google Shape;4452;p24"/>
              <p:cNvSpPr/>
              <p:nvPr/>
            </p:nvSpPr>
            <p:spPr>
              <a:xfrm>
                <a:off x="6504240" y="4387810"/>
                <a:ext cx="48649" cy="48649"/>
              </a:xfrm>
              <a:custGeom>
                <a:rect b="b" l="l" r="r" t="t"/>
                <a:pathLst>
                  <a:path extrusionOk="0" h="9525" w="9525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3" name="Google Shape;4453;p24"/>
              <p:cNvSpPr/>
              <p:nvPr/>
            </p:nvSpPr>
            <p:spPr>
              <a:xfrm>
                <a:off x="6448669" y="4387810"/>
                <a:ext cx="55595" cy="48649"/>
              </a:xfrm>
              <a:custGeom>
                <a:rect b="b" l="l" r="r" t="t"/>
                <a:pathLst>
                  <a:path extrusionOk="0" h="9525" w="10885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4" name="Google Shape;4454;p24"/>
              <p:cNvSpPr/>
              <p:nvPr/>
            </p:nvSpPr>
            <p:spPr>
              <a:xfrm>
                <a:off x="6386148" y="4387810"/>
                <a:ext cx="62546" cy="48649"/>
              </a:xfrm>
              <a:custGeom>
                <a:rect b="b" l="l" r="r" t="t"/>
                <a:pathLst>
                  <a:path extrusionOk="0" h="9525" w="12246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5" name="Google Shape;4455;p24"/>
              <p:cNvSpPr/>
              <p:nvPr/>
            </p:nvSpPr>
            <p:spPr>
              <a:xfrm>
                <a:off x="6337521" y="4387810"/>
                <a:ext cx="48649" cy="48649"/>
              </a:xfrm>
              <a:custGeom>
                <a:rect b="b" l="l" r="r" t="t"/>
                <a:pathLst>
                  <a:path extrusionOk="0" h="9525" w="9525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6" name="Google Shape;4456;p24"/>
              <p:cNvSpPr/>
              <p:nvPr/>
            </p:nvSpPr>
            <p:spPr>
              <a:xfrm>
                <a:off x="6281950" y="4387810"/>
                <a:ext cx="55595" cy="48649"/>
              </a:xfrm>
              <a:custGeom>
                <a:rect b="b" l="l" r="r" t="t"/>
                <a:pathLst>
                  <a:path extrusionOk="0" h="9525" w="10885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7" name="Google Shape;4457;p24"/>
              <p:cNvSpPr/>
              <p:nvPr/>
            </p:nvSpPr>
            <p:spPr>
              <a:xfrm>
                <a:off x="6219430" y="4387810"/>
                <a:ext cx="62546" cy="48649"/>
              </a:xfrm>
              <a:custGeom>
                <a:rect b="b" l="l" r="r" t="t"/>
                <a:pathLst>
                  <a:path extrusionOk="0" h="9525" w="12246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8" name="Google Shape;4458;p24"/>
              <p:cNvSpPr/>
              <p:nvPr/>
            </p:nvSpPr>
            <p:spPr>
              <a:xfrm>
                <a:off x="6163859" y="4387810"/>
                <a:ext cx="55595" cy="62546"/>
              </a:xfrm>
              <a:custGeom>
                <a:rect b="b" l="l" r="r" t="t"/>
                <a:pathLst>
                  <a:path extrusionOk="0" h="12246" w="10885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9" name="Google Shape;4459;p24"/>
              <p:cNvSpPr/>
              <p:nvPr/>
            </p:nvSpPr>
            <p:spPr>
              <a:xfrm>
                <a:off x="6163859" y="4450330"/>
                <a:ext cx="55595" cy="48649"/>
              </a:xfrm>
              <a:custGeom>
                <a:rect b="b" l="l" r="r" t="t"/>
                <a:pathLst>
                  <a:path extrusionOk="0" h="9525" w="10885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0" name="Google Shape;4460;p24"/>
              <p:cNvSpPr/>
              <p:nvPr/>
            </p:nvSpPr>
            <p:spPr>
              <a:xfrm>
                <a:off x="6163859" y="4498958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1" name="Google Shape;4461;p24"/>
              <p:cNvSpPr/>
              <p:nvPr/>
            </p:nvSpPr>
            <p:spPr>
              <a:xfrm>
                <a:off x="6163859" y="4554534"/>
                <a:ext cx="55595" cy="55595"/>
              </a:xfrm>
              <a:custGeom>
                <a:rect b="b" l="l" r="r" t="t"/>
                <a:pathLst>
                  <a:path extrusionOk="0" h="10885" w="10885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2" name="Google Shape;4462;p24"/>
              <p:cNvSpPr/>
              <p:nvPr/>
            </p:nvSpPr>
            <p:spPr>
              <a:xfrm>
                <a:off x="6163859" y="4610106"/>
                <a:ext cx="55595" cy="55595"/>
              </a:xfrm>
              <a:custGeom>
                <a:rect b="b" l="l" r="r" t="t"/>
                <a:pathLst>
                  <a:path extrusionOk="0" h="10885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3" name="Google Shape;4463;p24"/>
              <p:cNvSpPr/>
              <p:nvPr/>
            </p:nvSpPr>
            <p:spPr>
              <a:xfrm>
                <a:off x="6163859" y="4665677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4" name="Google Shape;4464;p24"/>
              <p:cNvSpPr/>
              <p:nvPr/>
            </p:nvSpPr>
            <p:spPr>
              <a:xfrm>
                <a:off x="6163859" y="4721253"/>
                <a:ext cx="55595" cy="55595"/>
              </a:xfrm>
              <a:custGeom>
                <a:rect b="b" l="l" r="r" t="t"/>
                <a:pathLst>
                  <a:path extrusionOk="0" h="10885" w="10885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5" name="Google Shape;4465;p24"/>
              <p:cNvSpPr/>
              <p:nvPr/>
            </p:nvSpPr>
            <p:spPr>
              <a:xfrm>
                <a:off x="6163859" y="4776825"/>
                <a:ext cx="55595" cy="55600"/>
              </a:xfrm>
              <a:custGeom>
                <a:rect b="b" l="l" r="r" t="t"/>
                <a:pathLst>
                  <a:path extrusionOk="0" h="10886" w="10885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6" name="Google Shape;4466;p24"/>
              <p:cNvSpPr/>
              <p:nvPr/>
            </p:nvSpPr>
            <p:spPr>
              <a:xfrm>
                <a:off x="6552862" y="4325295"/>
                <a:ext cx="62552" cy="62541"/>
              </a:xfrm>
              <a:custGeom>
                <a:rect b="b" l="l" r="r" t="t"/>
                <a:pathLst>
                  <a:path extrusionOk="0" h="12245" w="12247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7" name="Google Shape;4467;p24"/>
              <p:cNvSpPr/>
              <p:nvPr/>
            </p:nvSpPr>
            <p:spPr>
              <a:xfrm>
                <a:off x="6504240" y="4325295"/>
                <a:ext cx="48649" cy="62541"/>
              </a:xfrm>
              <a:custGeom>
                <a:rect b="b" l="l" r="r" t="t"/>
                <a:pathLst>
                  <a:path extrusionOk="0" h="12245" w="9525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8" name="Google Shape;4468;p24"/>
              <p:cNvSpPr/>
              <p:nvPr/>
            </p:nvSpPr>
            <p:spPr>
              <a:xfrm>
                <a:off x="6448669" y="4325295"/>
                <a:ext cx="55595" cy="62541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9" name="Google Shape;4469;p24"/>
              <p:cNvSpPr/>
              <p:nvPr/>
            </p:nvSpPr>
            <p:spPr>
              <a:xfrm>
                <a:off x="6386148" y="4325295"/>
                <a:ext cx="62546" cy="62541"/>
              </a:xfrm>
              <a:custGeom>
                <a:rect b="b" l="l" r="r" t="t"/>
                <a:pathLst>
                  <a:path extrusionOk="0" h="12245" w="12246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0" name="Google Shape;4470;p24"/>
              <p:cNvSpPr/>
              <p:nvPr/>
            </p:nvSpPr>
            <p:spPr>
              <a:xfrm>
                <a:off x="6337521" y="4325295"/>
                <a:ext cx="48649" cy="62541"/>
              </a:xfrm>
              <a:custGeom>
                <a:rect b="b" l="l" r="r" t="t"/>
                <a:pathLst>
                  <a:path extrusionOk="0" h="12245" w="9525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1" name="Google Shape;4471;p24"/>
              <p:cNvSpPr/>
              <p:nvPr/>
            </p:nvSpPr>
            <p:spPr>
              <a:xfrm>
                <a:off x="6281950" y="4325295"/>
                <a:ext cx="55595" cy="62541"/>
              </a:xfrm>
              <a:custGeom>
                <a:rect b="b" l="l" r="r" t="t"/>
                <a:pathLst>
                  <a:path extrusionOk="0" h="12245" w="10885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2" name="Google Shape;4472;p24"/>
              <p:cNvSpPr/>
              <p:nvPr/>
            </p:nvSpPr>
            <p:spPr>
              <a:xfrm>
                <a:off x="6219430" y="4325295"/>
                <a:ext cx="62546" cy="62541"/>
              </a:xfrm>
              <a:custGeom>
                <a:rect b="b" l="l" r="r" t="t"/>
                <a:pathLst>
                  <a:path extrusionOk="0" h="12245" w="12246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73" name="Google Shape;4473;p24"/>
            <p:cNvGrpSpPr/>
            <p:nvPr/>
          </p:nvGrpSpPr>
          <p:grpSpPr>
            <a:xfrm flipH="1">
              <a:off x="0" y="1474590"/>
              <a:ext cx="9144000" cy="3853085"/>
              <a:chOff x="0" y="1474590"/>
              <a:chExt cx="9144000" cy="3853085"/>
            </a:xfrm>
          </p:grpSpPr>
          <p:sp>
            <p:nvSpPr>
              <p:cNvPr id="4474" name="Google Shape;4474;p24"/>
              <p:cNvSpPr/>
              <p:nvPr/>
            </p:nvSpPr>
            <p:spPr>
              <a:xfrm>
                <a:off x="0" y="4025575"/>
                <a:ext cx="9144000" cy="5670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5" name="Google Shape;4475;p24"/>
              <p:cNvSpPr/>
              <p:nvPr/>
            </p:nvSpPr>
            <p:spPr>
              <a:xfrm>
                <a:off x="0" y="4598775"/>
                <a:ext cx="9144000" cy="155700"/>
              </a:xfrm>
              <a:prstGeom prst="rect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6" name="Google Shape;4476;p24"/>
              <p:cNvSpPr/>
              <p:nvPr/>
            </p:nvSpPr>
            <p:spPr>
              <a:xfrm>
                <a:off x="0" y="4760675"/>
                <a:ext cx="9144000" cy="5670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7" name="Google Shape;4477;p24"/>
              <p:cNvSpPr/>
              <p:nvPr/>
            </p:nvSpPr>
            <p:spPr>
              <a:xfrm>
                <a:off x="0" y="1475275"/>
                <a:ext cx="1611600" cy="5670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8" name="Google Shape;4478;p24"/>
              <p:cNvSpPr/>
              <p:nvPr/>
            </p:nvSpPr>
            <p:spPr>
              <a:xfrm>
                <a:off x="0" y="2048475"/>
                <a:ext cx="1611600" cy="155700"/>
              </a:xfrm>
              <a:prstGeom prst="rect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9" name="Google Shape;4479;p24"/>
              <p:cNvSpPr/>
              <p:nvPr/>
            </p:nvSpPr>
            <p:spPr>
              <a:xfrm>
                <a:off x="0" y="2204175"/>
                <a:ext cx="1611600" cy="18213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480" name="Google Shape;4480;p24"/>
              <p:cNvGrpSpPr/>
              <p:nvPr/>
            </p:nvGrpSpPr>
            <p:grpSpPr>
              <a:xfrm>
                <a:off x="514651" y="1474590"/>
                <a:ext cx="582277" cy="2550888"/>
                <a:chOff x="573900" y="1154950"/>
                <a:chExt cx="538000" cy="2396100"/>
              </a:xfrm>
            </p:grpSpPr>
            <p:sp>
              <p:nvSpPr>
                <p:cNvPr id="4481" name="Google Shape;4481;p24"/>
                <p:cNvSpPr/>
                <p:nvPr/>
              </p:nvSpPr>
              <p:spPr>
                <a:xfrm>
                  <a:off x="5739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2" name="Google Shape;4482;p24"/>
                <p:cNvSpPr/>
                <p:nvPr/>
              </p:nvSpPr>
              <p:spPr>
                <a:xfrm>
                  <a:off x="10402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3" name="Google Shape;4483;p24"/>
                <p:cNvSpPr/>
                <p:nvPr/>
              </p:nvSpPr>
              <p:spPr>
                <a:xfrm>
                  <a:off x="595400" y="13773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4" name="Google Shape;4484;p24"/>
                <p:cNvSpPr/>
                <p:nvPr/>
              </p:nvSpPr>
              <p:spPr>
                <a:xfrm>
                  <a:off x="595400" y="17540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5" name="Google Shape;4485;p24"/>
                <p:cNvSpPr/>
                <p:nvPr/>
              </p:nvSpPr>
              <p:spPr>
                <a:xfrm>
                  <a:off x="613325" y="213063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6" name="Google Shape;4486;p24"/>
                <p:cNvSpPr/>
                <p:nvPr/>
              </p:nvSpPr>
              <p:spPr>
                <a:xfrm>
                  <a:off x="595400" y="250726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7" name="Google Shape;4487;p24"/>
                <p:cNvSpPr/>
                <p:nvPr/>
              </p:nvSpPr>
              <p:spPr>
                <a:xfrm>
                  <a:off x="595400" y="28838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8" name="Google Shape;4488;p24"/>
                <p:cNvSpPr/>
                <p:nvPr/>
              </p:nvSpPr>
              <p:spPr>
                <a:xfrm>
                  <a:off x="613325" y="32605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4489" name="Google Shape;4489;p24"/>
            <p:cNvSpPr/>
            <p:nvPr/>
          </p:nvSpPr>
          <p:spPr>
            <a:xfrm>
              <a:off x="4159775" y="4005175"/>
              <a:ext cx="1250700" cy="1322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BLANK_1_1_1">
    <p:spTree>
      <p:nvGrpSpPr>
        <p:cNvPr id="4490" name="Shape 4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1" name="Google Shape;4491;p25"/>
          <p:cNvGrpSpPr/>
          <p:nvPr/>
        </p:nvGrpSpPr>
        <p:grpSpPr>
          <a:xfrm flipH="1">
            <a:off x="8293513" y="2942503"/>
            <a:ext cx="1443946" cy="721968"/>
            <a:chOff x="311697" y="-12"/>
            <a:chExt cx="4437449" cy="2218709"/>
          </a:xfrm>
        </p:grpSpPr>
        <p:sp>
          <p:nvSpPr>
            <p:cNvPr id="4492" name="Google Shape;4492;p25"/>
            <p:cNvSpPr/>
            <p:nvPr/>
          </p:nvSpPr>
          <p:spPr>
            <a:xfrm>
              <a:off x="2400974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3" name="Google Shape;4493;p25"/>
            <p:cNvSpPr/>
            <p:nvPr/>
          </p:nvSpPr>
          <p:spPr>
            <a:xfrm>
              <a:off x="2253074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4" name="Google Shape;4494;p25"/>
            <p:cNvSpPr/>
            <p:nvPr/>
          </p:nvSpPr>
          <p:spPr>
            <a:xfrm>
              <a:off x="208667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5" name="Google Shape;4495;p25"/>
            <p:cNvSpPr/>
            <p:nvPr/>
          </p:nvSpPr>
          <p:spPr>
            <a:xfrm>
              <a:off x="195724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6" name="Google Shape;4496;p25"/>
            <p:cNvSpPr/>
            <p:nvPr/>
          </p:nvSpPr>
          <p:spPr>
            <a:xfrm>
              <a:off x="1790857" y="2070781"/>
              <a:ext cx="166400" cy="147916"/>
            </a:xfrm>
            <a:custGeom>
              <a:rect b="b" l="l" r="r" t="t"/>
              <a:pathLst>
                <a:path extrusionOk="0" h="9523" w="10713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7" name="Google Shape;4497;p25"/>
            <p:cNvSpPr/>
            <p:nvPr/>
          </p:nvSpPr>
          <p:spPr>
            <a:xfrm>
              <a:off x="164291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8" name="Google Shape;4498;p25"/>
            <p:cNvSpPr/>
            <p:nvPr/>
          </p:nvSpPr>
          <p:spPr>
            <a:xfrm>
              <a:off x="1513494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9" name="Google Shape;4499;p25"/>
            <p:cNvSpPr/>
            <p:nvPr/>
          </p:nvSpPr>
          <p:spPr>
            <a:xfrm>
              <a:off x="134709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0" name="Google Shape;4500;p25"/>
            <p:cNvSpPr/>
            <p:nvPr/>
          </p:nvSpPr>
          <p:spPr>
            <a:xfrm>
              <a:off x="119917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1" name="Google Shape;4501;p25"/>
            <p:cNvSpPr/>
            <p:nvPr/>
          </p:nvSpPr>
          <p:spPr>
            <a:xfrm>
              <a:off x="1069761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2" name="Google Shape;4502;p25"/>
            <p:cNvSpPr/>
            <p:nvPr/>
          </p:nvSpPr>
          <p:spPr>
            <a:xfrm>
              <a:off x="903361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3" name="Google Shape;4503;p25"/>
            <p:cNvSpPr/>
            <p:nvPr/>
          </p:nvSpPr>
          <p:spPr>
            <a:xfrm>
              <a:off x="755430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4" name="Google Shape;4504;p25"/>
            <p:cNvSpPr/>
            <p:nvPr/>
          </p:nvSpPr>
          <p:spPr>
            <a:xfrm>
              <a:off x="625998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5" name="Google Shape;4505;p25"/>
            <p:cNvSpPr/>
            <p:nvPr/>
          </p:nvSpPr>
          <p:spPr>
            <a:xfrm>
              <a:off x="2400974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6" name="Google Shape;4506;p25"/>
            <p:cNvSpPr/>
            <p:nvPr/>
          </p:nvSpPr>
          <p:spPr>
            <a:xfrm>
              <a:off x="225307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7" name="Google Shape;4507;p25"/>
            <p:cNvSpPr/>
            <p:nvPr/>
          </p:nvSpPr>
          <p:spPr>
            <a:xfrm>
              <a:off x="208667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8" name="Google Shape;4508;p25"/>
            <p:cNvSpPr/>
            <p:nvPr/>
          </p:nvSpPr>
          <p:spPr>
            <a:xfrm>
              <a:off x="195724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9" name="Google Shape;4509;p25"/>
            <p:cNvSpPr/>
            <p:nvPr/>
          </p:nvSpPr>
          <p:spPr>
            <a:xfrm>
              <a:off x="1790857" y="192286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0" name="Google Shape;4510;p25"/>
            <p:cNvSpPr/>
            <p:nvPr/>
          </p:nvSpPr>
          <p:spPr>
            <a:xfrm>
              <a:off x="164291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1" name="Google Shape;4511;p25"/>
            <p:cNvSpPr/>
            <p:nvPr/>
          </p:nvSpPr>
          <p:spPr>
            <a:xfrm>
              <a:off x="1513494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2" name="Google Shape;4512;p25"/>
            <p:cNvSpPr/>
            <p:nvPr/>
          </p:nvSpPr>
          <p:spPr>
            <a:xfrm>
              <a:off x="134709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3" name="Google Shape;4513;p25"/>
            <p:cNvSpPr/>
            <p:nvPr/>
          </p:nvSpPr>
          <p:spPr>
            <a:xfrm>
              <a:off x="119917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4" name="Google Shape;4514;p25"/>
            <p:cNvSpPr/>
            <p:nvPr/>
          </p:nvSpPr>
          <p:spPr>
            <a:xfrm>
              <a:off x="1069761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5" name="Google Shape;4515;p25"/>
            <p:cNvSpPr/>
            <p:nvPr/>
          </p:nvSpPr>
          <p:spPr>
            <a:xfrm>
              <a:off x="903361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6" name="Google Shape;4516;p25"/>
            <p:cNvSpPr/>
            <p:nvPr/>
          </p:nvSpPr>
          <p:spPr>
            <a:xfrm>
              <a:off x="755430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7" name="Google Shape;4517;p25"/>
            <p:cNvSpPr/>
            <p:nvPr/>
          </p:nvSpPr>
          <p:spPr>
            <a:xfrm>
              <a:off x="625998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8" name="Google Shape;4518;p25"/>
            <p:cNvSpPr/>
            <p:nvPr/>
          </p:nvSpPr>
          <p:spPr>
            <a:xfrm>
              <a:off x="459598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9" name="Google Shape;4519;p25"/>
            <p:cNvSpPr/>
            <p:nvPr/>
          </p:nvSpPr>
          <p:spPr>
            <a:xfrm>
              <a:off x="311697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0" name="Google Shape;4520;p25"/>
            <p:cNvSpPr/>
            <p:nvPr/>
          </p:nvSpPr>
          <p:spPr>
            <a:xfrm>
              <a:off x="2400974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1" name="Google Shape;4521;p25"/>
            <p:cNvSpPr/>
            <p:nvPr/>
          </p:nvSpPr>
          <p:spPr>
            <a:xfrm>
              <a:off x="225307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2" name="Google Shape;4522;p25"/>
            <p:cNvSpPr/>
            <p:nvPr/>
          </p:nvSpPr>
          <p:spPr>
            <a:xfrm>
              <a:off x="208667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3" name="Google Shape;4523;p25"/>
            <p:cNvSpPr/>
            <p:nvPr/>
          </p:nvSpPr>
          <p:spPr>
            <a:xfrm>
              <a:off x="195724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4" name="Google Shape;4524;p25"/>
            <p:cNvSpPr/>
            <p:nvPr/>
          </p:nvSpPr>
          <p:spPr>
            <a:xfrm>
              <a:off x="1790857" y="175648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5" name="Google Shape;4525;p25"/>
            <p:cNvSpPr/>
            <p:nvPr/>
          </p:nvSpPr>
          <p:spPr>
            <a:xfrm>
              <a:off x="164291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6" name="Google Shape;4526;p25"/>
            <p:cNvSpPr/>
            <p:nvPr/>
          </p:nvSpPr>
          <p:spPr>
            <a:xfrm>
              <a:off x="1513494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7" name="Google Shape;4527;p25"/>
            <p:cNvSpPr/>
            <p:nvPr/>
          </p:nvSpPr>
          <p:spPr>
            <a:xfrm>
              <a:off x="134709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8" name="Google Shape;4528;p25"/>
            <p:cNvSpPr/>
            <p:nvPr/>
          </p:nvSpPr>
          <p:spPr>
            <a:xfrm>
              <a:off x="119917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9" name="Google Shape;4529;p25"/>
            <p:cNvSpPr/>
            <p:nvPr/>
          </p:nvSpPr>
          <p:spPr>
            <a:xfrm>
              <a:off x="1069761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0" name="Google Shape;4530;p25"/>
            <p:cNvSpPr/>
            <p:nvPr/>
          </p:nvSpPr>
          <p:spPr>
            <a:xfrm>
              <a:off x="903361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1" name="Google Shape;4531;p25"/>
            <p:cNvSpPr/>
            <p:nvPr/>
          </p:nvSpPr>
          <p:spPr>
            <a:xfrm>
              <a:off x="755430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2" name="Google Shape;4532;p25"/>
            <p:cNvSpPr/>
            <p:nvPr/>
          </p:nvSpPr>
          <p:spPr>
            <a:xfrm>
              <a:off x="625998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3" name="Google Shape;4533;p25"/>
            <p:cNvSpPr/>
            <p:nvPr/>
          </p:nvSpPr>
          <p:spPr>
            <a:xfrm>
              <a:off x="459598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4" name="Google Shape;4534;p25"/>
            <p:cNvSpPr/>
            <p:nvPr/>
          </p:nvSpPr>
          <p:spPr>
            <a:xfrm>
              <a:off x="311697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5" name="Google Shape;4535;p25"/>
            <p:cNvSpPr/>
            <p:nvPr/>
          </p:nvSpPr>
          <p:spPr>
            <a:xfrm>
              <a:off x="2400974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6" name="Google Shape;4536;p25"/>
            <p:cNvSpPr/>
            <p:nvPr/>
          </p:nvSpPr>
          <p:spPr>
            <a:xfrm>
              <a:off x="225307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7" name="Google Shape;4537;p25"/>
            <p:cNvSpPr/>
            <p:nvPr/>
          </p:nvSpPr>
          <p:spPr>
            <a:xfrm>
              <a:off x="208667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8" name="Google Shape;4538;p25"/>
            <p:cNvSpPr/>
            <p:nvPr/>
          </p:nvSpPr>
          <p:spPr>
            <a:xfrm>
              <a:off x="195724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9" name="Google Shape;4539;p25"/>
            <p:cNvSpPr/>
            <p:nvPr/>
          </p:nvSpPr>
          <p:spPr>
            <a:xfrm>
              <a:off x="1790857" y="162704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0" name="Google Shape;4540;p25"/>
            <p:cNvSpPr/>
            <p:nvPr/>
          </p:nvSpPr>
          <p:spPr>
            <a:xfrm>
              <a:off x="164291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1" name="Google Shape;4541;p25"/>
            <p:cNvSpPr/>
            <p:nvPr/>
          </p:nvSpPr>
          <p:spPr>
            <a:xfrm>
              <a:off x="1513494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2" name="Google Shape;4542;p25"/>
            <p:cNvSpPr/>
            <p:nvPr/>
          </p:nvSpPr>
          <p:spPr>
            <a:xfrm>
              <a:off x="134709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3" name="Google Shape;4543;p25"/>
            <p:cNvSpPr/>
            <p:nvPr/>
          </p:nvSpPr>
          <p:spPr>
            <a:xfrm>
              <a:off x="119917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4" name="Google Shape;4544;p25"/>
            <p:cNvSpPr/>
            <p:nvPr/>
          </p:nvSpPr>
          <p:spPr>
            <a:xfrm>
              <a:off x="1069761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5" name="Google Shape;4545;p25"/>
            <p:cNvSpPr/>
            <p:nvPr/>
          </p:nvSpPr>
          <p:spPr>
            <a:xfrm>
              <a:off x="903361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6" name="Google Shape;4546;p25"/>
            <p:cNvSpPr/>
            <p:nvPr/>
          </p:nvSpPr>
          <p:spPr>
            <a:xfrm>
              <a:off x="755430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7" name="Google Shape;4547;p25"/>
            <p:cNvSpPr/>
            <p:nvPr/>
          </p:nvSpPr>
          <p:spPr>
            <a:xfrm>
              <a:off x="625998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8" name="Google Shape;4548;p25"/>
            <p:cNvSpPr/>
            <p:nvPr/>
          </p:nvSpPr>
          <p:spPr>
            <a:xfrm>
              <a:off x="459598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9" name="Google Shape;4549;p25"/>
            <p:cNvSpPr/>
            <p:nvPr/>
          </p:nvSpPr>
          <p:spPr>
            <a:xfrm>
              <a:off x="311697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0" name="Google Shape;4550;p25"/>
            <p:cNvSpPr/>
            <p:nvPr/>
          </p:nvSpPr>
          <p:spPr>
            <a:xfrm>
              <a:off x="2400974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1" name="Google Shape;4551;p25"/>
            <p:cNvSpPr/>
            <p:nvPr/>
          </p:nvSpPr>
          <p:spPr>
            <a:xfrm>
              <a:off x="225307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2" name="Google Shape;4552;p25"/>
            <p:cNvSpPr/>
            <p:nvPr/>
          </p:nvSpPr>
          <p:spPr>
            <a:xfrm>
              <a:off x="208667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3" name="Google Shape;4553;p25"/>
            <p:cNvSpPr/>
            <p:nvPr/>
          </p:nvSpPr>
          <p:spPr>
            <a:xfrm>
              <a:off x="195724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4" name="Google Shape;4554;p25"/>
            <p:cNvSpPr/>
            <p:nvPr/>
          </p:nvSpPr>
          <p:spPr>
            <a:xfrm>
              <a:off x="1790857" y="1460633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5" name="Google Shape;4555;p25"/>
            <p:cNvSpPr/>
            <p:nvPr/>
          </p:nvSpPr>
          <p:spPr>
            <a:xfrm>
              <a:off x="164291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6" name="Google Shape;4556;p25"/>
            <p:cNvSpPr/>
            <p:nvPr/>
          </p:nvSpPr>
          <p:spPr>
            <a:xfrm>
              <a:off x="1513494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7" name="Google Shape;4557;p25"/>
            <p:cNvSpPr/>
            <p:nvPr/>
          </p:nvSpPr>
          <p:spPr>
            <a:xfrm>
              <a:off x="134709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8" name="Google Shape;4558;p25"/>
            <p:cNvSpPr/>
            <p:nvPr/>
          </p:nvSpPr>
          <p:spPr>
            <a:xfrm>
              <a:off x="119917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9" name="Google Shape;4559;p25"/>
            <p:cNvSpPr/>
            <p:nvPr/>
          </p:nvSpPr>
          <p:spPr>
            <a:xfrm>
              <a:off x="1069761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0" name="Google Shape;4560;p25"/>
            <p:cNvSpPr/>
            <p:nvPr/>
          </p:nvSpPr>
          <p:spPr>
            <a:xfrm>
              <a:off x="903361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1" name="Google Shape;4561;p25"/>
            <p:cNvSpPr/>
            <p:nvPr/>
          </p:nvSpPr>
          <p:spPr>
            <a:xfrm>
              <a:off x="755430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2" name="Google Shape;4562;p25"/>
            <p:cNvSpPr/>
            <p:nvPr/>
          </p:nvSpPr>
          <p:spPr>
            <a:xfrm>
              <a:off x="625998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3" name="Google Shape;4563;p25"/>
            <p:cNvSpPr/>
            <p:nvPr/>
          </p:nvSpPr>
          <p:spPr>
            <a:xfrm>
              <a:off x="459598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4" name="Google Shape;4564;p25"/>
            <p:cNvSpPr/>
            <p:nvPr/>
          </p:nvSpPr>
          <p:spPr>
            <a:xfrm>
              <a:off x="311697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5" name="Google Shape;4565;p25"/>
            <p:cNvSpPr/>
            <p:nvPr/>
          </p:nvSpPr>
          <p:spPr>
            <a:xfrm>
              <a:off x="2400974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6" name="Google Shape;4566;p25"/>
            <p:cNvSpPr/>
            <p:nvPr/>
          </p:nvSpPr>
          <p:spPr>
            <a:xfrm>
              <a:off x="225307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7" name="Google Shape;4567;p25"/>
            <p:cNvSpPr/>
            <p:nvPr/>
          </p:nvSpPr>
          <p:spPr>
            <a:xfrm>
              <a:off x="208667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8" name="Google Shape;4568;p25"/>
            <p:cNvSpPr/>
            <p:nvPr/>
          </p:nvSpPr>
          <p:spPr>
            <a:xfrm>
              <a:off x="195724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9" name="Google Shape;4569;p25"/>
            <p:cNvSpPr/>
            <p:nvPr/>
          </p:nvSpPr>
          <p:spPr>
            <a:xfrm>
              <a:off x="1790857" y="1331201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0" name="Google Shape;4570;p25"/>
            <p:cNvSpPr/>
            <p:nvPr/>
          </p:nvSpPr>
          <p:spPr>
            <a:xfrm>
              <a:off x="164291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1" name="Google Shape;4571;p25"/>
            <p:cNvSpPr/>
            <p:nvPr/>
          </p:nvSpPr>
          <p:spPr>
            <a:xfrm>
              <a:off x="1513494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2" name="Google Shape;4572;p25"/>
            <p:cNvSpPr/>
            <p:nvPr/>
          </p:nvSpPr>
          <p:spPr>
            <a:xfrm>
              <a:off x="134709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3" name="Google Shape;4573;p25"/>
            <p:cNvSpPr/>
            <p:nvPr/>
          </p:nvSpPr>
          <p:spPr>
            <a:xfrm>
              <a:off x="119917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4" name="Google Shape;4574;p25"/>
            <p:cNvSpPr/>
            <p:nvPr/>
          </p:nvSpPr>
          <p:spPr>
            <a:xfrm>
              <a:off x="1069761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5" name="Google Shape;4575;p25"/>
            <p:cNvSpPr/>
            <p:nvPr/>
          </p:nvSpPr>
          <p:spPr>
            <a:xfrm>
              <a:off x="903361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6" name="Google Shape;4576;p25"/>
            <p:cNvSpPr/>
            <p:nvPr/>
          </p:nvSpPr>
          <p:spPr>
            <a:xfrm>
              <a:off x="755430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7" name="Google Shape;4577;p25"/>
            <p:cNvSpPr/>
            <p:nvPr/>
          </p:nvSpPr>
          <p:spPr>
            <a:xfrm>
              <a:off x="625998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8" name="Google Shape;4578;p25"/>
            <p:cNvSpPr/>
            <p:nvPr/>
          </p:nvSpPr>
          <p:spPr>
            <a:xfrm>
              <a:off x="459598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9" name="Google Shape;4579;p25"/>
            <p:cNvSpPr/>
            <p:nvPr/>
          </p:nvSpPr>
          <p:spPr>
            <a:xfrm>
              <a:off x="2400974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0" name="Google Shape;4580;p25"/>
            <p:cNvSpPr/>
            <p:nvPr/>
          </p:nvSpPr>
          <p:spPr>
            <a:xfrm>
              <a:off x="2253074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1" name="Google Shape;4581;p25"/>
            <p:cNvSpPr/>
            <p:nvPr/>
          </p:nvSpPr>
          <p:spPr>
            <a:xfrm>
              <a:off x="208667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2" name="Google Shape;4582;p25"/>
            <p:cNvSpPr/>
            <p:nvPr/>
          </p:nvSpPr>
          <p:spPr>
            <a:xfrm>
              <a:off x="195724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3" name="Google Shape;4583;p25"/>
            <p:cNvSpPr/>
            <p:nvPr/>
          </p:nvSpPr>
          <p:spPr>
            <a:xfrm>
              <a:off x="1790857" y="118328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4" name="Google Shape;4584;p25"/>
            <p:cNvSpPr/>
            <p:nvPr/>
          </p:nvSpPr>
          <p:spPr>
            <a:xfrm>
              <a:off x="164291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5" name="Google Shape;4585;p25"/>
            <p:cNvSpPr/>
            <p:nvPr/>
          </p:nvSpPr>
          <p:spPr>
            <a:xfrm>
              <a:off x="1513494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6" name="Google Shape;4586;p25"/>
            <p:cNvSpPr/>
            <p:nvPr/>
          </p:nvSpPr>
          <p:spPr>
            <a:xfrm>
              <a:off x="134709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7" name="Google Shape;4587;p25"/>
            <p:cNvSpPr/>
            <p:nvPr/>
          </p:nvSpPr>
          <p:spPr>
            <a:xfrm>
              <a:off x="119917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8" name="Google Shape;4588;p25"/>
            <p:cNvSpPr/>
            <p:nvPr/>
          </p:nvSpPr>
          <p:spPr>
            <a:xfrm>
              <a:off x="1069761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9" name="Google Shape;4589;p25"/>
            <p:cNvSpPr/>
            <p:nvPr/>
          </p:nvSpPr>
          <p:spPr>
            <a:xfrm>
              <a:off x="903361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0" name="Google Shape;4590;p25"/>
            <p:cNvSpPr/>
            <p:nvPr/>
          </p:nvSpPr>
          <p:spPr>
            <a:xfrm>
              <a:off x="755430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1" name="Google Shape;4591;p25"/>
            <p:cNvSpPr/>
            <p:nvPr/>
          </p:nvSpPr>
          <p:spPr>
            <a:xfrm>
              <a:off x="626013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2" name="Google Shape;4592;p25"/>
            <p:cNvSpPr/>
            <p:nvPr/>
          </p:nvSpPr>
          <p:spPr>
            <a:xfrm>
              <a:off x="2400974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3" name="Google Shape;4593;p25"/>
            <p:cNvSpPr/>
            <p:nvPr/>
          </p:nvSpPr>
          <p:spPr>
            <a:xfrm>
              <a:off x="2253074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4" name="Google Shape;4594;p25"/>
            <p:cNvSpPr/>
            <p:nvPr/>
          </p:nvSpPr>
          <p:spPr>
            <a:xfrm>
              <a:off x="208667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5" name="Google Shape;4595;p25"/>
            <p:cNvSpPr/>
            <p:nvPr/>
          </p:nvSpPr>
          <p:spPr>
            <a:xfrm>
              <a:off x="195724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6" name="Google Shape;4596;p25"/>
            <p:cNvSpPr/>
            <p:nvPr/>
          </p:nvSpPr>
          <p:spPr>
            <a:xfrm>
              <a:off x="1790857" y="101690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7" name="Google Shape;4597;p25"/>
            <p:cNvSpPr/>
            <p:nvPr/>
          </p:nvSpPr>
          <p:spPr>
            <a:xfrm>
              <a:off x="164291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8" name="Google Shape;4598;p25"/>
            <p:cNvSpPr/>
            <p:nvPr/>
          </p:nvSpPr>
          <p:spPr>
            <a:xfrm>
              <a:off x="1513494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9" name="Google Shape;4599;p25"/>
            <p:cNvSpPr/>
            <p:nvPr/>
          </p:nvSpPr>
          <p:spPr>
            <a:xfrm>
              <a:off x="134709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0" name="Google Shape;4600;p25"/>
            <p:cNvSpPr/>
            <p:nvPr/>
          </p:nvSpPr>
          <p:spPr>
            <a:xfrm>
              <a:off x="1199178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1" name="Google Shape;4601;p25"/>
            <p:cNvSpPr/>
            <p:nvPr/>
          </p:nvSpPr>
          <p:spPr>
            <a:xfrm>
              <a:off x="1069761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2" name="Google Shape;4602;p25"/>
            <p:cNvSpPr/>
            <p:nvPr/>
          </p:nvSpPr>
          <p:spPr>
            <a:xfrm>
              <a:off x="903361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3" name="Google Shape;4603;p25"/>
            <p:cNvSpPr/>
            <p:nvPr/>
          </p:nvSpPr>
          <p:spPr>
            <a:xfrm>
              <a:off x="755430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4" name="Google Shape;4604;p25"/>
            <p:cNvSpPr/>
            <p:nvPr/>
          </p:nvSpPr>
          <p:spPr>
            <a:xfrm>
              <a:off x="2400974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5" name="Google Shape;4605;p25"/>
            <p:cNvSpPr/>
            <p:nvPr/>
          </p:nvSpPr>
          <p:spPr>
            <a:xfrm>
              <a:off x="2253074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6" name="Google Shape;4606;p25"/>
            <p:cNvSpPr/>
            <p:nvPr/>
          </p:nvSpPr>
          <p:spPr>
            <a:xfrm>
              <a:off x="208667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7" name="Google Shape;4607;p25"/>
            <p:cNvSpPr/>
            <p:nvPr/>
          </p:nvSpPr>
          <p:spPr>
            <a:xfrm>
              <a:off x="195724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8" name="Google Shape;4608;p25"/>
            <p:cNvSpPr/>
            <p:nvPr/>
          </p:nvSpPr>
          <p:spPr>
            <a:xfrm>
              <a:off x="1790857" y="88746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9" name="Google Shape;4609;p25"/>
            <p:cNvSpPr/>
            <p:nvPr/>
          </p:nvSpPr>
          <p:spPr>
            <a:xfrm>
              <a:off x="164291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0" name="Google Shape;4610;p25"/>
            <p:cNvSpPr/>
            <p:nvPr/>
          </p:nvSpPr>
          <p:spPr>
            <a:xfrm>
              <a:off x="1513494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1" name="Google Shape;4611;p25"/>
            <p:cNvSpPr/>
            <p:nvPr/>
          </p:nvSpPr>
          <p:spPr>
            <a:xfrm>
              <a:off x="134709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2" name="Google Shape;4612;p25"/>
            <p:cNvSpPr/>
            <p:nvPr/>
          </p:nvSpPr>
          <p:spPr>
            <a:xfrm>
              <a:off x="1199178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3" name="Google Shape;4613;p25"/>
            <p:cNvSpPr/>
            <p:nvPr/>
          </p:nvSpPr>
          <p:spPr>
            <a:xfrm>
              <a:off x="1069761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4" name="Google Shape;4614;p25"/>
            <p:cNvSpPr/>
            <p:nvPr/>
          </p:nvSpPr>
          <p:spPr>
            <a:xfrm>
              <a:off x="903361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5" name="Google Shape;4615;p25"/>
            <p:cNvSpPr/>
            <p:nvPr/>
          </p:nvSpPr>
          <p:spPr>
            <a:xfrm>
              <a:off x="755430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6" name="Google Shape;4616;p25"/>
            <p:cNvSpPr/>
            <p:nvPr/>
          </p:nvSpPr>
          <p:spPr>
            <a:xfrm>
              <a:off x="2400974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7" name="Google Shape;4617;p25"/>
            <p:cNvSpPr/>
            <p:nvPr/>
          </p:nvSpPr>
          <p:spPr>
            <a:xfrm>
              <a:off x="2253074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8" name="Google Shape;4618;p25"/>
            <p:cNvSpPr/>
            <p:nvPr/>
          </p:nvSpPr>
          <p:spPr>
            <a:xfrm>
              <a:off x="208667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9" name="Google Shape;4619;p25"/>
            <p:cNvSpPr/>
            <p:nvPr/>
          </p:nvSpPr>
          <p:spPr>
            <a:xfrm>
              <a:off x="195724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0" name="Google Shape;4620;p25"/>
            <p:cNvSpPr/>
            <p:nvPr/>
          </p:nvSpPr>
          <p:spPr>
            <a:xfrm>
              <a:off x="1790857" y="739552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1" name="Google Shape;4621;p25"/>
            <p:cNvSpPr/>
            <p:nvPr/>
          </p:nvSpPr>
          <p:spPr>
            <a:xfrm>
              <a:off x="164291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2" name="Google Shape;4622;p25"/>
            <p:cNvSpPr/>
            <p:nvPr/>
          </p:nvSpPr>
          <p:spPr>
            <a:xfrm>
              <a:off x="1513494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3" name="Google Shape;4623;p25"/>
            <p:cNvSpPr/>
            <p:nvPr/>
          </p:nvSpPr>
          <p:spPr>
            <a:xfrm>
              <a:off x="134709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4" name="Google Shape;4624;p25"/>
            <p:cNvSpPr/>
            <p:nvPr/>
          </p:nvSpPr>
          <p:spPr>
            <a:xfrm>
              <a:off x="1199178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5" name="Google Shape;4625;p25"/>
            <p:cNvSpPr/>
            <p:nvPr/>
          </p:nvSpPr>
          <p:spPr>
            <a:xfrm>
              <a:off x="1069761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6" name="Google Shape;4626;p25"/>
            <p:cNvSpPr/>
            <p:nvPr/>
          </p:nvSpPr>
          <p:spPr>
            <a:xfrm>
              <a:off x="903361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7" name="Google Shape;4627;p25"/>
            <p:cNvSpPr/>
            <p:nvPr/>
          </p:nvSpPr>
          <p:spPr>
            <a:xfrm>
              <a:off x="2400974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8" name="Google Shape;4628;p25"/>
            <p:cNvSpPr/>
            <p:nvPr/>
          </p:nvSpPr>
          <p:spPr>
            <a:xfrm>
              <a:off x="2253074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9" name="Google Shape;4629;p25"/>
            <p:cNvSpPr/>
            <p:nvPr/>
          </p:nvSpPr>
          <p:spPr>
            <a:xfrm>
              <a:off x="2086674" y="573137"/>
              <a:ext cx="166415" cy="166431"/>
            </a:xfrm>
            <a:custGeom>
              <a:rect b="b" l="l" r="r" t="t"/>
              <a:pathLst>
                <a:path extrusionOk="0" h="10715" w="10714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0" name="Google Shape;4630;p25"/>
            <p:cNvSpPr/>
            <p:nvPr/>
          </p:nvSpPr>
          <p:spPr>
            <a:xfrm>
              <a:off x="195724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1" name="Google Shape;4631;p25"/>
            <p:cNvSpPr/>
            <p:nvPr/>
          </p:nvSpPr>
          <p:spPr>
            <a:xfrm>
              <a:off x="1790857" y="573137"/>
              <a:ext cx="166400" cy="166431"/>
            </a:xfrm>
            <a:custGeom>
              <a:rect b="b" l="l" r="r" t="t"/>
              <a:pathLst>
                <a:path extrusionOk="0" h="10715" w="10713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2" name="Google Shape;4632;p25"/>
            <p:cNvSpPr/>
            <p:nvPr/>
          </p:nvSpPr>
          <p:spPr>
            <a:xfrm>
              <a:off x="164291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3" name="Google Shape;4633;p25"/>
            <p:cNvSpPr/>
            <p:nvPr/>
          </p:nvSpPr>
          <p:spPr>
            <a:xfrm>
              <a:off x="1513494" y="573137"/>
              <a:ext cx="129432" cy="166431"/>
            </a:xfrm>
            <a:custGeom>
              <a:rect b="b" l="l" r="r" t="t"/>
              <a:pathLst>
                <a:path extrusionOk="0" h="10715" w="8333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4" name="Google Shape;4634;p25"/>
            <p:cNvSpPr/>
            <p:nvPr/>
          </p:nvSpPr>
          <p:spPr>
            <a:xfrm>
              <a:off x="2400974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5" name="Google Shape;4635;p25"/>
            <p:cNvSpPr/>
            <p:nvPr/>
          </p:nvSpPr>
          <p:spPr>
            <a:xfrm>
              <a:off x="2253074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6" name="Google Shape;4636;p25"/>
            <p:cNvSpPr/>
            <p:nvPr/>
          </p:nvSpPr>
          <p:spPr>
            <a:xfrm>
              <a:off x="2086674" y="443705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7" name="Google Shape;4637;p25"/>
            <p:cNvSpPr/>
            <p:nvPr/>
          </p:nvSpPr>
          <p:spPr>
            <a:xfrm>
              <a:off x="195724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8" name="Google Shape;4638;p25"/>
            <p:cNvSpPr/>
            <p:nvPr/>
          </p:nvSpPr>
          <p:spPr>
            <a:xfrm>
              <a:off x="1790857" y="443705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9" name="Google Shape;4639;p25"/>
            <p:cNvSpPr/>
            <p:nvPr/>
          </p:nvSpPr>
          <p:spPr>
            <a:xfrm>
              <a:off x="164291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0" name="Google Shape;4640;p25"/>
            <p:cNvSpPr/>
            <p:nvPr/>
          </p:nvSpPr>
          <p:spPr>
            <a:xfrm>
              <a:off x="1513494" y="443705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1" name="Google Shape;4641;p25"/>
            <p:cNvSpPr/>
            <p:nvPr/>
          </p:nvSpPr>
          <p:spPr>
            <a:xfrm>
              <a:off x="2400974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2" name="Google Shape;4642;p25"/>
            <p:cNvSpPr/>
            <p:nvPr/>
          </p:nvSpPr>
          <p:spPr>
            <a:xfrm>
              <a:off x="2253074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3" name="Google Shape;4643;p25"/>
            <p:cNvSpPr/>
            <p:nvPr/>
          </p:nvSpPr>
          <p:spPr>
            <a:xfrm>
              <a:off x="2086674" y="27732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4" name="Google Shape;4644;p25"/>
            <p:cNvSpPr/>
            <p:nvPr/>
          </p:nvSpPr>
          <p:spPr>
            <a:xfrm>
              <a:off x="195724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5" name="Google Shape;4645;p25"/>
            <p:cNvSpPr/>
            <p:nvPr/>
          </p:nvSpPr>
          <p:spPr>
            <a:xfrm>
              <a:off x="1790857" y="27732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6" name="Google Shape;4646;p25"/>
            <p:cNvSpPr/>
            <p:nvPr/>
          </p:nvSpPr>
          <p:spPr>
            <a:xfrm>
              <a:off x="164291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7" name="Google Shape;4647;p25"/>
            <p:cNvSpPr/>
            <p:nvPr/>
          </p:nvSpPr>
          <p:spPr>
            <a:xfrm>
              <a:off x="2400974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8" name="Google Shape;4648;p25"/>
            <p:cNvSpPr/>
            <p:nvPr/>
          </p:nvSpPr>
          <p:spPr>
            <a:xfrm>
              <a:off x="2253074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9" name="Google Shape;4649;p25"/>
            <p:cNvSpPr/>
            <p:nvPr/>
          </p:nvSpPr>
          <p:spPr>
            <a:xfrm>
              <a:off x="2086674" y="129404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0" name="Google Shape;4650;p25"/>
            <p:cNvSpPr/>
            <p:nvPr/>
          </p:nvSpPr>
          <p:spPr>
            <a:xfrm>
              <a:off x="195724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1" name="Google Shape;4651;p25"/>
            <p:cNvSpPr/>
            <p:nvPr/>
          </p:nvSpPr>
          <p:spPr>
            <a:xfrm>
              <a:off x="1790857" y="129404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2" name="Google Shape;4652;p25"/>
            <p:cNvSpPr/>
            <p:nvPr/>
          </p:nvSpPr>
          <p:spPr>
            <a:xfrm>
              <a:off x="2400974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3" name="Google Shape;4653;p25"/>
            <p:cNvSpPr/>
            <p:nvPr/>
          </p:nvSpPr>
          <p:spPr>
            <a:xfrm>
              <a:off x="2253074" y="-12"/>
              <a:ext cx="147916" cy="129432"/>
            </a:xfrm>
            <a:custGeom>
              <a:rect b="b" l="l" r="r" t="t"/>
              <a:pathLst>
                <a:path extrusionOk="0" h="8333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4" name="Google Shape;4654;p25"/>
            <p:cNvSpPr/>
            <p:nvPr/>
          </p:nvSpPr>
          <p:spPr>
            <a:xfrm>
              <a:off x="2086674" y="-12"/>
              <a:ext cx="166415" cy="129432"/>
            </a:xfrm>
            <a:custGeom>
              <a:rect b="b" l="l" r="r" t="t"/>
              <a:pathLst>
                <a:path extrusionOk="0" h="8333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5" name="Google Shape;4655;p25"/>
            <p:cNvSpPr/>
            <p:nvPr/>
          </p:nvSpPr>
          <p:spPr>
            <a:xfrm>
              <a:off x="195724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6" name="Google Shape;4656;p25"/>
            <p:cNvSpPr/>
            <p:nvPr/>
          </p:nvSpPr>
          <p:spPr>
            <a:xfrm>
              <a:off x="253040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7" name="Google Shape;4657;p25"/>
            <p:cNvSpPr/>
            <p:nvPr/>
          </p:nvSpPr>
          <p:spPr>
            <a:xfrm>
              <a:off x="267832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8" name="Google Shape;4658;p25"/>
            <p:cNvSpPr/>
            <p:nvPr/>
          </p:nvSpPr>
          <p:spPr>
            <a:xfrm>
              <a:off x="2807755" y="2070781"/>
              <a:ext cx="166431" cy="147916"/>
            </a:xfrm>
            <a:custGeom>
              <a:rect b="b" l="l" r="r" t="t"/>
              <a:pathLst>
                <a:path extrusionOk="0" h="9523" w="10715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9" name="Google Shape;4659;p25"/>
            <p:cNvSpPr/>
            <p:nvPr/>
          </p:nvSpPr>
          <p:spPr>
            <a:xfrm>
              <a:off x="297417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0" name="Google Shape;4660;p25"/>
            <p:cNvSpPr/>
            <p:nvPr/>
          </p:nvSpPr>
          <p:spPr>
            <a:xfrm>
              <a:off x="312208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1" name="Google Shape;4661;p25"/>
            <p:cNvSpPr/>
            <p:nvPr/>
          </p:nvSpPr>
          <p:spPr>
            <a:xfrm>
              <a:off x="326998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2" name="Google Shape;4662;p25"/>
            <p:cNvSpPr/>
            <p:nvPr/>
          </p:nvSpPr>
          <p:spPr>
            <a:xfrm>
              <a:off x="341790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3" name="Google Shape;4663;p25"/>
            <p:cNvSpPr/>
            <p:nvPr/>
          </p:nvSpPr>
          <p:spPr>
            <a:xfrm>
              <a:off x="3565818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4" name="Google Shape;4664;p25"/>
            <p:cNvSpPr/>
            <p:nvPr/>
          </p:nvSpPr>
          <p:spPr>
            <a:xfrm>
              <a:off x="3713719" y="2070781"/>
              <a:ext cx="147963" cy="147916"/>
            </a:xfrm>
            <a:custGeom>
              <a:rect b="b" l="l" r="r" t="t"/>
              <a:pathLst>
                <a:path extrusionOk="0" h="9523" w="9526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5" name="Google Shape;4665;p25"/>
            <p:cNvSpPr/>
            <p:nvPr/>
          </p:nvSpPr>
          <p:spPr>
            <a:xfrm>
              <a:off x="386166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6" name="Google Shape;4666;p25"/>
            <p:cNvSpPr/>
            <p:nvPr/>
          </p:nvSpPr>
          <p:spPr>
            <a:xfrm>
              <a:off x="400956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7" name="Google Shape;4667;p25"/>
            <p:cNvSpPr/>
            <p:nvPr/>
          </p:nvSpPr>
          <p:spPr>
            <a:xfrm>
              <a:off x="415748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8" name="Google Shape;4668;p25"/>
            <p:cNvSpPr/>
            <p:nvPr/>
          </p:nvSpPr>
          <p:spPr>
            <a:xfrm>
              <a:off x="430539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9" name="Google Shape;4669;p25"/>
            <p:cNvSpPr/>
            <p:nvPr/>
          </p:nvSpPr>
          <p:spPr>
            <a:xfrm>
              <a:off x="253040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0" name="Google Shape;4670;p25"/>
            <p:cNvSpPr/>
            <p:nvPr/>
          </p:nvSpPr>
          <p:spPr>
            <a:xfrm>
              <a:off x="267832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1" name="Google Shape;4671;p25"/>
            <p:cNvSpPr/>
            <p:nvPr/>
          </p:nvSpPr>
          <p:spPr>
            <a:xfrm>
              <a:off x="2807755" y="192286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2" name="Google Shape;4672;p25"/>
            <p:cNvSpPr/>
            <p:nvPr/>
          </p:nvSpPr>
          <p:spPr>
            <a:xfrm>
              <a:off x="297417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3" name="Google Shape;4673;p25"/>
            <p:cNvSpPr/>
            <p:nvPr/>
          </p:nvSpPr>
          <p:spPr>
            <a:xfrm>
              <a:off x="312208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4" name="Google Shape;4674;p25"/>
            <p:cNvSpPr/>
            <p:nvPr/>
          </p:nvSpPr>
          <p:spPr>
            <a:xfrm>
              <a:off x="326998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5" name="Google Shape;4675;p25"/>
            <p:cNvSpPr/>
            <p:nvPr/>
          </p:nvSpPr>
          <p:spPr>
            <a:xfrm>
              <a:off x="341790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6" name="Google Shape;4676;p25"/>
            <p:cNvSpPr/>
            <p:nvPr/>
          </p:nvSpPr>
          <p:spPr>
            <a:xfrm>
              <a:off x="3565818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7" name="Google Shape;4677;p25"/>
            <p:cNvSpPr/>
            <p:nvPr/>
          </p:nvSpPr>
          <p:spPr>
            <a:xfrm>
              <a:off x="3713719" y="192286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8" name="Google Shape;4678;p25"/>
            <p:cNvSpPr/>
            <p:nvPr/>
          </p:nvSpPr>
          <p:spPr>
            <a:xfrm>
              <a:off x="386166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9" name="Google Shape;4679;p25"/>
            <p:cNvSpPr/>
            <p:nvPr/>
          </p:nvSpPr>
          <p:spPr>
            <a:xfrm>
              <a:off x="400956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0" name="Google Shape;4680;p25"/>
            <p:cNvSpPr/>
            <p:nvPr/>
          </p:nvSpPr>
          <p:spPr>
            <a:xfrm>
              <a:off x="415748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1" name="Google Shape;4681;p25"/>
            <p:cNvSpPr/>
            <p:nvPr/>
          </p:nvSpPr>
          <p:spPr>
            <a:xfrm>
              <a:off x="430539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2" name="Google Shape;4682;p25"/>
            <p:cNvSpPr/>
            <p:nvPr/>
          </p:nvSpPr>
          <p:spPr>
            <a:xfrm>
              <a:off x="445331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3" name="Google Shape;4683;p25"/>
            <p:cNvSpPr/>
            <p:nvPr/>
          </p:nvSpPr>
          <p:spPr>
            <a:xfrm>
              <a:off x="4601215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4" name="Google Shape;4684;p25"/>
            <p:cNvSpPr/>
            <p:nvPr/>
          </p:nvSpPr>
          <p:spPr>
            <a:xfrm>
              <a:off x="253040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5" name="Google Shape;4685;p25"/>
            <p:cNvSpPr/>
            <p:nvPr/>
          </p:nvSpPr>
          <p:spPr>
            <a:xfrm>
              <a:off x="267832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6" name="Google Shape;4686;p25"/>
            <p:cNvSpPr/>
            <p:nvPr/>
          </p:nvSpPr>
          <p:spPr>
            <a:xfrm>
              <a:off x="2807755" y="175648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7" name="Google Shape;4687;p25"/>
            <p:cNvSpPr/>
            <p:nvPr/>
          </p:nvSpPr>
          <p:spPr>
            <a:xfrm>
              <a:off x="297417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8" name="Google Shape;4688;p25"/>
            <p:cNvSpPr/>
            <p:nvPr/>
          </p:nvSpPr>
          <p:spPr>
            <a:xfrm>
              <a:off x="312208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9" name="Google Shape;4689;p25"/>
            <p:cNvSpPr/>
            <p:nvPr/>
          </p:nvSpPr>
          <p:spPr>
            <a:xfrm>
              <a:off x="326998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0" name="Google Shape;4690;p25"/>
            <p:cNvSpPr/>
            <p:nvPr/>
          </p:nvSpPr>
          <p:spPr>
            <a:xfrm>
              <a:off x="341790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1" name="Google Shape;4691;p25"/>
            <p:cNvSpPr/>
            <p:nvPr/>
          </p:nvSpPr>
          <p:spPr>
            <a:xfrm>
              <a:off x="3565818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2" name="Google Shape;4692;p25"/>
            <p:cNvSpPr/>
            <p:nvPr/>
          </p:nvSpPr>
          <p:spPr>
            <a:xfrm>
              <a:off x="3713719" y="175648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3" name="Google Shape;4693;p25"/>
            <p:cNvSpPr/>
            <p:nvPr/>
          </p:nvSpPr>
          <p:spPr>
            <a:xfrm>
              <a:off x="386166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4" name="Google Shape;4694;p25"/>
            <p:cNvSpPr/>
            <p:nvPr/>
          </p:nvSpPr>
          <p:spPr>
            <a:xfrm>
              <a:off x="400956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5" name="Google Shape;4695;p25"/>
            <p:cNvSpPr/>
            <p:nvPr/>
          </p:nvSpPr>
          <p:spPr>
            <a:xfrm>
              <a:off x="415748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6" name="Google Shape;4696;p25"/>
            <p:cNvSpPr/>
            <p:nvPr/>
          </p:nvSpPr>
          <p:spPr>
            <a:xfrm>
              <a:off x="430539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7" name="Google Shape;4697;p25"/>
            <p:cNvSpPr/>
            <p:nvPr/>
          </p:nvSpPr>
          <p:spPr>
            <a:xfrm>
              <a:off x="445331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8" name="Google Shape;4698;p25"/>
            <p:cNvSpPr/>
            <p:nvPr/>
          </p:nvSpPr>
          <p:spPr>
            <a:xfrm>
              <a:off x="4601215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9" name="Google Shape;4699;p25"/>
            <p:cNvSpPr/>
            <p:nvPr/>
          </p:nvSpPr>
          <p:spPr>
            <a:xfrm>
              <a:off x="253040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0" name="Google Shape;4700;p25"/>
            <p:cNvSpPr/>
            <p:nvPr/>
          </p:nvSpPr>
          <p:spPr>
            <a:xfrm>
              <a:off x="267832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1" name="Google Shape;4701;p25"/>
            <p:cNvSpPr/>
            <p:nvPr/>
          </p:nvSpPr>
          <p:spPr>
            <a:xfrm>
              <a:off x="2807755" y="162704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2" name="Google Shape;4702;p25"/>
            <p:cNvSpPr/>
            <p:nvPr/>
          </p:nvSpPr>
          <p:spPr>
            <a:xfrm>
              <a:off x="297417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3" name="Google Shape;4703;p25"/>
            <p:cNvSpPr/>
            <p:nvPr/>
          </p:nvSpPr>
          <p:spPr>
            <a:xfrm>
              <a:off x="312208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4" name="Google Shape;4704;p25"/>
            <p:cNvSpPr/>
            <p:nvPr/>
          </p:nvSpPr>
          <p:spPr>
            <a:xfrm>
              <a:off x="326998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5" name="Google Shape;4705;p25"/>
            <p:cNvSpPr/>
            <p:nvPr/>
          </p:nvSpPr>
          <p:spPr>
            <a:xfrm>
              <a:off x="341790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6" name="Google Shape;4706;p25"/>
            <p:cNvSpPr/>
            <p:nvPr/>
          </p:nvSpPr>
          <p:spPr>
            <a:xfrm>
              <a:off x="3565818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7" name="Google Shape;4707;p25"/>
            <p:cNvSpPr/>
            <p:nvPr/>
          </p:nvSpPr>
          <p:spPr>
            <a:xfrm>
              <a:off x="3713719" y="162704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8" name="Google Shape;4708;p25"/>
            <p:cNvSpPr/>
            <p:nvPr/>
          </p:nvSpPr>
          <p:spPr>
            <a:xfrm>
              <a:off x="386166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9" name="Google Shape;4709;p25"/>
            <p:cNvSpPr/>
            <p:nvPr/>
          </p:nvSpPr>
          <p:spPr>
            <a:xfrm>
              <a:off x="400956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0" name="Google Shape;4710;p25"/>
            <p:cNvSpPr/>
            <p:nvPr/>
          </p:nvSpPr>
          <p:spPr>
            <a:xfrm>
              <a:off x="415748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1" name="Google Shape;4711;p25"/>
            <p:cNvSpPr/>
            <p:nvPr/>
          </p:nvSpPr>
          <p:spPr>
            <a:xfrm>
              <a:off x="430539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2" name="Google Shape;4712;p25"/>
            <p:cNvSpPr/>
            <p:nvPr/>
          </p:nvSpPr>
          <p:spPr>
            <a:xfrm>
              <a:off x="445331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3" name="Google Shape;4713;p25"/>
            <p:cNvSpPr/>
            <p:nvPr/>
          </p:nvSpPr>
          <p:spPr>
            <a:xfrm>
              <a:off x="4601215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4" name="Google Shape;4714;p25"/>
            <p:cNvSpPr/>
            <p:nvPr/>
          </p:nvSpPr>
          <p:spPr>
            <a:xfrm>
              <a:off x="253040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5" name="Google Shape;4715;p25"/>
            <p:cNvSpPr/>
            <p:nvPr/>
          </p:nvSpPr>
          <p:spPr>
            <a:xfrm>
              <a:off x="267832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6" name="Google Shape;4716;p25"/>
            <p:cNvSpPr/>
            <p:nvPr/>
          </p:nvSpPr>
          <p:spPr>
            <a:xfrm>
              <a:off x="2807755" y="1460633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7" name="Google Shape;4717;p25"/>
            <p:cNvSpPr/>
            <p:nvPr/>
          </p:nvSpPr>
          <p:spPr>
            <a:xfrm>
              <a:off x="297417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8" name="Google Shape;4718;p25"/>
            <p:cNvSpPr/>
            <p:nvPr/>
          </p:nvSpPr>
          <p:spPr>
            <a:xfrm>
              <a:off x="312208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9" name="Google Shape;4719;p25"/>
            <p:cNvSpPr/>
            <p:nvPr/>
          </p:nvSpPr>
          <p:spPr>
            <a:xfrm>
              <a:off x="326998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0" name="Google Shape;4720;p25"/>
            <p:cNvSpPr/>
            <p:nvPr/>
          </p:nvSpPr>
          <p:spPr>
            <a:xfrm>
              <a:off x="341790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1" name="Google Shape;4721;p25"/>
            <p:cNvSpPr/>
            <p:nvPr/>
          </p:nvSpPr>
          <p:spPr>
            <a:xfrm>
              <a:off x="3565818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2" name="Google Shape;4722;p25"/>
            <p:cNvSpPr/>
            <p:nvPr/>
          </p:nvSpPr>
          <p:spPr>
            <a:xfrm>
              <a:off x="3713719" y="1460633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3" name="Google Shape;4723;p25"/>
            <p:cNvSpPr/>
            <p:nvPr/>
          </p:nvSpPr>
          <p:spPr>
            <a:xfrm>
              <a:off x="386166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4" name="Google Shape;4724;p25"/>
            <p:cNvSpPr/>
            <p:nvPr/>
          </p:nvSpPr>
          <p:spPr>
            <a:xfrm>
              <a:off x="400956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5" name="Google Shape;4725;p25"/>
            <p:cNvSpPr/>
            <p:nvPr/>
          </p:nvSpPr>
          <p:spPr>
            <a:xfrm>
              <a:off x="415748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6" name="Google Shape;4726;p25"/>
            <p:cNvSpPr/>
            <p:nvPr/>
          </p:nvSpPr>
          <p:spPr>
            <a:xfrm>
              <a:off x="430539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7" name="Google Shape;4727;p25"/>
            <p:cNvSpPr/>
            <p:nvPr/>
          </p:nvSpPr>
          <p:spPr>
            <a:xfrm>
              <a:off x="445331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8" name="Google Shape;4728;p25"/>
            <p:cNvSpPr/>
            <p:nvPr/>
          </p:nvSpPr>
          <p:spPr>
            <a:xfrm>
              <a:off x="4601215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9" name="Google Shape;4729;p25"/>
            <p:cNvSpPr/>
            <p:nvPr/>
          </p:nvSpPr>
          <p:spPr>
            <a:xfrm>
              <a:off x="253040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0" name="Google Shape;4730;p25"/>
            <p:cNvSpPr/>
            <p:nvPr/>
          </p:nvSpPr>
          <p:spPr>
            <a:xfrm>
              <a:off x="267832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1" name="Google Shape;4731;p25"/>
            <p:cNvSpPr/>
            <p:nvPr/>
          </p:nvSpPr>
          <p:spPr>
            <a:xfrm>
              <a:off x="2807755" y="1331201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2" name="Google Shape;4732;p25"/>
            <p:cNvSpPr/>
            <p:nvPr/>
          </p:nvSpPr>
          <p:spPr>
            <a:xfrm>
              <a:off x="297417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3" name="Google Shape;4733;p25"/>
            <p:cNvSpPr/>
            <p:nvPr/>
          </p:nvSpPr>
          <p:spPr>
            <a:xfrm>
              <a:off x="312208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4" name="Google Shape;4734;p25"/>
            <p:cNvSpPr/>
            <p:nvPr/>
          </p:nvSpPr>
          <p:spPr>
            <a:xfrm>
              <a:off x="326998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5" name="Google Shape;4735;p25"/>
            <p:cNvSpPr/>
            <p:nvPr/>
          </p:nvSpPr>
          <p:spPr>
            <a:xfrm>
              <a:off x="341790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6" name="Google Shape;4736;p25"/>
            <p:cNvSpPr/>
            <p:nvPr/>
          </p:nvSpPr>
          <p:spPr>
            <a:xfrm>
              <a:off x="3565818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7" name="Google Shape;4737;p25"/>
            <p:cNvSpPr/>
            <p:nvPr/>
          </p:nvSpPr>
          <p:spPr>
            <a:xfrm>
              <a:off x="3713719" y="1331201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8" name="Google Shape;4738;p25"/>
            <p:cNvSpPr/>
            <p:nvPr/>
          </p:nvSpPr>
          <p:spPr>
            <a:xfrm>
              <a:off x="386166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9" name="Google Shape;4739;p25"/>
            <p:cNvSpPr/>
            <p:nvPr/>
          </p:nvSpPr>
          <p:spPr>
            <a:xfrm>
              <a:off x="400956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0" name="Google Shape;4740;p25"/>
            <p:cNvSpPr/>
            <p:nvPr/>
          </p:nvSpPr>
          <p:spPr>
            <a:xfrm>
              <a:off x="415748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1" name="Google Shape;4741;p25"/>
            <p:cNvSpPr/>
            <p:nvPr/>
          </p:nvSpPr>
          <p:spPr>
            <a:xfrm>
              <a:off x="430539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2" name="Google Shape;4742;p25"/>
            <p:cNvSpPr/>
            <p:nvPr/>
          </p:nvSpPr>
          <p:spPr>
            <a:xfrm>
              <a:off x="445331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3" name="Google Shape;4743;p25"/>
            <p:cNvSpPr/>
            <p:nvPr/>
          </p:nvSpPr>
          <p:spPr>
            <a:xfrm>
              <a:off x="4601215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4" name="Google Shape;4744;p25"/>
            <p:cNvSpPr/>
            <p:nvPr/>
          </p:nvSpPr>
          <p:spPr>
            <a:xfrm>
              <a:off x="253040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5" name="Google Shape;4745;p25"/>
            <p:cNvSpPr/>
            <p:nvPr/>
          </p:nvSpPr>
          <p:spPr>
            <a:xfrm>
              <a:off x="267832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6" name="Google Shape;4746;p25"/>
            <p:cNvSpPr/>
            <p:nvPr/>
          </p:nvSpPr>
          <p:spPr>
            <a:xfrm>
              <a:off x="2807755" y="118328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7" name="Google Shape;4747;p25"/>
            <p:cNvSpPr/>
            <p:nvPr/>
          </p:nvSpPr>
          <p:spPr>
            <a:xfrm>
              <a:off x="297417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8" name="Google Shape;4748;p25"/>
            <p:cNvSpPr/>
            <p:nvPr/>
          </p:nvSpPr>
          <p:spPr>
            <a:xfrm>
              <a:off x="312208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9" name="Google Shape;4749;p25"/>
            <p:cNvSpPr/>
            <p:nvPr/>
          </p:nvSpPr>
          <p:spPr>
            <a:xfrm>
              <a:off x="326998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0" name="Google Shape;4750;p25"/>
            <p:cNvSpPr/>
            <p:nvPr/>
          </p:nvSpPr>
          <p:spPr>
            <a:xfrm>
              <a:off x="341790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1" name="Google Shape;4751;p25"/>
            <p:cNvSpPr/>
            <p:nvPr/>
          </p:nvSpPr>
          <p:spPr>
            <a:xfrm>
              <a:off x="3565818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2" name="Google Shape;4752;p25"/>
            <p:cNvSpPr/>
            <p:nvPr/>
          </p:nvSpPr>
          <p:spPr>
            <a:xfrm>
              <a:off x="3713719" y="118328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3" name="Google Shape;4753;p25"/>
            <p:cNvSpPr/>
            <p:nvPr/>
          </p:nvSpPr>
          <p:spPr>
            <a:xfrm>
              <a:off x="386166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4" name="Google Shape;4754;p25"/>
            <p:cNvSpPr/>
            <p:nvPr/>
          </p:nvSpPr>
          <p:spPr>
            <a:xfrm>
              <a:off x="400956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5" name="Google Shape;4755;p25"/>
            <p:cNvSpPr/>
            <p:nvPr/>
          </p:nvSpPr>
          <p:spPr>
            <a:xfrm>
              <a:off x="415748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6" name="Google Shape;4756;p25"/>
            <p:cNvSpPr/>
            <p:nvPr/>
          </p:nvSpPr>
          <p:spPr>
            <a:xfrm>
              <a:off x="430539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7" name="Google Shape;4757;p25"/>
            <p:cNvSpPr/>
            <p:nvPr/>
          </p:nvSpPr>
          <p:spPr>
            <a:xfrm>
              <a:off x="253040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8" name="Google Shape;4758;p25"/>
            <p:cNvSpPr/>
            <p:nvPr/>
          </p:nvSpPr>
          <p:spPr>
            <a:xfrm>
              <a:off x="267832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9" name="Google Shape;4759;p25"/>
            <p:cNvSpPr/>
            <p:nvPr/>
          </p:nvSpPr>
          <p:spPr>
            <a:xfrm>
              <a:off x="2807755" y="101690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0" name="Google Shape;4760;p25"/>
            <p:cNvSpPr/>
            <p:nvPr/>
          </p:nvSpPr>
          <p:spPr>
            <a:xfrm>
              <a:off x="297417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1" name="Google Shape;4761;p25"/>
            <p:cNvSpPr/>
            <p:nvPr/>
          </p:nvSpPr>
          <p:spPr>
            <a:xfrm>
              <a:off x="312208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2" name="Google Shape;4762;p25"/>
            <p:cNvSpPr/>
            <p:nvPr/>
          </p:nvSpPr>
          <p:spPr>
            <a:xfrm>
              <a:off x="326998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3" name="Google Shape;4763;p25"/>
            <p:cNvSpPr/>
            <p:nvPr/>
          </p:nvSpPr>
          <p:spPr>
            <a:xfrm>
              <a:off x="341790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4" name="Google Shape;4764;p25"/>
            <p:cNvSpPr/>
            <p:nvPr/>
          </p:nvSpPr>
          <p:spPr>
            <a:xfrm>
              <a:off x="3565818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5" name="Google Shape;4765;p25"/>
            <p:cNvSpPr/>
            <p:nvPr/>
          </p:nvSpPr>
          <p:spPr>
            <a:xfrm>
              <a:off x="3713719" y="101690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6" name="Google Shape;4766;p25"/>
            <p:cNvSpPr/>
            <p:nvPr/>
          </p:nvSpPr>
          <p:spPr>
            <a:xfrm>
              <a:off x="386166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7" name="Google Shape;4767;p25"/>
            <p:cNvSpPr/>
            <p:nvPr/>
          </p:nvSpPr>
          <p:spPr>
            <a:xfrm>
              <a:off x="400956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8" name="Google Shape;4768;p25"/>
            <p:cNvSpPr/>
            <p:nvPr/>
          </p:nvSpPr>
          <p:spPr>
            <a:xfrm>
              <a:off x="415748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9" name="Google Shape;4769;p25"/>
            <p:cNvSpPr/>
            <p:nvPr/>
          </p:nvSpPr>
          <p:spPr>
            <a:xfrm>
              <a:off x="253040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0" name="Google Shape;4770;p25"/>
            <p:cNvSpPr/>
            <p:nvPr/>
          </p:nvSpPr>
          <p:spPr>
            <a:xfrm>
              <a:off x="267832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1" name="Google Shape;4771;p25"/>
            <p:cNvSpPr/>
            <p:nvPr/>
          </p:nvSpPr>
          <p:spPr>
            <a:xfrm>
              <a:off x="2807755" y="88746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2" name="Google Shape;4772;p25"/>
            <p:cNvSpPr/>
            <p:nvPr/>
          </p:nvSpPr>
          <p:spPr>
            <a:xfrm>
              <a:off x="297417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3" name="Google Shape;4773;p25"/>
            <p:cNvSpPr/>
            <p:nvPr/>
          </p:nvSpPr>
          <p:spPr>
            <a:xfrm>
              <a:off x="312208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4" name="Google Shape;4774;p25"/>
            <p:cNvSpPr/>
            <p:nvPr/>
          </p:nvSpPr>
          <p:spPr>
            <a:xfrm>
              <a:off x="326998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5" name="Google Shape;4775;p25"/>
            <p:cNvSpPr/>
            <p:nvPr/>
          </p:nvSpPr>
          <p:spPr>
            <a:xfrm>
              <a:off x="341790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6" name="Google Shape;4776;p25"/>
            <p:cNvSpPr/>
            <p:nvPr/>
          </p:nvSpPr>
          <p:spPr>
            <a:xfrm>
              <a:off x="3565818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7" name="Google Shape;4777;p25"/>
            <p:cNvSpPr/>
            <p:nvPr/>
          </p:nvSpPr>
          <p:spPr>
            <a:xfrm>
              <a:off x="3713719" y="88746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8" name="Google Shape;4778;p25"/>
            <p:cNvSpPr/>
            <p:nvPr/>
          </p:nvSpPr>
          <p:spPr>
            <a:xfrm>
              <a:off x="386166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9" name="Google Shape;4779;p25"/>
            <p:cNvSpPr/>
            <p:nvPr/>
          </p:nvSpPr>
          <p:spPr>
            <a:xfrm>
              <a:off x="400956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0" name="Google Shape;4780;p25"/>
            <p:cNvSpPr/>
            <p:nvPr/>
          </p:nvSpPr>
          <p:spPr>
            <a:xfrm>
              <a:off x="415748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1" name="Google Shape;4781;p25"/>
            <p:cNvSpPr/>
            <p:nvPr/>
          </p:nvSpPr>
          <p:spPr>
            <a:xfrm>
              <a:off x="253040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2" name="Google Shape;4782;p25"/>
            <p:cNvSpPr/>
            <p:nvPr/>
          </p:nvSpPr>
          <p:spPr>
            <a:xfrm>
              <a:off x="267832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3" name="Google Shape;4783;p25"/>
            <p:cNvSpPr/>
            <p:nvPr/>
          </p:nvSpPr>
          <p:spPr>
            <a:xfrm>
              <a:off x="2807755" y="739552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4" name="Google Shape;4784;p25"/>
            <p:cNvSpPr/>
            <p:nvPr/>
          </p:nvSpPr>
          <p:spPr>
            <a:xfrm>
              <a:off x="297417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5" name="Google Shape;4785;p25"/>
            <p:cNvSpPr/>
            <p:nvPr/>
          </p:nvSpPr>
          <p:spPr>
            <a:xfrm>
              <a:off x="312208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6" name="Google Shape;4786;p25"/>
            <p:cNvSpPr/>
            <p:nvPr/>
          </p:nvSpPr>
          <p:spPr>
            <a:xfrm>
              <a:off x="326998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7" name="Google Shape;4787;p25"/>
            <p:cNvSpPr/>
            <p:nvPr/>
          </p:nvSpPr>
          <p:spPr>
            <a:xfrm>
              <a:off x="3417902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8" name="Google Shape;4788;p25"/>
            <p:cNvSpPr/>
            <p:nvPr/>
          </p:nvSpPr>
          <p:spPr>
            <a:xfrm>
              <a:off x="3565818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9" name="Google Shape;4789;p25"/>
            <p:cNvSpPr/>
            <p:nvPr/>
          </p:nvSpPr>
          <p:spPr>
            <a:xfrm>
              <a:off x="3713719" y="739552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0" name="Google Shape;4790;p25"/>
            <p:cNvSpPr/>
            <p:nvPr/>
          </p:nvSpPr>
          <p:spPr>
            <a:xfrm>
              <a:off x="386166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1" name="Google Shape;4791;p25"/>
            <p:cNvSpPr/>
            <p:nvPr/>
          </p:nvSpPr>
          <p:spPr>
            <a:xfrm>
              <a:off x="400956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2" name="Google Shape;4792;p25"/>
            <p:cNvSpPr/>
            <p:nvPr/>
          </p:nvSpPr>
          <p:spPr>
            <a:xfrm>
              <a:off x="253040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3" name="Google Shape;4793;p25"/>
            <p:cNvSpPr/>
            <p:nvPr/>
          </p:nvSpPr>
          <p:spPr>
            <a:xfrm>
              <a:off x="267832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4" name="Google Shape;4794;p25"/>
            <p:cNvSpPr/>
            <p:nvPr/>
          </p:nvSpPr>
          <p:spPr>
            <a:xfrm>
              <a:off x="2807755" y="573137"/>
              <a:ext cx="166431" cy="166431"/>
            </a:xfrm>
            <a:custGeom>
              <a:rect b="b" l="l" r="r" t="t"/>
              <a:pathLst>
                <a:path extrusionOk="0" h="10715" w="10715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5" name="Google Shape;4795;p25"/>
            <p:cNvSpPr/>
            <p:nvPr/>
          </p:nvSpPr>
          <p:spPr>
            <a:xfrm>
              <a:off x="297417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6" name="Google Shape;4796;p25"/>
            <p:cNvSpPr/>
            <p:nvPr/>
          </p:nvSpPr>
          <p:spPr>
            <a:xfrm>
              <a:off x="3122086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7" name="Google Shape;4797;p25"/>
            <p:cNvSpPr/>
            <p:nvPr/>
          </p:nvSpPr>
          <p:spPr>
            <a:xfrm>
              <a:off x="326998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8" name="Google Shape;4798;p25"/>
            <p:cNvSpPr/>
            <p:nvPr/>
          </p:nvSpPr>
          <p:spPr>
            <a:xfrm>
              <a:off x="3417902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9" name="Google Shape;4799;p25"/>
            <p:cNvSpPr/>
            <p:nvPr/>
          </p:nvSpPr>
          <p:spPr>
            <a:xfrm>
              <a:off x="253040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0" name="Google Shape;4800;p25"/>
            <p:cNvSpPr/>
            <p:nvPr/>
          </p:nvSpPr>
          <p:spPr>
            <a:xfrm>
              <a:off x="267832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1" name="Google Shape;4801;p25"/>
            <p:cNvSpPr/>
            <p:nvPr/>
          </p:nvSpPr>
          <p:spPr>
            <a:xfrm>
              <a:off x="2807755" y="443705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2" name="Google Shape;4802;p25"/>
            <p:cNvSpPr/>
            <p:nvPr/>
          </p:nvSpPr>
          <p:spPr>
            <a:xfrm>
              <a:off x="297417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3" name="Google Shape;4803;p25"/>
            <p:cNvSpPr/>
            <p:nvPr/>
          </p:nvSpPr>
          <p:spPr>
            <a:xfrm>
              <a:off x="3122086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4" name="Google Shape;4804;p25"/>
            <p:cNvSpPr/>
            <p:nvPr/>
          </p:nvSpPr>
          <p:spPr>
            <a:xfrm>
              <a:off x="326998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5" name="Google Shape;4805;p25"/>
            <p:cNvSpPr/>
            <p:nvPr/>
          </p:nvSpPr>
          <p:spPr>
            <a:xfrm>
              <a:off x="3417902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6" name="Google Shape;4806;p25"/>
            <p:cNvSpPr/>
            <p:nvPr/>
          </p:nvSpPr>
          <p:spPr>
            <a:xfrm>
              <a:off x="253040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7" name="Google Shape;4807;p25"/>
            <p:cNvSpPr/>
            <p:nvPr/>
          </p:nvSpPr>
          <p:spPr>
            <a:xfrm>
              <a:off x="267832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8" name="Google Shape;4808;p25"/>
            <p:cNvSpPr/>
            <p:nvPr/>
          </p:nvSpPr>
          <p:spPr>
            <a:xfrm>
              <a:off x="2807755" y="27732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9" name="Google Shape;4809;p25"/>
            <p:cNvSpPr/>
            <p:nvPr/>
          </p:nvSpPr>
          <p:spPr>
            <a:xfrm>
              <a:off x="297417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0" name="Google Shape;4810;p25"/>
            <p:cNvSpPr/>
            <p:nvPr/>
          </p:nvSpPr>
          <p:spPr>
            <a:xfrm>
              <a:off x="3122086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1" name="Google Shape;4811;p25"/>
            <p:cNvSpPr/>
            <p:nvPr/>
          </p:nvSpPr>
          <p:spPr>
            <a:xfrm>
              <a:off x="326998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2" name="Google Shape;4812;p25"/>
            <p:cNvSpPr/>
            <p:nvPr/>
          </p:nvSpPr>
          <p:spPr>
            <a:xfrm>
              <a:off x="2530406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3" name="Google Shape;4813;p25"/>
            <p:cNvSpPr/>
            <p:nvPr/>
          </p:nvSpPr>
          <p:spPr>
            <a:xfrm>
              <a:off x="267832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4" name="Google Shape;4814;p25"/>
            <p:cNvSpPr/>
            <p:nvPr/>
          </p:nvSpPr>
          <p:spPr>
            <a:xfrm>
              <a:off x="2807755" y="129404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5" name="Google Shape;4815;p25"/>
            <p:cNvSpPr/>
            <p:nvPr/>
          </p:nvSpPr>
          <p:spPr>
            <a:xfrm>
              <a:off x="2974170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6" name="Google Shape;4816;p25"/>
            <p:cNvSpPr/>
            <p:nvPr/>
          </p:nvSpPr>
          <p:spPr>
            <a:xfrm>
              <a:off x="3122086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7" name="Google Shape;4817;p25"/>
            <p:cNvSpPr/>
            <p:nvPr/>
          </p:nvSpPr>
          <p:spPr>
            <a:xfrm>
              <a:off x="2530406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8" name="Google Shape;4818;p25"/>
            <p:cNvSpPr/>
            <p:nvPr/>
          </p:nvSpPr>
          <p:spPr>
            <a:xfrm>
              <a:off x="267832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9" name="Google Shape;4819;p25"/>
            <p:cNvSpPr/>
            <p:nvPr/>
          </p:nvSpPr>
          <p:spPr>
            <a:xfrm>
              <a:off x="2807755" y="-12"/>
              <a:ext cx="166431" cy="129432"/>
            </a:xfrm>
            <a:custGeom>
              <a:rect b="b" l="l" r="r" t="t"/>
              <a:pathLst>
                <a:path extrusionOk="0" h="8333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0" name="Google Shape;4820;p25"/>
            <p:cNvSpPr/>
            <p:nvPr/>
          </p:nvSpPr>
          <p:spPr>
            <a:xfrm>
              <a:off x="2974170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21" name="Google Shape;4821;p25"/>
          <p:cNvGrpSpPr/>
          <p:nvPr/>
        </p:nvGrpSpPr>
        <p:grpSpPr>
          <a:xfrm flipH="1">
            <a:off x="-1055437" y="935378"/>
            <a:ext cx="1443946" cy="721968"/>
            <a:chOff x="311697" y="-12"/>
            <a:chExt cx="4437449" cy="2218709"/>
          </a:xfrm>
        </p:grpSpPr>
        <p:sp>
          <p:nvSpPr>
            <p:cNvPr id="4822" name="Google Shape;4822;p25"/>
            <p:cNvSpPr/>
            <p:nvPr/>
          </p:nvSpPr>
          <p:spPr>
            <a:xfrm>
              <a:off x="2400974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3" name="Google Shape;4823;p25"/>
            <p:cNvSpPr/>
            <p:nvPr/>
          </p:nvSpPr>
          <p:spPr>
            <a:xfrm>
              <a:off x="2253074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4" name="Google Shape;4824;p25"/>
            <p:cNvSpPr/>
            <p:nvPr/>
          </p:nvSpPr>
          <p:spPr>
            <a:xfrm>
              <a:off x="208667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5" name="Google Shape;4825;p25"/>
            <p:cNvSpPr/>
            <p:nvPr/>
          </p:nvSpPr>
          <p:spPr>
            <a:xfrm>
              <a:off x="195724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6" name="Google Shape;4826;p25"/>
            <p:cNvSpPr/>
            <p:nvPr/>
          </p:nvSpPr>
          <p:spPr>
            <a:xfrm>
              <a:off x="1790857" y="2070781"/>
              <a:ext cx="166400" cy="147916"/>
            </a:xfrm>
            <a:custGeom>
              <a:rect b="b" l="l" r="r" t="t"/>
              <a:pathLst>
                <a:path extrusionOk="0" h="9523" w="10713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7" name="Google Shape;4827;p25"/>
            <p:cNvSpPr/>
            <p:nvPr/>
          </p:nvSpPr>
          <p:spPr>
            <a:xfrm>
              <a:off x="164291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8" name="Google Shape;4828;p25"/>
            <p:cNvSpPr/>
            <p:nvPr/>
          </p:nvSpPr>
          <p:spPr>
            <a:xfrm>
              <a:off x="1513494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9" name="Google Shape;4829;p25"/>
            <p:cNvSpPr/>
            <p:nvPr/>
          </p:nvSpPr>
          <p:spPr>
            <a:xfrm>
              <a:off x="134709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0" name="Google Shape;4830;p25"/>
            <p:cNvSpPr/>
            <p:nvPr/>
          </p:nvSpPr>
          <p:spPr>
            <a:xfrm>
              <a:off x="119917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1" name="Google Shape;4831;p25"/>
            <p:cNvSpPr/>
            <p:nvPr/>
          </p:nvSpPr>
          <p:spPr>
            <a:xfrm>
              <a:off x="1069761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2" name="Google Shape;4832;p25"/>
            <p:cNvSpPr/>
            <p:nvPr/>
          </p:nvSpPr>
          <p:spPr>
            <a:xfrm>
              <a:off x="903361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3" name="Google Shape;4833;p25"/>
            <p:cNvSpPr/>
            <p:nvPr/>
          </p:nvSpPr>
          <p:spPr>
            <a:xfrm>
              <a:off x="755430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4" name="Google Shape;4834;p25"/>
            <p:cNvSpPr/>
            <p:nvPr/>
          </p:nvSpPr>
          <p:spPr>
            <a:xfrm>
              <a:off x="625998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5" name="Google Shape;4835;p25"/>
            <p:cNvSpPr/>
            <p:nvPr/>
          </p:nvSpPr>
          <p:spPr>
            <a:xfrm>
              <a:off x="2400974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6" name="Google Shape;4836;p25"/>
            <p:cNvSpPr/>
            <p:nvPr/>
          </p:nvSpPr>
          <p:spPr>
            <a:xfrm>
              <a:off x="225307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7" name="Google Shape;4837;p25"/>
            <p:cNvSpPr/>
            <p:nvPr/>
          </p:nvSpPr>
          <p:spPr>
            <a:xfrm>
              <a:off x="208667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8" name="Google Shape;4838;p25"/>
            <p:cNvSpPr/>
            <p:nvPr/>
          </p:nvSpPr>
          <p:spPr>
            <a:xfrm>
              <a:off x="195724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9" name="Google Shape;4839;p25"/>
            <p:cNvSpPr/>
            <p:nvPr/>
          </p:nvSpPr>
          <p:spPr>
            <a:xfrm>
              <a:off x="1790857" y="192286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0" name="Google Shape;4840;p25"/>
            <p:cNvSpPr/>
            <p:nvPr/>
          </p:nvSpPr>
          <p:spPr>
            <a:xfrm>
              <a:off x="164291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1" name="Google Shape;4841;p25"/>
            <p:cNvSpPr/>
            <p:nvPr/>
          </p:nvSpPr>
          <p:spPr>
            <a:xfrm>
              <a:off x="1513494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2" name="Google Shape;4842;p25"/>
            <p:cNvSpPr/>
            <p:nvPr/>
          </p:nvSpPr>
          <p:spPr>
            <a:xfrm>
              <a:off x="134709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3" name="Google Shape;4843;p25"/>
            <p:cNvSpPr/>
            <p:nvPr/>
          </p:nvSpPr>
          <p:spPr>
            <a:xfrm>
              <a:off x="119917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4" name="Google Shape;4844;p25"/>
            <p:cNvSpPr/>
            <p:nvPr/>
          </p:nvSpPr>
          <p:spPr>
            <a:xfrm>
              <a:off x="1069761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5" name="Google Shape;4845;p25"/>
            <p:cNvSpPr/>
            <p:nvPr/>
          </p:nvSpPr>
          <p:spPr>
            <a:xfrm>
              <a:off x="903361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6" name="Google Shape;4846;p25"/>
            <p:cNvSpPr/>
            <p:nvPr/>
          </p:nvSpPr>
          <p:spPr>
            <a:xfrm>
              <a:off x="755430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7" name="Google Shape;4847;p25"/>
            <p:cNvSpPr/>
            <p:nvPr/>
          </p:nvSpPr>
          <p:spPr>
            <a:xfrm>
              <a:off x="625998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8" name="Google Shape;4848;p25"/>
            <p:cNvSpPr/>
            <p:nvPr/>
          </p:nvSpPr>
          <p:spPr>
            <a:xfrm>
              <a:off x="459598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9" name="Google Shape;4849;p25"/>
            <p:cNvSpPr/>
            <p:nvPr/>
          </p:nvSpPr>
          <p:spPr>
            <a:xfrm>
              <a:off x="311697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0" name="Google Shape;4850;p25"/>
            <p:cNvSpPr/>
            <p:nvPr/>
          </p:nvSpPr>
          <p:spPr>
            <a:xfrm>
              <a:off x="2400974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1" name="Google Shape;4851;p25"/>
            <p:cNvSpPr/>
            <p:nvPr/>
          </p:nvSpPr>
          <p:spPr>
            <a:xfrm>
              <a:off x="225307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2" name="Google Shape;4852;p25"/>
            <p:cNvSpPr/>
            <p:nvPr/>
          </p:nvSpPr>
          <p:spPr>
            <a:xfrm>
              <a:off x="208667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3" name="Google Shape;4853;p25"/>
            <p:cNvSpPr/>
            <p:nvPr/>
          </p:nvSpPr>
          <p:spPr>
            <a:xfrm>
              <a:off x="195724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4" name="Google Shape;4854;p25"/>
            <p:cNvSpPr/>
            <p:nvPr/>
          </p:nvSpPr>
          <p:spPr>
            <a:xfrm>
              <a:off x="1790857" y="175648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5" name="Google Shape;4855;p25"/>
            <p:cNvSpPr/>
            <p:nvPr/>
          </p:nvSpPr>
          <p:spPr>
            <a:xfrm>
              <a:off x="164291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6" name="Google Shape;4856;p25"/>
            <p:cNvSpPr/>
            <p:nvPr/>
          </p:nvSpPr>
          <p:spPr>
            <a:xfrm>
              <a:off x="1513494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7" name="Google Shape;4857;p25"/>
            <p:cNvSpPr/>
            <p:nvPr/>
          </p:nvSpPr>
          <p:spPr>
            <a:xfrm>
              <a:off x="134709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8" name="Google Shape;4858;p25"/>
            <p:cNvSpPr/>
            <p:nvPr/>
          </p:nvSpPr>
          <p:spPr>
            <a:xfrm>
              <a:off x="119917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9" name="Google Shape;4859;p25"/>
            <p:cNvSpPr/>
            <p:nvPr/>
          </p:nvSpPr>
          <p:spPr>
            <a:xfrm>
              <a:off x="1069761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0" name="Google Shape;4860;p25"/>
            <p:cNvSpPr/>
            <p:nvPr/>
          </p:nvSpPr>
          <p:spPr>
            <a:xfrm>
              <a:off x="903361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1" name="Google Shape;4861;p25"/>
            <p:cNvSpPr/>
            <p:nvPr/>
          </p:nvSpPr>
          <p:spPr>
            <a:xfrm>
              <a:off x="755430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2" name="Google Shape;4862;p25"/>
            <p:cNvSpPr/>
            <p:nvPr/>
          </p:nvSpPr>
          <p:spPr>
            <a:xfrm>
              <a:off x="625998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3" name="Google Shape;4863;p25"/>
            <p:cNvSpPr/>
            <p:nvPr/>
          </p:nvSpPr>
          <p:spPr>
            <a:xfrm>
              <a:off x="459598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4" name="Google Shape;4864;p25"/>
            <p:cNvSpPr/>
            <p:nvPr/>
          </p:nvSpPr>
          <p:spPr>
            <a:xfrm>
              <a:off x="311697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5" name="Google Shape;4865;p25"/>
            <p:cNvSpPr/>
            <p:nvPr/>
          </p:nvSpPr>
          <p:spPr>
            <a:xfrm>
              <a:off x="2400974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6" name="Google Shape;4866;p25"/>
            <p:cNvSpPr/>
            <p:nvPr/>
          </p:nvSpPr>
          <p:spPr>
            <a:xfrm>
              <a:off x="225307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7" name="Google Shape;4867;p25"/>
            <p:cNvSpPr/>
            <p:nvPr/>
          </p:nvSpPr>
          <p:spPr>
            <a:xfrm>
              <a:off x="208667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8" name="Google Shape;4868;p25"/>
            <p:cNvSpPr/>
            <p:nvPr/>
          </p:nvSpPr>
          <p:spPr>
            <a:xfrm>
              <a:off x="195724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9" name="Google Shape;4869;p25"/>
            <p:cNvSpPr/>
            <p:nvPr/>
          </p:nvSpPr>
          <p:spPr>
            <a:xfrm>
              <a:off x="1790857" y="162704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0" name="Google Shape;4870;p25"/>
            <p:cNvSpPr/>
            <p:nvPr/>
          </p:nvSpPr>
          <p:spPr>
            <a:xfrm>
              <a:off x="164291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1" name="Google Shape;4871;p25"/>
            <p:cNvSpPr/>
            <p:nvPr/>
          </p:nvSpPr>
          <p:spPr>
            <a:xfrm>
              <a:off x="1513494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2" name="Google Shape;4872;p25"/>
            <p:cNvSpPr/>
            <p:nvPr/>
          </p:nvSpPr>
          <p:spPr>
            <a:xfrm>
              <a:off x="134709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3" name="Google Shape;4873;p25"/>
            <p:cNvSpPr/>
            <p:nvPr/>
          </p:nvSpPr>
          <p:spPr>
            <a:xfrm>
              <a:off x="119917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4" name="Google Shape;4874;p25"/>
            <p:cNvSpPr/>
            <p:nvPr/>
          </p:nvSpPr>
          <p:spPr>
            <a:xfrm>
              <a:off x="1069761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5" name="Google Shape;4875;p25"/>
            <p:cNvSpPr/>
            <p:nvPr/>
          </p:nvSpPr>
          <p:spPr>
            <a:xfrm>
              <a:off x="903361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6" name="Google Shape;4876;p25"/>
            <p:cNvSpPr/>
            <p:nvPr/>
          </p:nvSpPr>
          <p:spPr>
            <a:xfrm>
              <a:off x="755430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7" name="Google Shape;4877;p25"/>
            <p:cNvSpPr/>
            <p:nvPr/>
          </p:nvSpPr>
          <p:spPr>
            <a:xfrm>
              <a:off x="625998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8" name="Google Shape;4878;p25"/>
            <p:cNvSpPr/>
            <p:nvPr/>
          </p:nvSpPr>
          <p:spPr>
            <a:xfrm>
              <a:off x="459598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9" name="Google Shape;4879;p25"/>
            <p:cNvSpPr/>
            <p:nvPr/>
          </p:nvSpPr>
          <p:spPr>
            <a:xfrm>
              <a:off x="311697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0" name="Google Shape;4880;p25"/>
            <p:cNvSpPr/>
            <p:nvPr/>
          </p:nvSpPr>
          <p:spPr>
            <a:xfrm>
              <a:off x="2400974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1" name="Google Shape;4881;p25"/>
            <p:cNvSpPr/>
            <p:nvPr/>
          </p:nvSpPr>
          <p:spPr>
            <a:xfrm>
              <a:off x="225307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2" name="Google Shape;4882;p25"/>
            <p:cNvSpPr/>
            <p:nvPr/>
          </p:nvSpPr>
          <p:spPr>
            <a:xfrm>
              <a:off x="208667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3" name="Google Shape;4883;p25"/>
            <p:cNvSpPr/>
            <p:nvPr/>
          </p:nvSpPr>
          <p:spPr>
            <a:xfrm>
              <a:off x="195724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4" name="Google Shape;4884;p25"/>
            <p:cNvSpPr/>
            <p:nvPr/>
          </p:nvSpPr>
          <p:spPr>
            <a:xfrm>
              <a:off x="1790857" y="1460633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5" name="Google Shape;4885;p25"/>
            <p:cNvSpPr/>
            <p:nvPr/>
          </p:nvSpPr>
          <p:spPr>
            <a:xfrm>
              <a:off x="164291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6" name="Google Shape;4886;p25"/>
            <p:cNvSpPr/>
            <p:nvPr/>
          </p:nvSpPr>
          <p:spPr>
            <a:xfrm>
              <a:off x="1513494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7" name="Google Shape;4887;p25"/>
            <p:cNvSpPr/>
            <p:nvPr/>
          </p:nvSpPr>
          <p:spPr>
            <a:xfrm>
              <a:off x="134709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8" name="Google Shape;4888;p25"/>
            <p:cNvSpPr/>
            <p:nvPr/>
          </p:nvSpPr>
          <p:spPr>
            <a:xfrm>
              <a:off x="119917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9" name="Google Shape;4889;p25"/>
            <p:cNvSpPr/>
            <p:nvPr/>
          </p:nvSpPr>
          <p:spPr>
            <a:xfrm>
              <a:off x="1069761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0" name="Google Shape;4890;p25"/>
            <p:cNvSpPr/>
            <p:nvPr/>
          </p:nvSpPr>
          <p:spPr>
            <a:xfrm>
              <a:off x="903361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1" name="Google Shape;4891;p25"/>
            <p:cNvSpPr/>
            <p:nvPr/>
          </p:nvSpPr>
          <p:spPr>
            <a:xfrm>
              <a:off x="755430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2" name="Google Shape;4892;p25"/>
            <p:cNvSpPr/>
            <p:nvPr/>
          </p:nvSpPr>
          <p:spPr>
            <a:xfrm>
              <a:off x="625998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3" name="Google Shape;4893;p25"/>
            <p:cNvSpPr/>
            <p:nvPr/>
          </p:nvSpPr>
          <p:spPr>
            <a:xfrm>
              <a:off x="459598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4" name="Google Shape;4894;p25"/>
            <p:cNvSpPr/>
            <p:nvPr/>
          </p:nvSpPr>
          <p:spPr>
            <a:xfrm>
              <a:off x="311697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5" name="Google Shape;4895;p25"/>
            <p:cNvSpPr/>
            <p:nvPr/>
          </p:nvSpPr>
          <p:spPr>
            <a:xfrm>
              <a:off x="2400974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6" name="Google Shape;4896;p25"/>
            <p:cNvSpPr/>
            <p:nvPr/>
          </p:nvSpPr>
          <p:spPr>
            <a:xfrm>
              <a:off x="225307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7" name="Google Shape;4897;p25"/>
            <p:cNvSpPr/>
            <p:nvPr/>
          </p:nvSpPr>
          <p:spPr>
            <a:xfrm>
              <a:off x="208667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8" name="Google Shape;4898;p25"/>
            <p:cNvSpPr/>
            <p:nvPr/>
          </p:nvSpPr>
          <p:spPr>
            <a:xfrm>
              <a:off x="195724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9" name="Google Shape;4899;p25"/>
            <p:cNvSpPr/>
            <p:nvPr/>
          </p:nvSpPr>
          <p:spPr>
            <a:xfrm>
              <a:off x="1790857" y="1331201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0" name="Google Shape;4900;p25"/>
            <p:cNvSpPr/>
            <p:nvPr/>
          </p:nvSpPr>
          <p:spPr>
            <a:xfrm>
              <a:off x="164291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1" name="Google Shape;4901;p25"/>
            <p:cNvSpPr/>
            <p:nvPr/>
          </p:nvSpPr>
          <p:spPr>
            <a:xfrm>
              <a:off x="1513494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2" name="Google Shape;4902;p25"/>
            <p:cNvSpPr/>
            <p:nvPr/>
          </p:nvSpPr>
          <p:spPr>
            <a:xfrm>
              <a:off x="134709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3" name="Google Shape;4903;p25"/>
            <p:cNvSpPr/>
            <p:nvPr/>
          </p:nvSpPr>
          <p:spPr>
            <a:xfrm>
              <a:off x="119917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4" name="Google Shape;4904;p25"/>
            <p:cNvSpPr/>
            <p:nvPr/>
          </p:nvSpPr>
          <p:spPr>
            <a:xfrm>
              <a:off x="1069761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5" name="Google Shape;4905;p25"/>
            <p:cNvSpPr/>
            <p:nvPr/>
          </p:nvSpPr>
          <p:spPr>
            <a:xfrm>
              <a:off x="903361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6" name="Google Shape;4906;p25"/>
            <p:cNvSpPr/>
            <p:nvPr/>
          </p:nvSpPr>
          <p:spPr>
            <a:xfrm>
              <a:off x="755430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7" name="Google Shape;4907;p25"/>
            <p:cNvSpPr/>
            <p:nvPr/>
          </p:nvSpPr>
          <p:spPr>
            <a:xfrm>
              <a:off x="625998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8" name="Google Shape;4908;p25"/>
            <p:cNvSpPr/>
            <p:nvPr/>
          </p:nvSpPr>
          <p:spPr>
            <a:xfrm>
              <a:off x="459598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9" name="Google Shape;4909;p25"/>
            <p:cNvSpPr/>
            <p:nvPr/>
          </p:nvSpPr>
          <p:spPr>
            <a:xfrm>
              <a:off x="2400974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0" name="Google Shape;4910;p25"/>
            <p:cNvSpPr/>
            <p:nvPr/>
          </p:nvSpPr>
          <p:spPr>
            <a:xfrm>
              <a:off x="2253074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1" name="Google Shape;4911;p25"/>
            <p:cNvSpPr/>
            <p:nvPr/>
          </p:nvSpPr>
          <p:spPr>
            <a:xfrm>
              <a:off x="208667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2" name="Google Shape;4912;p25"/>
            <p:cNvSpPr/>
            <p:nvPr/>
          </p:nvSpPr>
          <p:spPr>
            <a:xfrm>
              <a:off x="195724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3" name="Google Shape;4913;p25"/>
            <p:cNvSpPr/>
            <p:nvPr/>
          </p:nvSpPr>
          <p:spPr>
            <a:xfrm>
              <a:off x="1790857" y="118328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4" name="Google Shape;4914;p25"/>
            <p:cNvSpPr/>
            <p:nvPr/>
          </p:nvSpPr>
          <p:spPr>
            <a:xfrm>
              <a:off x="164291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5" name="Google Shape;4915;p25"/>
            <p:cNvSpPr/>
            <p:nvPr/>
          </p:nvSpPr>
          <p:spPr>
            <a:xfrm>
              <a:off x="1513494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6" name="Google Shape;4916;p25"/>
            <p:cNvSpPr/>
            <p:nvPr/>
          </p:nvSpPr>
          <p:spPr>
            <a:xfrm>
              <a:off x="134709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7" name="Google Shape;4917;p25"/>
            <p:cNvSpPr/>
            <p:nvPr/>
          </p:nvSpPr>
          <p:spPr>
            <a:xfrm>
              <a:off x="119917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8" name="Google Shape;4918;p25"/>
            <p:cNvSpPr/>
            <p:nvPr/>
          </p:nvSpPr>
          <p:spPr>
            <a:xfrm>
              <a:off x="1069761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9" name="Google Shape;4919;p25"/>
            <p:cNvSpPr/>
            <p:nvPr/>
          </p:nvSpPr>
          <p:spPr>
            <a:xfrm>
              <a:off x="903361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0" name="Google Shape;4920;p25"/>
            <p:cNvSpPr/>
            <p:nvPr/>
          </p:nvSpPr>
          <p:spPr>
            <a:xfrm>
              <a:off x="755430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1" name="Google Shape;4921;p25"/>
            <p:cNvSpPr/>
            <p:nvPr/>
          </p:nvSpPr>
          <p:spPr>
            <a:xfrm>
              <a:off x="626013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2" name="Google Shape;4922;p25"/>
            <p:cNvSpPr/>
            <p:nvPr/>
          </p:nvSpPr>
          <p:spPr>
            <a:xfrm>
              <a:off x="2400974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3" name="Google Shape;4923;p25"/>
            <p:cNvSpPr/>
            <p:nvPr/>
          </p:nvSpPr>
          <p:spPr>
            <a:xfrm>
              <a:off x="2253074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4" name="Google Shape;4924;p25"/>
            <p:cNvSpPr/>
            <p:nvPr/>
          </p:nvSpPr>
          <p:spPr>
            <a:xfrm>
              <a:off x="208667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5" name="Google Shape;4925;p25"/>
            <p:cNvSpPr/>
            <p:nvPr/>
          </p:nvSpPr>
          <p:spPr>
            <a:xfrm>
              <a:off x="195724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6" name="Google Shape;4926;p25"/>
            <p:cNvSpPr/>
            <p:nvPr/>
          </p:nvSpPr>
          <p:spPr>
            <a:xfrm>
              <a:off x="1790857" y="101690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7" name="Google Shape;4927;p25"/>
            <p:cNvSpPr/>
            <p:nvPr/>
          </p:nvSpPr>
          <p:spPr>
            <a:xfrm>
              <a:off x="164291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8" name="Google Shape;4928;p25"/>
            <p:cNvSpPr/>
            <p:nvPr/>
          </p:nvSpPr>
          <p:spPr>
            <a:xfrm>
              <a:off x="1513494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9" name="Google Shape;4929;p25"/>
            <p:cNvSpPr/>
            <p:nvPr/>
          </p:nvSpPr>
          <p:spPr>
            <a:xfrm>
              <a:off x="134709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0" name="Google Shape;4930;p25"/>
            <p:cNvSpPr/>
            <p:nvPr/>
          </p:nvSpPr>
          <p:spPr>
            <a:xfrm>
              <a:off x="1199178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1" name="Google Shape;4931;p25"/>
            <p:cNvSpPr/>
            <p:nvPr/>
          </p:nvSpPr>
          <p:spPr>
            <a:xfrm>
              <a:off x="1069761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2" name="Google Shape;4932;p25"/>
            <p:cNvSpPr/>
            <p:nvPr/>
          </p:nvSpPr>
          <p:spPr>
            <a:xfrm>
              <a:off x="903361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3" name="Google Shape;4933;p25"/>
            <p:cNvSpPr/>
            <p:nvPr/>
          </p:nvSpPr>
          <p:spPr>
            <a:xfrm>
              <a:off x="755430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4" name="Google Shape;4934;p25"/>
            <p:cNvSpPr/>
            <p:nvPr/>
          </p:nvSpPr>
          <p:spPr>
            <a:xfrm>
              <a:off x="2400974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5" name="Google Shape;4935;p25"/>
            <p:cNvSpPr/>
            <p:nvPr/>
          </p:nvSpPr>
          <p:spPr>
            <a:xfrm>
              <a:off x="2253074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6" name="Google Shape;4936;p25"/>
            <p:cNvSpPr/>
            <p:nvPr/>
          </p:nvSpPr>
          <p:spPr>
            <a:xfrm>
              <a:off x="208667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7" name="Google Shape;4937;p25"/>
            <p:cNvSpPr/>
            <p:nvPr/>
          </p:nvSpPr>
          <p:spPr>
            <a:xfrm>
              <a:off x="195724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8" name="Google Shape;4938;p25"/>
            <p:cNvSpPr/>
            <p:nvPr/>
          </p:nvSpPr>
          <p:spPr>
            <a:xfrm>
              <a:off x="1790857" y="88746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9" name="Google Shape;4939;p25"/>
            <p:cNvSpPr/>
            <p:nvPr/>
          </p:nvSpPr>
          <p:spPr>
            <a:xfrm>
              <a:off x="164291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0" name="Google Shape;4940;p25"/>
            <p:cNvSpPr/>
            <p:nvPr/>
          </p:nvSpPr>
          <p:spPr>
            <a:xfrm>
              <a:off x="1513494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1" name="Google Shape;4941;p25"/>
            <p:cNvSpPr/>
            <p:nvPr/>
          </p:nvSpPr>
          <p:spPr>
            <a:xfrm>
              <a:off x="134709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2" name="Google Shape;4942;p25"/>
            <p:cNvSpPr/>
            <p:nvPr/>
          </p:nvSpPr>
          <p:spPr>
            <a:xfrm>
              <a:off x="1199178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3" name="Google Shape;4943;p25"/>
            <p:cNvSpPr/>
            <p:nvPr/>
          </p:nvSpPr>
          <p:spPr>
            <a:xfrm>
              <a:off x="1069761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4" name="Google Shape;4944;p25"/>
            <p:cNvSpPr/>
            <p:nvPr/>
          </p:nvSpPr>
          <p:spPr>
            <a:xfrm>
              <a:off x="903361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5" name="Google Shape;4945;p25"/>
            <p:cNvSpPr/>
            <p:nvPr/>
          </p:nvSpPr>
          <p:spPr>
            <a:xfrm>
              <a:off x="755430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6" name="Google Shape;4946;p25"/>
            <p:cNvSpPr/>
            <p:nvPr/>
          </p:nvSpPr>
          <p:spPr>
            <a:xfrm>
              <a:off x="2400974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7" name="Google Shape;4947;p25"/>
            <p:cNvSpPr/>
            <p:nvPr/>
          </p:nvSpPr>
          <p:spPr>
            <a:xfrm>
              <a:off x="2253074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8" name="Google Shape;4948;p25"/>
            <p:cNvSpPr/>
            <p:nvPr/>
          </p:nvSpPr>
          <p:spPr>
            <a:xfrm>
              <a:off x="208667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9" name="Google Shape;4949;p25"/>
            <p:cNvSpPr/>
            <p:nvPr/>
          </p:nvSpPr>
          <p:spPr>
            <a:xfrm>
              <a:off x="195724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0" name="Google Shape;4950;p25"/>
            <p:cNvSpPr/>
            <p:nvPr/>
          </p:nvSpPr>
          <p:spPr>
            <a:xfrm>
              <a:off x="1790857" y="739552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1" name="Google Shape;4951;p25"/>
            <p:cNvSpPr/>
            <p:nvPr/>
          </p:nvSpPr>
          <p:spPr>
            <a:xfrm>
              <a:off x="164291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2" name="Google Shape;4952;p25"/>
            <p:cNvSpPr/>
            <p:nvPr/>
          </p:nvSpPr>
          <p:spPr>
            <a:xfrm>
              <a:off x="1513494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3" name="Google Shape;4953;p25"/>
            <p:cNvSpPr/>
            <p:nvPr/>
          </p:nvSpPr>
          <p:spPr>
            <a:xfrm>
              <a:off x="134709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4" name="Google Shape;4954;p25"/>
            <p:cNvSpPr/>
            <p:nvPr/>
          </p:nvSpPr>
          <p:spPr>
            <a:xfrm>
              <a:off x="1199178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5" name="Google Shape;4955;p25"/>
            <p:cNvSpPr/>
            <p:nvPr/>
          </p:nvSpPr>
          <p:spPr>
            <a:xfrm>
              <a:off x="1069761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6" name="Google Shape;4956;p25"/>
            <p:cNvSpPr/>
            <p:nvPr/>
          </p:nvSpPr>
          <p:spPr>
            <a:xfrm>
              <a:off x="903361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7" name="Google Shape;4957;p25"/>
            <p:cNvSpPr/>
            <p:nvPr/>
          </p:nvSpPr>
          <p:spPr>
            <a:xfrm>
              <a:off x="2400974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8" name="Google Shape;4958;p25"/>
            <p:cNvSpPr/>
            <p:nvPr/>
          </p:nvSpPr>
          <p:spPr>
            <a:xfrm>
              <a:off x="2253074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9" name="Google Shape;4959;p25"/>
            <p:cNvSpPr/>
            <p:nvPr/>
          </p:nvSpPr>
          <p:spPr>
            <a:xfrm>
              <a:off x="2086674" y="573137"/>
              <a:ext cx="166415" cy="166431"/>
            </a:xfrm>
            <a:custGeom>
              <a:rect b="b" l="l" r="r" t="t"/>
              <a:pathLst>
                <a:path extrusionOk="0" h="10715" w="10714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0" name="Google Shape;4960;p25"/>
            <p:cNvSpPr/>
            <p:nvPr/>
          </p:nvSpPr>
          <p:spPr>
            <a:xfrm>
              <a:off x="195724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1" name="Google Shape;4961;p25"/>
            <p:cNvSpPr/>
            <p:nvPr/>
          </p:nvSpPr>
          <p:spPr>
            <a:xfrm>
              <a:off x="1790857" y="573137"/>
              <a:ext cx="166400" cy="166431"/>
            </a:xfrm>
            <a:custGeom>
              <a:rect b="b" l="l" r="r" t="t"/>
              <a:pathLst>
                <a:path extrusionOk="0" h="10715" w="10713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2" name="Google Shape;4962;p25"/>
            <p:cNvSpPr/>
            <p:nvPr/>
          </p:nvSpPr>
          <p:spPr>
            <a:xfrm>
              <a:off x="164291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3" name="Google Shape;4963;p25"/>
            <p:cNvSpPr/>
            <p:nvPr/>
          </p:nvSpPr>
          <p:spPr>
            <a:xfrm>
              <a:off x="1513494" y="573137"/>
              <a:ext cx="129432" cy="166431"/>
            </a:xfrm>
            <a:custGeom>
              <a:rect b="b" l="l" r="r" t="t"/>
              <a:pathLst>
                <a:path extrusionOk="0" h="10715" w="8333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4" name="Google Shape;4964;p25"/>
            <p:cNvSpPr/>
            <p:nvPr/>
          </p:nvSpPr>
          <p:spPr>
            <a:xfrm>
              <a:off x="2400974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5" name="Google Shape;4965;p25"/>
            <p:cNvSpPr/>
            <p:nvPr/>
          </p:nvSpPr>
          <p:spPr>
            <a:xfrm>
              <a:off x="2253074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6" name="Google Shape;4966;p25"/>
            <p:cNvSpPr/>
            <p:nvPr/>
          </p:nvSpPr>
          <p:spPr>
            <a:xfrm>
              <a:off x="2086674" y="443705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7" name="Google Shape;4967;p25"/>
            <p:cNvSpPr/>
            <p:nvPr/>
          </p:nvSpPr>
          <p:spPr>
            <a:xfrm>
              <a:off x="195724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8" name="Google Shape;4968;p25"/>
            <p:cNvSpPr/>
            <p:nvPr/>
          </p:nvSpPr>
          <p:spPr>
            <a:xfrm>
              <a:off x="1790857" y="443705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9" name="Google Shape;4969;p25"/>
            <p:cNvSpPr/>
            <p:nvPr/>
          </p:nvSpPr>
          <p:spPr>
            <a:xfrm>
              <a:off x="164291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0" name="Google Shape;4970;p25"/>
            <p:cNvSpPr/>
            <p:nvPr/>
          </p:nvSpPr>
          <p:spPr>
            <a:xfrm>
              <a:off x="1513494" y="443705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1" name="Google Shape;4971;p25"/>
            <p:cNvSpPr/>
            <p:nvPr/>
          </p:nvSpPr>
          <p:spPr>
            <a:xfrm>
              <a:off x="2400974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2" name="Google Shape;4972;p25"/>
            <p:cNvSpPr/>
            <p:nvPr/>
          </p:nvSpPr>
          <p:spPr>
            <a:xfrm>
              <a:off x="2253074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3" name="Google Shape;4973;p25"/>
            <p:cNvSpPr/>
            <p:nvPr/>
          </p:nvSpPr>
          <p:spPr>
            <a:xfrm>
              <a:off x="2086674" y="27732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4" name="Google Shape;4974;p25"/>
            <p:cNvSpPr/>
            <p:nvPr/>
          </p:nvSpPr>
          <p:spPr>
            <a:xfrm>
              <a:off x="195724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5" name="Google Shape;4975;p25"/>
            <p:cNvSpPr/>
            <p:nvPr/>
          </p:nvSpPr>
          <p:spPr>
            <a:xfrm>
              <a:off x="1790857" y="27732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6" name="Google Shape;4976;p25"/>
            <p:cNvSpPr/>
            <p:nvPr/>
          </p:nvSpPr>
          <p:spPr>
            <a:xfrm>
              <a:off x="164291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7" name="Google Shape;4977;p25"/>
            <p:cNvSpPr/>
            <p:nvPr/>
          </p:nvSpPr>
          <p:spPr>
            <a:xfrm>
              <a:off x="2400974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8" name="Google Shape;4978;p25"/>
            <p:cNvSpPr/>
            <p:nvPr/>
          </p:nvSpPr>
          <p:spPr>
            <a:xfrm>
              <a:off x="2253074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9" name="Google Shape;4979;p25"/>
            <p:cNvSpPr/>
            <p:nvPr/>
          </p:nvSpPr>
          <p:spPr>
            <a:xfrm>
              <a:off x="2086674" y="129404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0" name="Google Shape;4980;p25"/>
            <p:cNvSpPr/>
            <p:nvPr/>
          </p:nvSpPr>
          <p:spPr>
            <a:xfrm>
              <a:off x="195724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1" name="Google Shape;4981;p25"/>
            <p:cNvSpPr/>
            <p:nvPr/>
          </p:nvSpPr>
          <p:spPr>
            <a:xfrm>
              <a:off x="1790857" y="129404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2" name="Google Shape;4982;p25"/>
            <p:cNvSpPr/>
            <p:nvPr/>
          </p:nvSpPr>
          <p:spPr>
            <a:xfrm>
              <a:off x="2400974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3" name="Google Shape;4983;p25"/>
            <p:cNvSpPr/>
            <p:nvPr/>
          </p:nvSpPr>
          <p:spPr>
            <a:xfrm>
              <a:off x="2253074" y="-12"/>
              <a:ext cx="147916" cy="129432"/>
            </a:xfrm>
            <a:custGeom>
              <a:rect b="b" l="l" r="r" t="t"/>
              <a:pathLst>
                <a:path extrusionOk="0" h="8333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4" name="Google Shape;4984;p25"/>
            <p:cNvSpPr/>
            <p:nvPr/>
          </p:nvSpPr>
          <p:spPr>
            <a:xfrm>
              <a:off x="2086674" y="-12"/>
              <a:ext cx="166415" cy="129432"/>
            </a:xfrm>
            <a:custGeom>
              <a:rect b="b" l="l" r="r" t="t"/>
              <a:pathLst>
                <a:path extrusionOk="0" h="8333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5" name="Google Shape;4985;p25"/>
            <p:cNvSpPr/>
            <p:nvPr/>
          </p:nvSpPr>
          <p:spPr>
            <a:xfrm>
              <a:off x="195724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6" name="Google Shape;4986;p25"/>
            <p:cNvSpPr/>
            <p:nvPr/>
          </p:nvSpPr>
          <p:spPr>
            <a:xfrm>
              <a:off x="253040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7" name="Google Shape;4987;p25"/>
            <p:cNvSpPr/>
            <p:nvPr/>
          </p:nvSpPr>
          <p:spPr>
            <a:xfrm>
              <a:off x="267832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8" name="Google Shape;4988;p25"/>
            <p:cNvSpPr/>
            <p:nvPr/>
          </p:nvSpPr>
          <p:spPr>
            <a:xfrm>
              <a:off x="2807755" y="2070781"/>
              <a:ext cx="166431" cy="147916"/>
            </a:xfrm>
            <a:custGeom>
              <a:rect b="b" l="l" r="r" t="t"/>
              <a:pathLst>
                <a:path extrusionOk="0" h="9523" w="10715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9" name="Google Shape;4989;p25"/>
            <p:cNvSpPr/>
            <p:nvPr/>
          </p:nvSpPr>
          <p:spPr>
            <a:xfrm>
              <a:off x="297417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0" name="Google Shape;4990;p25"/>
            <p:cNvSpPr/>
            <p:nvPr/>
          </p:nvSpPr>
          <p:spPr>
            <a:xfrm>
              <a:off x="312208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1" name="Google Shape;4991;p25"/>
            <p:cNvSpPr/>
            <p:nvPr/>
          </p:nvSpPr>
          <p:spPr>
            <a:xfrm>
              <a:off x="326998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2" name="Google Shape;4992;p25"/>
            <p:cNvSpPr/>
            <p:nvPr/>
          </p:nvSpPr>
          <p:spPr>
            <a:xfrm>
              <a:off x="341790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3" name="Google Shape;4993;p25"/>
            <p:cNvSpPr/>
            <p:nvPr/>
          </p:nvSpPr>
          <p:spPr>
            <a:xfrm>
              <a:off x="3565818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4" name="Google Shape;4994;p25"/>
            <p:cNvSpPr/>
            <p:nvPr/>
          </p:nvSpPr>
          <p:spPr>
            <a:xfrm>
              <a:off x="3713719" y="2070781"/>
              <a:ext cx="147963" cy="147916"/>
            </a:xfrm>
            <a:custGeom>
              <a:rect b="b" l="l" r="r" t="t"/>
              <a:pathLst>
                <a:path extrusionOk="0" h="9523" w="9526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5" name="Google Shape;4995;p25"/>
            <p:cNvSpPr/>
            <p:nvPr/>
          </p:nvSpPr>
          <p:spPr>
            <a:xfrm>
              <a:off x="386166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6" name="Google Shape;4996;p25"/>
            <p:cNvSpPr/>
            <p:nvPr/>
          </p:nvSpPr>
          <p:spPr>
            <a:xfrm>
              <a:off x="400956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7" name="Google Shape;4997;p25"/>
            <p:cNvSpPr/>
            <p:nvPr/>
          </p:nvSpPr>
          <p:spPr>
            <a:xfrm>
              <a:off x="415748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8" name="Google Shape;4998;p25"/>
            <p:cNvSpPr/>
            <p:nvPr/>
          </p:nvSpPr>
          <p:spPr>
            <a:xfrm>
              <a:off x="430539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9" name="Google Shape;4999;p25"/>
            <p:cNvSpPr/>
            <p:nvPr/>
          </p:nvSpPr>
          <p:spPr>
            <a:xfrm>
              <a:off x="253040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0" name="Google Shape;5000;p25"/>
            <p:cNvSpPr/>
            <p:nvPr/>
          </p:nvSpPr>
          <p:spPr>
            <a:xfrm>
              <a:off x="267832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1" name="Google Shape;5001;p25"/>
            <p:cNvSpPr/>
            <p:nvPr/>
          </p:nvSpPr>
          <p:spPr>
            <a:xfrm>
              <a:off x="2807755" y="192286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2" name="Google Shape;5002;p25"/>
            <p:cNvSpPr/>
            <p:nvPr/>
          </p:nvSpPr>
          <p:spPr>
            <a:xfrm>
              <a:off x="297417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3" name="Google Shape;5003;p25"/>
            <p:cNvSpPr/>
            <p:nvPr/>
          </p:nvSpPr>
          <p:spPr>
            <a:xfrm>
              <a:off x="312208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4" name="Google Shape;5004;p25"/>
            <p:cNvSpPr/>
            <p:nvPr/>
          </p:nvSpPr>
          <p:spPr>
            <a:xfrm>
              <a:off x="326998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5" name="Google Shape;5005;p25"/>
            <p:cNvSpPr/>
            <p:nvPr/>
          </p:nvSpPr>
          <p:spPr>
            <a:xfrm>
              <a:off x="341790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6" name="Google Shape;5006;p25"/>
            <p:cNvSpPr/>
            <p:nvPr/>
          </p:nvSpPr>
          <p:spPr>
            <a:xfrm>
              <a:off x="3565818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7" name="Google Shape;5007;p25"/>
            <p:cNvSpPr/>
            <p:nvPr/>
          </p:nvSpPr>
          <p:spPr>
            <a:xfrm>
              <a:off x="3713719" y="192286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8" name="Google Shape;5008;p25"/>
            <p:cNvSpPr/>
            <p:nvPr/>
          </p:nvSpPr>
          <p:spPr>
            <a:xfrm>
              <a:off x="386166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9" name="Google Shape;5009;p25"/>
            <p:cNvSpPr/>
            <p:nvPr/>
          </p:nvSpPr>
          <p:spPr>
            <a:xfrm>
              <a:off x="400956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0" name="Google Shape;5010;p25"/>
            <p:cNvSpPr/>
            <p:nvPr/>
          </p:nvSpPr>
          <p:spPr>
            <a:xfrm>
              <a:off x="415748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1" name="Google Shape;5011;p25"/>
            <p:cNvSpPr/>
            <p:nvPr/>
          </p:nvSpPr>
          <p:spPr>
            <a:xfrm>
              <a:off x="430539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2" name="Google Shape;5012;p25"/>
            <p:cNvSpPr/>
            <p:nvPr/>
          </p:nvSpPr>
          <p:spPr>
            <a:xfrm>
              <a:off x="445331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3" name="Google Shape;5013;p25"/>
            <p:cNvSpPr/>
            <p:nvPr/>
          </p:nvSpPr>
          <p:spPr>
            <a:xfrm>
              <a:off x="4601215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4" name="Google Shape;5014;p25"/>
            <p:cNvSpPr/>
            <p:nvPr/>
          </p:nvSpPr>
          <p:spPr>
            <a:xfrm>
              <a:off x="253040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5" name="Google Shape;5015;p25"/>
            <p:cNvSpPr/>
            <p:nvPr/>
          </p:nvSpPr>
          <p:spPr>
            <a:xfrm>
              <a:off x="267832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6" name="Google Shape;5016;p25"/>
            <p:cNvSpPr/>
            <p:nvPr/>
          </p:nvSpPr>
          <p:spPr>
            <a:xfrm>
              <a:off x="2807755" y="175648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7" name="Google Shape;5017;p25"/>
            <p:cNvSpPr/>
            <p:nvPr/>
          </p:nvSpPr>
          <p:spPr>
            <a:xfrm>
              <a:off x="297417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8" name="Google Shape;5018;p25"/>
            <p:cNvSpPr/>
            <p:nvPr/>
          </p:nvSpPr>
          <p:spPr>
            <a:xfrm>
              <a:off x="312208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9" name="Google Shape;5019;p25"/>
            <p:cNvSpPr/>
            <p:nvPr/>
          </p:nvSpPr>
          <p:spPr>
            <a:xfrm>
              <a:off x="326998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0" name="Google Shape;5020;p25"/>
            <p:cNvSpPr/>
            <p:nvPr/>
          </p:nvSpPr>
          <p:spPr>
            <a:xfrm>
              <a:off x="341790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1" name="Google Shape;5021;p25"/>
            <p:cNvSpPr/>
            <p:nvPr/>
          </p:nvSpPr>
          <p:spPr>
            <a:xfrm>
              <a:off x="3565818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2" name="Google Shape;5022;p25"/>
            <p:cNvSpPr/>
            <p:nvPr/>
          </p:nvSpPr>
          <p:spPr>
            <a:xfrm>
              <a:off x="3713719" y="175648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3" name="Google Shape;5023;p25"/>
            <p:cNvSpPr/>
            <p:nvPr/>
          </p:nvSpPr>
          <p:spPr>
            <a:xfrm>
              <a:off x="386166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4" name="Google Shape;5024;p25"/>
            <p:cNvSpPr/>
            <p:nvPr/>
          </p:nvSpPr>
          <p:spPr>
            <a:xfrm>
              <a:off x="400956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5" name="Google Shape;5025;p25"/>
            <p:cNvSpPr/>
            <p:nvPr/>
          </p:nvSpPr>
          <p:spPr>
            <a:xfrm>
              <a:off x="415748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6" name="Google Shape;5026;p25"/>
            <p:cNvSpPr/>
            <p:nvPr/>
          </p:nvSpPr>
          <p:spPr>
            <a:xfrm>
              <a:off x="430539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7" name="Google Shape;5027;p25"/>
            <p:cNvSpPr/>
            <p:nvPr/>
          </p:nvSpPr>
          <p:spPr>
            <a:xfrm>
              <a:off x="445331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8" name="Google Shape;5028;p25"/>
            <p:cNvSpPr/>
            <p:nvPr/>
          </p:nvSpPr>
          <p:spPr>
            <a:xfrm>
              <a:off x="4601215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9" name="Google Shape;5029;p25"/>
            <p:cNvSpPr/>
            <p:nvPr/>
          </p:nvSpPr>
          <p:spPr>
            <a:xfrm>
              <a:off x="253040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0" name="Google Shape;5030;p25"/>
            <p:cNvSpPr/>
            <p:nvPr/>
          </p:nvSpPr>
          <p:spPr>
            <a:xfrm>
              <a:off x="267832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1" name="Google Shape;5031;p25"/>
            <p:cNvSpPr/>
            <p:nvPr/>
          </p:nvSpPr>
          <p:spPr>
            <a:xfrm>
              <a:off x="2807755" y="162704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2" name="Google Shape;5032;p25"/>
            <p:cNvSpPr/>
            <p:nvPr/>
          </p:nvSpPr>
          <p:spPr>
            <a:xfrm>
              <a:off x="297417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3" name="Google Shape;5033;p25"/>
            <p:cNvSpPr/>
            <p:nvPr/>
          </p:nvSpPr>
          <p:spPr>
            <a:xfrm>
              <a:off x="312208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4" name="Google Shape;5034;p25"/>
            <p:cNvSpPr/>
            <p:nvPr/>
          </p:nvSpPr>
          <p:spPr>
            <a:xfrm>
              <a:off x="326998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5" name="Google Shape;5035;p25"/>
            <p:cNvSpPr/>
            <p:nvPr/>
          </p:nvSpPr>
          <p:spPr>
            <a:xfrm>
              <a:off x="341790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6" name="Google Shape;5036;p25"/>
            <p:cNvSpPr/>
            <p:nvPr/>
          </p:nvSpPr>
          <p:spPr>
            <a:xfrm>
              <a:off x="3565818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7" name="Google Shape;5037;p25"/>
            <p:cNvSpPr/>
            <p:nvPr/>
          </p:nvSpPr>
          <p:spPr>
            <a:xfrm>
              <a:off x="3713719" y="162704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8" name="Google Shape;5038;p25"/>
            <p:cNvSpPr/>
            <p:nvPr/>
          </p:nvSpPr>
          <p:spPr>
            <a:xfrm>
              <a:off x="386166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9" name="Google Shape;5039;p25"/>
            <p:cNvSpPr/>
            <p:nvPr/>
          </p:nvSpPr>
          <p:spPr>
            <a:xfrm>
              <a:off x="400956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0" name="Google Shape;5040;p25"/>
            <p:cNvSpPr/>
            <p:nvPr/>
          </p:nvSpPr>
          <p:spPr>
            <a:xfrm>
              <a:off x="415748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1" name="Google Shape;5041;p25"/>
            <p:cNvSpPr/>
            <p:nvPr/>
          </p:nvSpPr>
          <p:spPr>
            <a:xfrm>
              <a:off x="430539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2" name="Google Shape;5042;p25"/>
            <p:cNvSpPr/>
            <p:nvPr/>
          </p:nvSpPr>
          <p:spPr>
            <a:xfrm>
              <a:off x="445331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3" name="Google Shape;5043;p25"/>
            <p:cNvSpPr/>
            <p:nvPr/>
          </p:nvSpPr>
          <p:spPr>
            <a:xfrm>
              <a:off x="4601215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4" name="Google Shape;5044;p25"/>
            <p:cNvSpPr/>
            <p:nvPr/>
          </p:nvSpPr>
          <p:spPr>
            <a:xfrm>
              <a:off x="253040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5" name="Google Shape;5045;p25"/>
            <p:cNvSpPr/>
            <p:nvPr/>
          </p:nvSpPr>
          <p:spPr>
            <a:xfrm>
              <a:off x="267832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6" name="Google Shape;5046;p25"/>
            <p:cNvSpPr/>
            <p:nvPr/>
          </p:nvSpPr>
          <p:spPr>
            <a:xfrm>
              <a:off x="2807755" y="1460633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7" name="Google Shape;5047;p25"/>
            <p:cNvSpPr/>
            <p:nvPr/>
          </p:nvSpPr>
          <p:spPr>
            <a:xfrm>
              <a:off x="297417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8" name="Google Shape;5048;p25"/>
            <p:cNvSpPr/>
            <p:nvPr/>
          </p:nvSpPr>
          <p:spPr>
            <a:xfrm>
              <a:off x="312208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9" name="Google Shape;5049;p25"/>
            <p:cNvSpPr/>
            <p:nvPr/>
          </p:nvSpPr>
          <p:spPr>
            <a:xfrm>
              <a:off x="326998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0" name="Google Shape;5050;p25"/>
            <p:cNvSpPr/>
            <p:nvPr/>
          </p:nvSpPr>
          <p:spPr>
            <a:xfrm>
              <a:off x="341790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1" name="Google Shape;5051;p25"/>
            <p:cNvSpPr/>
            <p:nvPr/>
          </p:nvSpPr>
          <p:spPr>
            <a:xfrm>
              <a:off x="3565818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2" name="Google Shape;5052;p25"/>
            <p:cNvSpPr/>
            <p:nvPr/>
          </p:nvSpPr>
          <p:spPr>
            <a:xfrm>
              <a:off x="3713719" y="1460633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3" name="Google Shape;5053;p25"/>
            <p:cNvSpPr/>
            <p:nvPr/>
          </p:nvSpPr>
          <p:spPr>
            <a:xfrm>
              <a:off x="386166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4" name="Google Shape;5054;p25"/>
            <p:cNvSpPr/>
            <p:nvPr/>
          </p:nvSpPr>
          <p:spPr>
            <a:xfrm>
              <a:off x="400956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5" name="Google Shape;5055;p25"/>
            <p:cNvSpPr/>
            <p:nvPr/>
          </p:nvSpPr>
          <p:spPr>
            <a:xfrm>
              <a:off x="415748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6" name="Google Shape;5056;p25"/>
            <p:cNvSpPr/>
            <p:nvPr/>
          </p:nvSpPr>
          <p:spPr>
            <a:xfrm>
              <a:off x="430539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7" name="Google Shape;5057;p25"/>
            <p:cNvSpPr/>
            <p:nvPr/>
          </p:nvSpPr>
          <p:spPr>
            <a:xfrm>
              <a:off x="445331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8" name="Google Shape;5058;p25"/>
            <p:cNvSpPr/>
            <p:nvPr/>
          </p:nvSpPr>
          <p:spPr>
            <a:xfrm>
              <a:off x="4601215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9" name="Google Shape;5059;p25"/>
            <p:cNvSpPr/>
            <p:nvPr/>
          </p:nvSpPr>
          <p:spPr>
            <a:xfrm>
              <a:off x="253040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0" name="Google Shape;5060;p25"/>
            <p:cNvSpPr/>
            <p:nvPr/>
          </p:nvSpPr>
          <p:spPr>
            <a:xfrm>
              <a:off x="267832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1" name="Google Shape;5061;p25"/>
            <p:cNvSpPr/>
            <p:nvPr/>
          </p:nvSpPr>
          <p:spPr>
            <a:xfrm>
              <a:off x="2807755" y="1331201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2" name="Google Shape;5062;p25"/>
            <p:cNvSpPr/>
            <p:nvPr/>
          </p:nvSpPr>
          <p:spPr>
            <a:xfrm>
              <a:off x="297417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3" name="Google Shape;5063;p25"/>
            <p:cNvSpPr/>
            <p:nvPr/>
          </p:nvSpPr>
          <p:spPr>
            <a:xfrm>
              <a:off x="312208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4" name="Google Shape;5064;p25"/>
            <p:cNvSpPr/>
            <p:nvPr/>
          </p:nvSpPr>
          <p:spPr>
            <a:xfrm>
              <a:off x="326998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5" name="Google Shape;5065;p25"/>
            <p:cNvSpPr/>
            <p:nvPr/>
          </p:nvSpPr>
          <p:spPr>
            <a:xfrm>
              <a:off x="341790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6" name="Google Shape;5066;p25"/>
            <p:cNvSpPr/>
            <p:nvPr/>
          </p:nvSpPr>
          <p:spPr>
            <a:xfrm>
              <a:off x="3565818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7" name="Google Shape;5067;p25"/>
            <p:cNvSpPr/>
            <p:nvPr/>
          </p:nvSpPr>
          <p:spPr>
            <a:xfrm>
              <a:off x="3713719" y="1331201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8" name="Google Shape;5068;p25"/>
            <p:cNvSpPr/>
            <p:nvPr/>
          </p:nvSpPr>
          <p:spPr>
            <a:xfrm>
              <a:off x="386166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9" name="Google Shape;5069;p25"/>
            <p:cNvSpPr/>
            <p:nvPr/>
          </p:nvSpPr>
          <p:spPr>
            <a:xfrm>
              <a:off x="400956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0" name="Google Shape;5070;p25"/>
            <p:cNvSpPr/>
            <p:nvPr/>
          </p:nvSpPr>
          <p:spPr>
            <a:xfrm>
              <a:off x="415748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1" name="Google Shape;5071;p25"/>
            <p:cNvSpPr/>
            <p:nvPr/>
          </p:nvSpPr>
          <p:spPr>
            <a:xfrm>
              <a:off x="430539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2" name="Google Shape;5072;p25"/>
            <p:cNvSpPr/>
            <p:nvPr/>
          </p:nvSpPr>
          <p:spPr>
            <a:xfrm>
              <a:off x="445331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3" name="Google Shape;5073;p25"/>
            <p:cNvSpPr/>
            <p:nvPr/>
          </p:nvSpPr>
          <p:spPr>
            <a:xfrm>
              <a:off x="4601215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4" name="Google Shape;5074;p25"/>
            <p:cNvSpPr/>
            <p:nvPr/>
          </p:nvSpPr>
          <p:spPr>
            <a:xfrm>
              <a:off x="253040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5" name="Google Shape;5075;p25"/>
            <p:cNvSpPr/>
            <p:nvPr/>
          </p:nvSpPr>
          <p:spPr>
            <a:xfrm>
              <a:off x="267832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6" name="Google Shape;5076;p25"/>
            <p:cNvSpPr/>
            <p:nvPr/>
          </p:nvSpPr>
          <p:spPr>
            <a:xfrm>
              <a:off x="2807755" y="118328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7" name="Google Shape;5077;p25"/>
            <p:cNvSpPr/>
            <p:nvPr/>
          </p:nvSpPr>
          <p:spPr>
            <a:xfrm>
              <a:off x="297417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8" name="Google Shape;5078;p25"/>
            <p:cNvSpPr/>
            <p:nvPr/>
          </p:nvSpPr>
          <p:spPr>
            <a:xfrm>
              <a:off x="312208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9" name="Google Shape;5079;p25"/>
            <p:cNvSpPr/>
            <p:nvPr/>
          </p:nvSpPr>
          <p:spPr>
            <a:xfrm>
              <a:off x="326998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0" name="Google Shape;5080;p25"/>
            <p:cNvSpPr/>
            <p:nvPr/>
          </p:nvSpPr>
          <p:spPr>
            <a:xfrm>
              <a:off x="341790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1" name="Google Shape;5081;p25"/>
            <p:cNvSpPr/>
            <p:nvPr/>
          </p:nvSpPr>
          <p:spPr>
            <a:xfrm>
              <a:off x="3565818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2" name="Google Shape;5082;p25"/>
            <p:cNvSpPr/>
            <p:nvPr/>
          </p:nvSpPr>
          <p:spPr>
            <a:xfrm>
              <a:off x="3713719" y="118328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3" name="Google Shape;5083;p25"/>
            <p:cNvSpPr/>
            <p:nvPr/>
          </p:nvSpPr>
          <p:spPr>
            <a:xfrm>
              <a:off x="386166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4" name="Google Shape;5084;p25"/>
            <p:cNvSpPr/>
            <p:nvPr/>
          </p:nvSpPr>
          <p:spPr>
            <a:xfrm>
              <a:off x="400956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5" name="Google Shape;5085;p25"/>
            <p:cNvSpPr/>
            <p:nvPr/>
          </p:nvSpPr>
          <p:spPr>
            <a:xfrm>
              <a:off x="415748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6" name="Google Shape;5086;p25"/>
            <p:cNvSpPr/>
            <p:nvPr/>
          </p:nvSpPr>
          <p:spPr>
            <a:xfrm>
              <a:off x="430539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7" name="Google Shape;5087;p25"/>
            <p:cNvSpPr/>
            <p:nvPr/>
          </p:nvSpPr>
          <p:spPr>
            <a:xfrm>
              <a:off x="253040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8" name="Google Shape;5088;p25"/>
            <p:cNvSpPr/>
            <p:nvPr/>
          </p:nvSpPr>
          <p:spPr>
            <a:xfrm>
              <a:off x="267832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9" name="Google Shape;5089;p25"/>
            <p:cNvSpPr/>
            <p:nvPr/>
          </p:nvSpPr>
          <p:spPr>
            <a:xfrm>
              <a:off x="2807755" y="101690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0" name="Google Shape;5090;p25"/>
            <p:cNvSpPr/>
            <p:nvPr/>
          </p:nvSpPr>
          <p:spPr>
            <a:xfrm>
              <a:off x="297417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1" name="Google Shape;5091;p25"/>
            <p:cNvSpPr/>
            <p:nvPr/>
          </p:nvSpPr>
          <p:spPr>
            <a:xfrm>
              <a:off x="312208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2" name="Google Shape;5092;p25"/>
            <p:cNvSpPr/>
            <p:nvPr/>
          </p:nvSpPr>
          <p:spPr>
            <a:xfrm>
              <a:off x="326998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3" name="Google Shape;5093;p25"/>
            <p:cNvSpPr/>
            <p:nvPr/>
          </p:nvSpPr>
          <p:spPr>
            <a:xfrm>
              <a:off x="341790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4" name="Google Shape;5094;p25"/>
            <p:cNvSpPr/>
            <p:nvPr/>
          </p:nvSpPr>
          <p:spPr>
            <a:xfrm>
              <a:off x="3565818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5" name="Google Shape;5095;p25"/>
            <p:cNvSpPr/>
            <p:nvPr/>
          </p:nvSpPr>
          <p:spPr>
            <a:xfrm>
              <a:off x="3713719" y="101690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6" name="Google Shape;5096;p25"/>
            <p:cNvSpPr/>
            <p:nvPr/>
          </p:nvSpPr>
          <p:spPr>
            <a:xfrm>
              <a:off x="386166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7" name="Google Shape;5097;p25"/>
            <p:cNvSpPr/>
            <p:nvPr/>
          </p:nvSpPr>
          <p:spPr>
            <a:xfrm>
              <a:off x="400956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8" name="Google Shape;5098;p25"/>
            <p:cNvSpPr/>
            <p:nvPr/>
          </p:nvSpPr>
          <p:spPr>
            <a:xfrm>
              <a:off x="415748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9" name="Google Shape;5099;p25"/>
            <p:cNvSpPr/>
            <p:nvPr/>
          </p:nvSpPr>
          <p:spPr>
            <a:xfrm>
              <a:off x="253040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0" name="Google Shape;5100;p25"/>
            <p:cNvSpPr/>
            <p:nvPr/>
          </p:nvSpPr>
          <p:spPr>
            <a:xfrm>
              <a:off x="267832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1" name="Google Shape;5101;p25"/>
            <p:cNvSpPr/>
            <p:nvPr/>
          </p:nvSpPr>
          <p:spPr>
            <a:xfrm>
              <a:off x="2807755" y="88746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2" name="Google Shape;5102;p25"/>
            <p:cNvSpPr/>
            <p:nvPr/>
          </p:nvSpPr>
          <p:spPr>
            <a:xfrm>
              <a:off x="297417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3" name="Google Shape;5103;p25"/>
            <p:cNvSpPr/>
            <p:nvPr/>
          </p:nvSpPr>
          <p:spPr>
            <a:xfrm>
              <a:off x="312208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4" name="Google Shape;5104;p25"/>
            <p:cNvSpPr/>
            <p:nvPr/>
          </p:nvSpPr>
          <p:spPr>
            <a:xfrm>
              <a:off x="326998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5" name="Google Shape;5105;p25"/>
            <p:cNvSpPr/>
            <p:nvPr/>
          </p:nvSpPr>
          <p:spPr>
            <a:xfrm>
              <a:off x="341790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6" name="Google Shape;5106;p25"/>
            <p:cNvSpPr/>
            <p:nvPr/>
          </p:nvSpPr>
          <p:spPr>
            <a:xfrm>
              <a:off x="3565818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7" name="Google Shape;5107;p25"/>
            <p:cNvSpPr/>
            <p:nvPr/>
          </p:nvSpPr>
          <p:spPr>
            <a:xfrm>
              <a:off x="3713719" y="88746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8" name="Google Shape;5108;p25"/>
            <p:cNvSpPr/>
            <p:nvPr/>
          </p:nvSpPr>
          <p:spPr>
            <a:xfrm>
              <a:off x="386166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9" name="Google Shape;5109;p25"/>
            <p:cNvSpPr/>
            <p:nvPr/>
          </p:nvSpPr>
          <p:spPr>
            <a:xfrm>
              <a:off x="400956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0" name="Google Shape;5110;p25"/>
            <p:cNvSpPr/>
            <p:nvPr/>
          </p:nvSpPr>
          <p:spPr>
            <a:xfrm>
              <a:off x="415748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1" name="Google Shape;5111;p25"/>
            <p:cNvSpPr/>
            <p:nvPr/>
          </p:nvSpPr>
          <p:spPr>
            <a:xfrm>
              <a:off x="253040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2" name="Google Shape;5112;p25"/>
            <p:cNvSpPr/>
            <p:nvPr/>
          </p:nvSpPr>
          <p:spPr>
            <a:xfrm>
              <a:off x="267832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3" name="Google Shape;5113;p25"/>
            <p:cNvSpPr/>
            <p:nvPr/>
          </p:nvSpPr>
          <p:spPr>
            <a:xfrm>
              <a:off x="2807755" y="739552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4" name="Google Shape;5114;p25"/>
            <p:cNvSpPr/>
            <p:nvPr/>
          </p:nvSpPr>
          <p:spPr>
            <a:xfrm>
              <a:off x="297417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5" name="Google Shape;5115;p25"/>
            <p:cNvSpPr/>
            <p:nvPr/>
          </p:nvSpPr>
          <p:spPr>
            <a:xfrm>
              <a:off x="312208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6" name="Google Shape;5116;p25"/>
            <p:cNvSpPr/>
            <p:nvPr/>
          </p:nvSpPr>
          <p:spPr>
            <a:xfrm>
              <a:off x="326998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7" name="Google Shape;5117;p25"/>
            <p:cNvSpPr/>
            <p:nvPr/>
          </p:nvSpPr>
          <p:spPr>
            <a:xfrm>
              <a:off x="3417902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8" name="Google Shape;5118;p25"/>
            <p:cNvSpPr/>
            <p:nvPr/>
          </p:nvSpPr>
          <p:spPr>
            <a:xfrm>
              <a:off x="3565818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9" name="Google Shape;5119;p25"/>
            <p:cNvSpPr/>
            <p:nvPr/>
          </p:nvSpPr>
          <p:spPr>
            <a:xfrm>
              <a:off x="3713719" y="739552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0" name="Google Shape;5120;p25"/>
            <p:cNvSpPr/>
            <p:nvPr/>
          </p:nvSpPr>
          <p:spPr>
            <a:xfrm>
              <a:off x="386166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1" name="Google Shape;5121;p25"/>
            <p:cNvSpPr/>
            <p:nvPr/>
          </p:nvSpPr>
          <p:spPr>
            <a:xfrm>
              <a:off x="400956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2" name="Google Shape;5122;p25"/>
            <p:cNvSpPr/>
            <p:nvPr/>
          </p:nvSpPr>
          <p:spPr>
            <a:xfrm>
              <a:off x="253040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3" name="Google Shape;5123;p25"/>
            <p:cNvSpPr/>
            <p:nvPr/>
          </p:nvSpPr>
          <p:spPr>
            <a:xfrm>
              <a:off x="267832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4" name="Google Shape;5124;p25"/>
            <p:cNvSpPr/>
            <p:nvPr/>
          </p:nvSpPr>
          <p:spPr>
            <a:xfrm>
              <a:off x="2807755" y="573137"/>
              <a:ext cx="166431" cy="166431"/>
            </a:xfrm>
            <a:custGeom>
              <a:rect b="b" l="l" r="r" t="t"/>
              <a:pathLst>
                <a:path extrusionOk="0" h="10715" w="10715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5" name="Google Shape;5125;p25"/>
            <p:cNvSpPr/>
            <p:nvPr/>
          </p:nvSpPr>
          <p:spPr>
            <a:xfrm>
              <a:off x="297417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6" name="Google Shape;5126;p25"/>
            <p:cNvSpPr/>
            <p:nvPr/>
          </p:nvSpPr>
          <p:spPr>
            <a:xfrm>
              <a:off x="3122086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7" name="Google Shape;5127;p25"/>
            <p:cNvSpPr/>
            <p:nvPr/>
          </p:nvSpPr>
          <p:spPr>
            <a:xfrm>
              <a:off x="326998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8" name="Google Shape;5128;p25"/>
            <p:cNvSpPr/>
            <p:nvPr/>
          </p:nvSpPr>
          <p:spPr>
            <a:xfrm>
              <a:off x="3417902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9" name="Google Shape;5129;p25"/>
            <p:cNvSpPr/>
            <p:nvPr/>
          </p:nvSpPr>
          <p:spPr>
            <a:xfrm>
              <a:off x="253040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0" name="Google Shape;5130;p25"/>
            <p:cNvSpPr/>
            <p:nvPr/>
          </p:nvSpPr>
          <p:spPr>
            <a:xfrm>
              <a:off x="267832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1" name="Google Shape;5131;p25"/>
            <p:cNvSpPr/>
            <p:nvPr/>
          </p:nvSpPr>
          <p:spPr>
            <a:xfrm>
              <a:off x="2807755" y="443705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2" name="Google Shape;5132;p25"/>
            <p:cNvSpPr/>
            <p:nvPr/>
          </p:nvSpPr>
          <p:spPr>
            <a:xfrm>
              <a:off x="297417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3" name="Google Shape;5133;p25"/>
            <p:cNvSpPr/>
            <p:nvPr/>
          </p:nvSpPr>
          <p:spPr>
            <a:xfrm>
              <a:off x="3122086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4" name="Google Shape;5134;p25"/>
            <p:cNvSpPr/>
            <p:nvPr/>
          </p:nvSpPr>
          <p:spPr>
            <a:xfrm>
              <a:off x="326998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5" name="Google Shape;5135;p25"/>
            <p:cNvSpPr/>
            <p:nvPr/>
          </p:nvSpPr>
          <p:spPr>
            <a:xfrm>
              <a:off x="3417902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6" name="Google Shape;5136;p25"/>
            <p:cNvSpPr/>
            <p:nvPr/>
          </p:nvSpPr>
          <p:spPr>
            <a:xfrm>
              <a:off x="253040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7" name="Google Shape;5137;p25"/>
            <p:cNvSpPr/>
            <p:nvPr/>
          </p:nvSpPr>
          <p:spPr>
            <a:xfrm>
              <a:off x="267832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8" name="Google Shape;5138;p25"/>
            <p:cNvSpPr/>
            <p:nvPr/>
          </p:nvSpPr>
          <p:spPr>
            <a:xfrm>
              <a:off x="2807755" y="27732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9" name="Google Shape;5139;p25"/>
            <p:cNvSpPr/>
            <p:nvPr/>
          </p:nvSpPr>
          <p:spPr>
            <a:xfrm>
              <a:off x="297417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0" name="Google Shape;5140;p25"/>
            <p:cNvSpPr/>
            <p:nvPr/>
          </p:nvSpPr>
          <p:spPr>
            <a:xfrm>
              <a:off x="3122086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1" name="Google Shape;5141;p25"/>
            <p:cNvSpPr/>
            <p:nvPr/>
          </p:nvSpPr>
          <p:spPr>
            <a:xfrm>
              <a:off x="326998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2" name="Google Shape;5142;p25"/>
            <p:cNvSpPr/>
            <p:nvPr/>
          </p:nvSpPr>
          <p:spPr>
            <a:xfrm>
              <a:off x="2530406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3" name="Google Shape;5143;p25"/>
            <p:cNvSpPr/>
            <p:nvPr/>
          </p:nvSpPr>
          <p:spPr>
            <a:xfrm>
              <a:off x="267832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4" name="Google Shape;5144;p25"/>
            <p:cNvSpPr/>
            <p:nvPr/>
          </p:nvSpPr>
          <p:spPr>
            <a:xfrm>
              <a:off x="2807755" y="129404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5" name="Google Shape;5145;p25"/>
            <p:cNvSpPr/>
            <p:nvPr/>
          </p:nvSpPr>
          <p:spPr>
            <a:xfrm>
              <a:off x="2974170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6" name="Google Shape;5146;p25"/>
            <p:cNvSpPr/>
            <p:nvPr/>
          </p:nvSpPr>
          <p:spPr>
            <a:xfrm>
              <a:off x="3122086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7" name="Google Shape;5147;p25"/>
            <p:cNvSpPr/>
            <p:nvPr/>
          </p:nvSpPr>
          <p:spPr>
            <a:xfrm>
              <a:off x="2530406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8" name="Google Shape;5148;p25"/>
            <p:cNvSpPr/>
            <p:nvPr/>
          </p:nvSpPr>
          <p:spPr>
            <a:xfrm>
              <a:off x="267832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9" name="Google Shape;5149;p25"/>
            <p:cNvSpPr/>
            <p:nvPr/>
          </p:nvSpPr>
          <p:spPr>
            <a:xfrm>
              <a:off x="2807755" y="-12"/>
              <a:ext cx="166431" cy="129432"/>
            </a:xfrm>
            <a:custGeom>
              <a:rect b="b" l="l" r="r" t="t"/>
              <a:pathLst>
                <a:path extrusionOk="0" h="8333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0" name="Google Shape;5150;p25"/>
            <p:cNvSpPr/>
            <p:nvPr/>
          </p:nvSpPr>
          <p:spPr>
            <a:xfrm>
              <a:off x="2974170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51" name="Google Shape;5151;p25"/>
          <p:cNvGrpSpPr/>
          <p:nvPr/>
        </p:nvGrpSpPr>
        <p:grpSpPr>
          <a:xfrm flipH="1">
            <a:off x="4062359" y="461843"/>
            <a:ext cx="1019282" cy="509637"/>
            <a:chOff x="311697" y="-12"/>
            <a:chExt cx="4437449" cy="2218709"/>
          </a:xfrm>
        </p:grpSpPr>
        <p:sp>
          <p:nvSpPr>
            <p:cNvPr id="5152" name="Google Shape;5152;p25"/>
            <p:cNvSpPr/>
            <p:nvPr/>
          </p:nvSpPr>
          <p:spPr>
            <a:xfrm>
              <a:off x="2400974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3" name="Google Shape;5153;p25"/>
            <p:cNvSpPr/>
            <p:nvPr/>
          </p:nvSpPr>
          <p:spPr>
            <a:xfrm>
              <a:off x="2253074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4" name="Google Shape;5154;p25"/>
            <p:cNvSpPr/>
            <p:nvPr/>
          </p:nvSpPr>
          <p:spPr>
            <a:xfrm>
              <a:off x="208667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5" name="Google Shape;5155;p25"/>
            <p:cNvSpPr/>
            <p:nvPr/>
          </p:nvSpPr>
          <p:spPr>
            <a:xfrm>
              <a:off x="195724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6" name="Google Shape;5156;p25"/>
            <p:cNvSpPr/>
            <p:nvPr/>
          </p:nvSpPr>
          <p:spPr>
            <a:xfrm>
              <a:off x="1790857" y="2070781"/>
              <a:ext cx="166400" cy="147916"/>
            </a:xfrm>
            <a:custGeom>
              <a:rect b="b" l="l" r="r" t="t"/>
              <a:pathLst>
                <a:path extrusionOk="0" h="9523" w="10713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7" name="Google Shape;5157;p25"/>
            <p:cNvSpPr/>
            <p:nvPr/>
          </p:nvSpPr>
          <p:spPr>
            <a:xfrm>
              <a:off x="164291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8" name="Google Shape;5158;p25"/>
            <p:cNvSpPr/>
            <p:nvPr/>
          </p:nvSpPr>
          <p:spPr>
            <a:xfrm>
              <a:off x="1513494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9" name="Google Shape;5159;p25"/>
            <p:cNvSpPr/>
            <p:nvPr/>
          </p:nvSpPr>
          <p:spPr>
            <a:xfrm>
              <a:off x="1347094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0" name="Google Shape;5160;p25"/>
            <p:cNvSpPr/>
            <p:nvPr/>
          </p:nvSpPr>
          <p:spPr>
            <a:xfrm>
              <a:off x="119917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1" name="Google Shape;5161;p25"/>
            <p:cNvSpPr/>
            <p:nvPr/>
          </p:nvSpPr>
          <p:spPr>
            <a:xfrm>
              <a:off x="1069761" y="2070781"/>
              <a:ext cx="129432" cy="147916"/>
            </a:xfrm>
            <a:custGeom>
              <a:rect b="b" l="l" r="r" t="t"/>
              <a:pathLst>
                <a:path extrusionOk="0" h="9523" w="8333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2" name="Google Shape;5162;p25"/>
            <p:cNvSpPr/>
            <p:nvPr/>
          </p:nvSpPr>
          <p:spPr>
            <a:xfrm>
              <a:off x="903361" y="2070781"/>
              <a:ext cx="166415" cy="147916"/>
            </a:xfrm>
            <a:custGeom>
              <a:rect b="b" l="l" r="r" t="t"/>
              <a:pathLst>
                <a:path extrusionOk="0" h="9523" w="10714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3" name="Google Shape;5163;p25"/>
            <p:cNvSpPr/>
            <p:nvPr/>
          </p:nvSpPr>
          <p:spPr>
            <a:xfrm>
              <a:off x="755430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4" name="Google Shape;5164;p25"/>
            <p:cNvSpPr/>
            <p:nvPr/>
          </p:nvSpPr>
          <p:spPr>
            <a:xfrm>
              <a:off x="625998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5" name="Google Shape;5165;p25"/>
            <p:cNvSpPr/>
            <p:nvPr/>
          </p:nvSpPr>
          <p:spPr>
            <a:xfrm>
              <a:off x="2400974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6" name="Google Shape;5166;p25"/>
            <p:cNvSpPr/>
            <p:nvPr/>
          </p:nvSpPr>
          <p:spPr>
            <a:xfrm>
              <a:off x="225307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7" name="Google Shape;5167;p25"/>
            <p:cNvSpPr/>
            <p:nvPr/>
          </p:nvSpPr>
          <p:spPr>
            <a:xfrm>
              <a:off x="208667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8" name="Google Shape;5168;p25"/>
            <p:cNvSpPr/>
            <p:nvPr/>
          </p:nvSpPr>
          <p:spPr>
            <a:xfrm>
              <a:off x="195724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9" name="Google Shape;5169;p25"/>
            <p:cNvSpPr/>
            <p:nvPr/>
          </p:nvSpPr>
          <p:spPr>
            <a:xfrm>
              <a:off x="1790857" y="192286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0" name="Google Shape;5170;p25"/>
            <p:cNvSpPr/>
            <p:nvPr/>
          </p:nvSpPr>
          <p:spPr>
            <a:xfrm>
              <a:off x="164291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1" name="Google Shape;5171;p25"/>
            <p:cNvSpPr/>
            <p:nvPr/>
          </p:nvSpPr>
          <p:spPr>
            <a:xfrm>
              <a:off x="1513494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2" name="Google Shape;5172;p25"/>
            <p:cNvSpPr/>
            <p:nvPr/>
          </p:nvSpPr>
          <p:spPr>
            <a:xfrm>
              <a:off x="1347094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3" name="Google Shape;5173;p25"/>
            <p:cNvSpPr/>
            <p:nvPr/>
          </p:nvSpPr>
          <p:spPr>
            <a:xfrm>
              <a:off x="119917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4" name="Google Shape;5174;p25"/>
            <p:cNvSpPr/>
            <p:nvPr/>
          </p:nvSpPr>
          <p:spPr>
            <a:xfrm>
              <a:off x="1069761" y="192286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5" name="Google Shape;5175;p25"/>
            <p:cNvSpPr/>
            <p:nvPr/>
          </p:nvSpPr>
          <p:spPr>
            <a:xfrm>
              <a:off x="903361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6" name="Google Shape;5176;p25"/>
            <p:cNvSpPr/>
            <p:nvPr/>
          </p:nvSpPr>
          <p:spPr>
            <a:xfrm>
              <a:off x="755430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7" name="Google Shape;5177;p25"/>
            <p:cNvSpPr/>
            <p:nvPr/>
          </p:nvSpPr>
          <p:spPr>
            <a:xfrm>
              <a:off x="625998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8" name="Google Shape;5178;p25"/>
            <p:cNvSpPr/>
            <p:nvPr/>
          </p:nvSpPr>
          <p:spPr>
            <a:xfrm>
              <a:off x="459598" y="192286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9" name="Google Shape;5179;p25"/>
            <p:cNvSpPr/>
            <p:nvPr/>
          </p:nvSpPr>
          <p:spPr>
            <a:xfrm>
              <a:off x="311697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0" name="Google Shape;5180;p25"/>
            <p:cNvSpPr/>
            <p:nvPr/>
          </p:nvSpPr>
          <p:spPr>
            <a:xfrm>
              <a:off x="2400974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1" name="Google Shape;5181;p25"/>
            <p:cNvSpPr/>
            <p:nvPr/>
          </p:nvSpPr>
          <p:spPr>
            <a:xfrm>
              <a:off x="225307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2" name="Google Shape;5182;p25"/>
            <p:cNvSpPr/>
            <p:nvPr/>
          </p:nvSpPr>
          <p:spPr>
            <a:xfrm>
              <a:off x="208667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3" name="Google Shape;5183;p25"/>
            <p:cNvSpPr/>
            <p:nvPr/>
          </p:nvSpPr>
          <p:spPr>
            <a:xfrm>
              <a:off x="195724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4" name="Google Shape;5184;p25"/>
            <p:cNvSpPr/>
            <p:nvPr/>
          </p:nvSpPr>
          <p:spPr>
            <a:xfrm>
              <a:off x="1790857" y="175648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5" name="Google Shape;5185;p25"/>
            <p:cNvSpPr/>
            <p:nvPr/>
          </p:nvSpPr>
          <p:spPr>
            <a:xfrm>
              <a:off x="164291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6" name="Google Shape;5186;p25"/>
            <p:cNvSpPr/>
            <p:nvPr/>
          </p:nvSpPr>
          <p:spPr>
            <a:xfrm>
              <a:off x="1513494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7" name="Google Shape;5187;p25"/>
            <p:cNvSpPr/>
            <p:nvPr/>
          </p:nvSpPr>
          <p:spPr>
            <a:xfrm>
              <a:off x="1347094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8" name="Google Shape;5188;p25"/>
            <p:cNvSpPr/>
            <p:nvPr/>
          </p:nvSpPr>
          <p:spPr>
            <a:xfrm>
              <a:off x="119917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9" name="Google Shape;5189;p25"/>
            <p:cNvSpPr/>
            <p:nvPr/>
          </p:nvSpPr>
          <p:spPr>
            <a:xfrm>
              <a:off x="1069761" y="175648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0" name="Google Shape;5190;p25"/>
            <p:cNvSpPr/>
            <p:nvPr/>
          </p:nvSpPr>
          <p:spPr>
            <a:xfrm>
              <a:off x="903361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1" name="Google Shape;5191;p25"/>
            <p:cNvSpPr/>
            <p:nvPr/>
          </p:nvSpPr>
          <p:spPr>
            <a:xfrm>
              <a:off x="755430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2" name="Google Shape;5192;p25"/>
            <p:cNvSpPr/>
            <p:nvPr/>
          </p:nvSpPr>
          <p:spPr>
            <a:xfrm>
              <a:off x="625998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3" name="Google Shape;5193;p25"/>
            <p:cNvSpPr/>
            <p:nvPr/>
          </p:nvSpPr>
          <p:spPr>
            <a:xfrm>
              <a:off x="459598" y="175648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4" name="Google Shape;5194;p25"/>
            <p:cNvSpPr/>
            <p:nvPr/>
          </p:nvSpPr>
          <p:spPr>
            <a:xfrm>
              <a:off x="311697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5" name="Google Shape;5195;p25"/>
            <p:cNvSpPr/>
            <p:nvPr/>
          </p:nvSpPr>
          <p:spPr>
            <a:xfrm>
              <a:off x="2400974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6" name="Google Shape;5196;p25"/>
            <p:cNvSpPr/>
            <p:nvPr/>
          </p:nvSpPr>
          <p:spPr>
            <a:xfrm>
              <a:off x="225307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7" name="Google Shape;5197;p25"/>
            <p:cNvSpPr/>
            <p:nvPr/>
          </p:nvSpPr>
          <p:spPr>
            <a:xfrm>
              <a:off x="208667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8" name="Google Shape;5198;p25"/>
            <p:cNvSpPr/>
            <p:nvPr/>
          </p:nvSpPr>
          <p:spPr>
            <a:xfrm>
              <a:off x="195724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9" name="Google Shape;5199;p25"/>
            <p:cNvSpPr/>
            <p:nvPr/>
          </p:nvSpPr>
          <p:spPr>
            <a:xfrm>
              <a:off x="1790857" y="162704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0" name="Google Shape;5200;p25"/>
            <p:cNvSpPr/>
            <p:nvPr/>
          </p:nvSpPr>
          <p:spPr>
            <a:xfrm>
              <a:off x="164291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1" name="Google Shape;5201;p25"/>
            <p:cNvSpPr/>
            <p:nvPr/>
          </p:nvSpPr>
          <p:spPr>
            <a:xfrm>
              <a:off x="1513494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2" name="Google Shape;5202;p25"/>
            <p:cNvSpPr/>
            <p:nvPr/>
          </p:nvSpPr>
          <p:spPr>
            <a:xfrm>
              <a:off x="1347094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3" name="Google Shape;5203;p25"/>
            <p:cNvSpPr/>
            <p:nvPr/>
          </p:nvSpPr>
          <p:spPr>
            <a:xfrm>
              <a:off x="119917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4" name="Google Shape;5204;p25"/>
            <p:cNvSpPr/>
            <p:nvPr/>
          </p:nvSpPr>
          <p:spPr>
            <a:xfrm>
              <a:off x="1069761" y="162704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5" name="Google Shape;5205;p25"/>
            <p:cNvSpPr/>
            <p:nvPr/>
          </p:nvSpPr>
          <p:spPr>
            <a:xfrm>
              <a:off x="903361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6" name="Google Shape;5206;p25"/>
            <p:cNvSpPr/>
            <p:nvPr/>
          </p:nvSpPr>
          <p:spPr>
            <a:xfrm>
              <a:off x="755430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7" name="Google Shape;5207;p25"/>
            <p:cNvSpPr/>
            <p:nvPr/>
          </p:nvSpPr>
          <p:spPr>
            <a:xfrm>
              <a:off x="625998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8" name="Google Shape;5208;p25"/>
            <p:cNvSpPr/>
            <p:nvPr/>
          </p:nvSpPr>
          <p:spPr>
            <a:xfrm>
              <a:off x="459598" y="162704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9" name="Google Shape;5209;p25"/>
            <p:cNvSpPr/>
            <p:nvPr/>
          </p:nvSpPr>
          <p:spPr>
            <a:xfrm>
              <a:off x="311697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0" name="Google Shape;5210;p25"/>
            <p:cNvSpPr/>
            <p:nvPr/>
          </p:nvSpPr>
          <p:spPr>
            <a:xfrm>
              <a:off x="2400974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1" name="Google Shape;5211;p25"/>
            <p:cNvSpPr/>
            <p:nvPr/>
          </p:nvSpPr>
          <p:spPr>
            <a:xfrm>
              <a:off x="225307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2" name="Google Shape;5212;p25"/>
            <p:cNvSpPr/>
            <p:nvPr/>
          </p:nvSpPr>
          <p:spPr>
            <a:xfrm>
              <a:off x="208667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3" name="Google Shape;5213;p25"/>
            <p:cNvSpPr/>
            <p:nvPr/>
          </p:nvSpPr>
          <p:spPr>
            <a:xfrm>
              <a:off x="195724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4" name="Google Shape;5214;p25"/>
            <p:cNvSpPr/>
            <p:nvPr/>
          </p:nvSpPr>
          <p:spPr>
            <a:xfrm>
              <a:off x="1790857" y="1460633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5" name="Google Shape;5215;p25"/>
            <p:cNvSpPr/>
            <p:nvPr/>
          </p:nvSpPr>
          <p:spPr>
            <a:xfrm>
              <a:off x="164291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6" name="Google Shape;5216;p25"/>
            <p:cNvSpPr/>
            <p:nvPr/>
          </p:nvSpPr>
          <p:spPr>
            <a:xfrm>
              <a:off x="1513494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7" name="Google Shape;5217;p25"/>
            <p:cNvSpPr/>
            <p:nvPr/>
          </p:nvSpPr>
          <p:spPr>
            <a:xfrm>
              <a:off x="1347094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8" name="Google Shape;5218;p25"/>
            <p:cNvSpPr/>
            <p:nvPr/>
          </p:nvSpPr>
          <p:spPr>
            <a:xfrm>
              <a:off x="119917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9" name="Google Shape;5219;p25"/>
            <p:cNvSpPr/>
            <p:nvPr/>
          </p:nvSpPr>
          <p:spPr>
            <a:xfrm>
              <a:off x="1069761" y="1460633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0" name="Google Shape;5220;p25"/>
            <p:cNvSpPr/>
            <p:nvPr/>
          </p:nvSpPr>
          <p:spPr>
            <a:xfrm>
              <a:off x="903361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1" name="Google Shape;5221;p25"/>
            <p:cNvSpPr/>
            <p:nvPr/>
          </p:nvSpPr>
          <p:spPr>
            <a:xfrm>
              <a:off x="755430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2" name="Google Shape;5222;p25"/>
            <p:cNvSpPr/>
            <p:nvPr/>
          </p:nvSpPr>
          <p:spPr>
            <a:xfrm>
              <a:off x="625998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3" name="Google Shape;5223;p25"/>
            <p:cNvSpPr/>
            <p:nvPr/>
          </p:nvSpPr>
          <p:spPr>
            <a:xfrm>
              <a:off x="459598" y="1460633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4" name="Google Shape;5224;p25"/>
            <p:cNvSpPr/>
            <p:nvPr/>
          </p:nvSpPr>
          <p:spPr>
            <a:xfrm>
              <a:off x="311697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5" name="Google Shape;5225;p25"/>
            <p:cNvSpPr/>
            <p:nvPr/>
          </p:nvSpPr>
          <p:spPr>
            <a:xfrm>
              <a:off x="2400974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6" name="Google Shape;5226;p25"/>
            <p:cNvSpPr/>
            <p:nvPr/>
          </p:nvSpPr>
          <p:spPr>
            <a:xfrm>
              <a:off x="225307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7" name="Google Shape;5227;p25"/>
            <p:cNvSpPr/>
            <p:nvPr/>
          </p:nvSpPr>
          <p:spPr>
            <a:xfrm>
              <a:off x="208667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8" name="Google Shape;5228;p25"/>
            <p:cNvSpPr/>
            <p:nvPr/>
          </p:nvSpPr>
          <p:spPr>
            <a:xfrm>
              <a:off x="195724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9" name="Google Shape;5229;p25"/>
            <p:cNvSpPr/>
            <p:nvPr/>
          </p:nvSpPr>
          <p:spPr>
            <a:xfrm>
              <a:off x="1790857" y="1331201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0" name="Google Shape;5230;p25"/>
            <p:cNvSpPr/>
            <p:nvPr/>
          </p:nvSpPr>
          <p:spPr>
            <a:xfrm>
              <a:off x="164291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1" name="Google Shape;5231;p25"/>
            <p:cNvSpPr/>
            <p:nvPr/>
          </p:nvSpPr>
          <p:spPr>
            <a:xfrm>
              <a:off x="1513494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2" name="Google Shape;5232;p25"/>
            <p:cNvSpPr/>
            <p:nvPr/>
          </p:nvSpPr>
          <p:spPr>
            <a:xfrm>
              <a:off x="1347094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3" name="Google Shape;5233;p25"/>
            <p:cNvSpPr/>
            <p:nvPr/>
          </p:nvSpPr>
          <p:spPr>
            <a:xfrm>
              <a:off x="119917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4" name="Google Shape;5234;p25"/>
            <p:cNvSpPr/>
            <p:nvPr/>
          </p:nvSpPr>
          <p:spPr>
            <a:xfrm>
              <a:off x="1069761" y="1331201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5" name="Google Shape;5235;p25"/>
            <p:cNvSpPr/>
            <p:nvPr/>
          </p:nvSpPr>
          <p:spPr>
            <a:xfrm>
              <a:off x="903361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6" name="Google Shape;5236;p25"/>
            <p:cNvSpPr/>
            <p:nvPr/>
          </p:nvSpPr>
          <p:spPr>
            <a:xfrm>
              <a:off x="755430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7" name="Google Shape;5237;p25"/>
            <p:cNvSpPr/>
            <p:nvPr/>
          </p:nvSpPr>
          <p:spPr>
            <a:xfrm>
              <a:off x="625998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8" name="Google Shape;5238;p25"/>
            <p:cNvSpPr/>
            <p:nvPr/>
          </p:nvSpPr>
          <p:spPr>
            <a:xfrm>
              <a:off x="459598" y="1331201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9" name="Google Shape;5239;p25"/>
            <p:cNvSpPr/>
            <p:nvPr/>
          </p:nvSpPr>
          <p:spPr>
            <a:xfrm>
              <a:off x="2400974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0" name="Google Shape;5240;p25"/>
            <p:cNvSpPr/>
            <p:nvPr/>
          </p:nvSpPr>
          <p:spPr>
            <a:xfrm>
              <a:off x="2253074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1" name="Google Shape;5241;p25"/>
            <p:cNvSpPr/>
            <p:nvPr/>
          </p:nvSpPr>
          <p:spPr>
            <a:xfrm>
              <a:off x="208667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2" name="Google Shape;5242;p25"/>
            <p:cNvSpPr/>
            <p:nvPr/>
          </p:nvSpPr>
          <p:spPr>
            <a:xfrm>
              <a:off x="195724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3" name="Google Shape;5243;p25"/>
            <p:cNvSpPr/>
            <p:nvPr/>
          </p:nvSpPr>
          <p:spPr>
            <a:xfrm>
              <a:off x="1790857" y="1183285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4" name="Google Shape;5244;p25"/>
            <p:cNvSpPr/>
            <p:nvPr/>
          </p:nvSpPr>
          <p:spPr>
            <a:xfrm>
              <a:off x="164291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5" name="Google Shape;5245;p25"/>
            <p:cNvSpPr/>
            <p:nvPr/>
          </p:nvSpPr>
          <p:spPr>
            <a:xfrm>
              <a:off x="1513494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6" name="Google Shape;5246;p25"/>
            <p:cNvSpPr/>
            <p:nvPr/>
          </p:nvSpPr>
          <p:spPr>
            <a:xfrm>
              <a:off x="1347094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7" name="Google Shape;5247;p25"/>
            <p:cNvSpPr/>
            <p:nvPr/>
          </p:nvSpPr>
          <p:spPr>
            <a:xfrm>
              <a:off x="119917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8" name="Google Shape;5248;p25"/>
            <p:cNvSpPr/>
            <p:nvPr/>
          </p:nvSpPr>
          <p:spPr>
            <a:xfrm>
              <a:off x="1069761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9" name="Google Shape;5249;p25"/>
            <p:cNvSpPr/>
            <p:nvPr/>
          </p:nvSpPr>
          <p:spPr>
            <a:xfrm>
              <a:off x="903361" y="1183285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0" name="Google Shape;5250;p25"/>
            <p:cNvSpPr/>
            <p:nvPr/>
          </p:nvSpPr>
          <p:spPr>
            <a:xfrm>
              <a:off x="755430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1" name="Google Shape;5251;p25"/>
            <p:cNvSpPr/>
            <p:nvPr/>
          </p:nvSpPr>
          <p:spPr>
            <a:xfrm>
              <a:off x="626013" y="1183285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2" name="Google Shape;5252;p25"/>
            <p:cNvSpPr/>
            <p:nvPr/>
          </p:nvSpPr>
          <p:spPr>
            <a:xfrm>
              <a:off x="2400974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3" name="Google Shape;5253;p25"/>
            <p:cNvSpPr/>
            <p:nvPr/>
          </p:nvSpPr>
          <p:spPr>
            <a:xfrm>
              <a:off x="2253074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4" name="Google Shape;5254;p25"/>
            <p:cNvSpPr/>
            <p:nvPr/>
          </p:nvSpPr>
          <p:spPr>
            <a:xfrm>
              <a:off x="208667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5" name="Google Shape;5255;p25"/>
            <p:cNvSpPr/>
            <p:nvPr/>
          </p:nvSpPr>
          <p:spPr>
            <a:xfrm>
              <a:off x="195724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6" name="Google Shape;5256;p25"/>
            <p:cNvSpPr/>
            <p:nvPr/>
          </p:nvSpPr>
          <p:spPr>
            <a:xfrm>
              <a:off x="1790857" y="101690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7" name="Google Shape;5257;p25"/>
            <p:cNvSpPr/>
            <p:nvPr/>
          </p:nvSpPr>
          <p:spPr>
            <a:xfrm>
              <a:off x="164291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8" name="Google Shape;5258;p25"/>
            <p:cNvSpPr/>
            <p:nvPr/>
          </p:nvSpPr>
          <p:spPr>
            <a:xfrm>
              <a:off x="1513494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9" name="Google Shape;5259;p25"/>
            <p:cNvSpPr/>
            <p:nvPr/>
          </p:nvSpPr>
          <p:spPr>
            <a:xfrm>
              <a:off x="1347094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0" name="Google Shape;5260;p25"/>
            <p:cNvSpPr/>
            <p:nvPr/>
          </p:nvSpPr>
          <p:spPr>
            <a:xfrm>
              <a:off x="1199178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1" name="Google Shape;5261;p25"/>
            <p:cNvSpPr/>
            <p:nvPr/>
          </p:nvSpPr>
          <p:spPr>
            <a:xfrm>
              <a:off x="1069761" y="1016900"/>
              <a:ext cx="129432" cy="166400"/>
            </a:xfrm>
            <a:custGeom>
              <a:rect b="b" l="l" r="r" t="t"/>
              <a:pathLst>
                <a:path extrusionOk="0" h="10713" w="8333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2" name="Google Shape;5262;p25"/>
            <p:cNvSpPr/>
            <p:nvPr/>
          </p:nvSpPr>
          <p:spPr>
            <a:xfrm>
              <a:off x="903361" y="101690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3" name="Google Shape;5263;p25"/>
            <p:cNvSpPr/>
            <p:nvPr/>
          </p:nvSpPr>
          <p:spPr>
            <a:xfrm>
              <a:off x="755430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4" name="Google Shape;5264;p25"/>
            <p:cNvSpPr/>
            <p:nvPr/>
          </p:nvSpPr>
          <p:spPr>
            <a:xfrm>
              <a:off x="2400974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5" name="Google Shape;5265;p25"/>
            <p:cNvSpPr/>
            <p:nvPr/>
          </p:nvSpPr>
          <p:spPr>
            <a:xfrm>
              <a:off x="2253074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6" name="Google Shape;5266;p25"/>
            <p:cNvSpPr/>
            <p:nvPr/>
          </p:nvSpPr>
          <p:spPr>
            <a:xfrm>
              <a:off x="208667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7" name="Google Shape;5267;p25"/>
            <p:cNvSpPr/>
            <p:nvPr/>
          </p:nvSpPr>
          <p:spPr>
            <a:xfrm>
              <a:off x="195724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8" name="Google Shape;5268;p25"/>
            <p:cNvSpPr/>
            <p:nvPr/>
          </p:nvSpPr>
          <p:spPr>
            <a:xfrm>
              <a:off x="1790857" y="887468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9" name="Google Shape;5269;p25"/>
            <p:cNvSpPr/>
            <p:nvPr/>
          </p:nvSpPr>
          <p:spPr>
            <a:xfrm>
              <a:off x="164291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0" name="Google Shape;5270;p25"/>
            <p:cNvSpPr/>
            <p:nvPr/>
          </p:nvSpPr>
          <p:spPr>
            <a:xfrm>
              <a:off x="1513494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1" name="Google Shape;5271;p25"/>
            <p:cNvSpPr/>
            <p:nvPr/>
          </p:nvSpPr>
          <p:spPr>
            <a:xfrm>
              <a:off x="1347094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2" name="Google Shape;5272;p25"/>
            <p:cNvSpPr/>
            <p:nvPr/>
          </p:nvSpPr>
          <p:spPr>
            <a:xfrm>
              <a:off x="1199178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3" name="Google Shape;5273;p25"/>
            <p:cNvSpPr/>
            <p:nvPr/>
          </p:nvSpPr>
          <p:spPr>
            <a:xfrm>
              <a:off x="1069761" y="887468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4" name="Google Shape;5274;p25"/>
            <p:cNvSpPr/>
            <p:nvPr/>
          </p:nvSpPr>
          <p:spPr>
            <a:xfrm>
              <a:off x="903361" y="887468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5" name="Google Shape;5275;p25"/>
            <p:cNvSpPr/>
            <p:nvPr/>
          </p:nvSpPr>
          <p:spPr>
            <a:xfrm>
              <a:off x="755430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6" name="Google Shape;5276;p25"/>
            <p:cNvSpPr/>
            <p:nvPr/>
          </p:nvSpPr>
          <p:spPr>
            <a:xfrm>
              <a:off x="2400974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7" name="Google Shape;5277;p25"/>
            <p:cNvSpPr/>
            <p:nvPr/>
          </p:nvSpPr>
          <p:spPr>
            <a:xfrm>
              <a:off x="2253074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8" name="Google Shape;5278;p25"/>
            <p:cNvSpPr/>
            <p:nvPr/>
          </p:nvSpPr>
          <p:spPr>
            <a:xfrm>
              <a:off x="208667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9" name="Google Shape;5279;p25"/>
            <p:cNvSpPr/>
            <p:nvPr/>
          </p:nvSpPr>
          <p:spPr>
            <a:xfrm>
              <a:off x="195724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0" name="Google Shape;5280;p25"/>
            <p:cNvSpPr/>
            <p:nvPr/>
          </p:nvSpPr>
          <p:spPr>
            <a:xfrm>
              <a:off x="1790857" y="739552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1" name="Google Shape;5281;p25"/>
            <p:cNvSpPr/>
            <p:nvPr/>
          </p:nvSpPr>
          <p:spPr>
            <a:xfrm>
              <a:off x="164291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2" name="Google Shape;5282;p25"/>
            <p:cNvSpPr/>
            <p:nvPr/>
          </p:nvSpPr>
          <p:spPr>
            <a:xfrm>
              <a:off x="1513494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3" name="Google Shape;5283;p25"/>
            <p:cNvSpPr/>
            <p:nvPr/>
          </p:nvSpPr>
          <p:spPr>
            <a:xfrm>
              <a:off x="1347094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4" name="Google Shape;5284;p25"/>
            <p:cNvSpPr/>
            <p:nvPr/>
          </p:nvSpPr>
          <p:spPr>
            <a:xfrm>
              <a:off x="1199178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5" name="Google Shape;5285;p25"/>
            <p:cNvSpPr/>
            <p:nvPr/>
          </p:nvSpPr>
          <p:spPr>
            <a:xfrm>
              <a:off x="1069761" y="739552"/>
              <a:ext cx="129432" cy="147932"/>
            </a:xfrm>
            <a:custGeom>
              <a:rect b="b" l="l" r="r" t="t"/>
              <a:pathLst>
                <a:path extrusionOk="0" h="9524" w="8333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6" name="Google Shape;5286;p25"/>
            <p:cNvSpPr/>
            <p:nvPr/>
          </p:nvSpPr>
          <p:spPr>
            <a:xfrm>
              <a:off x="903361" y="739552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7" name="Google Shape;5287;p25"/>
            <p:cNvSpPr/>
            <p:nvPr/>
          </p:nvSpPr>
          <p:spPr>
            <a:xfrm>
              <a:off x="2400974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8" name="Google Shape;5288;p25"/>
            <p:cNvSpPr/>
            <p:nvPr/>
          </p:nvSpPr>
          <p:spPr>
            <a:xfrm>
              <a:off x="2253074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9" name="Google Shape;5289;p25"/>
            <p:cNvSpPr/>
            <p:nvPr/>
          </p:nvSpPr>
          <p:spPr>
            <a:xfrm>
              <a:off x="2086674" y="573137"/>
              <a:ext cx="166415" cy="166431"/>
            </a:xfrm>
            <a:custGeom>
              <a:rect b="b" l="l" r="r" t="t"/>
              <a:pathLst>
                <a:path extrusionOk="0" h="10715" w="10714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0" name="Google Shape;5290;p25"/>
            <p:cNvSpPr/>
            <p:nvPr/>
          </p:nvSpPr>
          <p:spPr>
            <a:xfrm>
              <a:off x="195724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1" name="Google Shape;5291;p25"/>
            <p:cNvSpPr/>
            <p:nvPr/>
          </p:nvSpPr>
          <p:spPr>
            <a:xfrm>
              <a:off x="1790857" y="573137"/>
              <a:ext cx="166400" cy="166431"/>
            </a:xfrm>
            <a:custGeom>
              <a:rect b="b" l="l" r="r" t="t"/>
              <a:pathLst>
                <a:path extrusionOk="0" h="10715" w="10713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2" name="Google Shape;5292;p25"/>
            <p:cNvSpPr/>
            <p:nvPr/>
          </p:nvSpPr>
          <p:spPr>
            <a:xfrm>
              <a:off x="164291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3" name="Google Shape;5293;p25"/>
            <p:cNvSpPr/>
            <p:nvPr/>
          </p:nvSpPr>
          <p:spPr>
            <a:xfrm>
              <a:off x="1513494" y="573137"/>
              <a:ext cx="129432" cy="166431"/>
            </a:xfrm>
            <a:custGeom>
              <a:rect b="b" l="l" r="r" t="t"/>
              <a:pathLst>
                <a:path extrusionOk="0" h="10715" w="8333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4" name="Google Shape;5294;p25"/>
            <p:cNvSpPr/>
            <p:nvPr/>
          </p:nvSpPr>
          <p:spPr>
            <a:xfrm>
              <a:off x="2400974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5" name="Google Shape;5295;p25"/>
            <p:cNvSpPr/>
            <p:nvPr/>
          </p:nvSpPr>
          <p:spPr>
            <a:xfrm>
              <a:off x="2253074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6" name="Google Shape;5296;p25"/>
            <p:cNvSpPr/>
            <p:nvPr/>
          </p:nvSpPr>
          <p:spPr>
            <a:xfrm>
              <a:off x="2086674" y="443705"/>
              <a:ext cx="166415" cy="129448"/>
            </a:xfrm>
            <a:custGeom>
              <a:rect b="b" l="l" r="r" t="t"/>
              <a:pathLst>
                <a:path extrusionOk="0" h="8334" w="10714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7" name="Google Shape;5297;p25"/>
            <p:cNvSpPr/>
            <p:nvPr/>
          </p:nvSpPr>
          <p:spPr>
            <a:xfrm>
              <a:off x="195724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8" name="Google Shape;5298;p25"/>
            <p:cNvSpPr/>
            <p:nvPr/>
          </p:nvSpPr>
          <p:spPr>
            <a:xfrm>
              <a:off x="1790857" y="443705"/>
              <a:ext cx="166400" cy="129448"/>
            </a:xfrm>
            <a:custGeom>
              <a:rect b="b" l="l" r="r" t="t"/>
              <a:pathLst>
                <a:path extrusionOk="0" h="8334" w="10713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9" name="Google Shape;5299;p25"/>
            <p:cNvSpPr/>
            <p:nvPr/>
          </p:nvSpPr>
          <p:spPr>
            <a:xfrm>
              <a:off x="164291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0" name="Google Shape;5300;p25"/>
            <p:cNvSpPr/>
            <p:nvPr/>
          </p:nvSpPr>
          <p:spPr>
            <a:xfrm>
              <a:off x="1513494" y="443705"/>
              <a:ext cx="129432" cy="129448"/>
            </a:xfrm>
            <a:custGeom>
              <a:rect b="b" l="l" r="r" t="t"/>
              <a:pathLst>
                <a:path extrusionOk="0" h="8334" w="8333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1" name="Google Shape;5301;p25"/>
            <p:cNvSpPr/>
            <p:nvPr/>
          </p:nvSpPr>
          <p:spPr>
            <a:xfrm>
              <a:off x="2400974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2" name="Google Shape;5302;p25"/>
            <p:cNvSpPr/>
            <p:nvPr/>
          </p:nvSpPr>
          <p:spPr>
            <a:xfrm>
              <a:off x="2253074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3" name="Google Shape;5303;p25"/>
            <p:cNvSpPr/>
            <p:nvPr/>
          </p:nvSpPr>
          <p:spPr>
            <a:xfrm>
              <a:off x="2086674" y="277320"/>
              <a:ext cx="166415" cy="166400"/>
            </a:xfrm>
            <a:custGeom>
              <a:rect b="b" l="l" r="r" t="t"/>
              <a:pathLst>
                <a:path extrusionOk="0" h="10713" w="10714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4" name="Google Shape;5304;p25"/>
            <p:cNvSpPr/>
            <p:nvPr/>
          </p:nvSpPr>
          <p:spPr>
            <a:xfrm>
              <a:off x="195724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5" name="Google Shape;5305;p25"/>
            <p:cNvSpPr/>
            <p:nvPr/>
          </p:nvSpPr>
          <p:spPr>
            <a:xfrm>
              <a:off x="1790857" y="277320"/>
              <a:ext cx="166400" cy="166400"/>
            </a:xfrm>
            <a:custGeom>
              <a:rect b="b" l="l" r="r" t="t"/>
              <a:pathLst>
                <a:path extrusionOk="0" h="10713" w="10713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6" name="Google Shape;5306;p25"/>
            <p:cNvSpPr/>
            <p:nvPr/>
          </p:nvSpPr>
          <p:spPr>
            <a:xfrm>
              <a:off x="164291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7" name="Google Shape;5307;p25"/>
            <p:cNvSpPr/>
            <p:nvPr/>
          </p:nvSpPr>
          <p:spPr>
            <a:xfrm>
              <a:off x="2400974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8" name="Google Shape;5308;p25"/>
            <p:cNvSpPr/>
            <p:nvPr/>
          </p:nvSpPr>
          <p:spPr>
            <a:xfrm>
              <a:off x="2253074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9" name="Google Shape;5309;p25"/>
            <p:cNvSpPr/>
            <p:nvPr/>
          </p:nvSpPr>
          <p:spPr>
            <a:xfrm>
              <a:off x="2086674" y="129404"/>
              <a:ext cx="166415" cy="147932"/>
            </a:xfrm>
            <a:custGeom>
              <a:rect b="b" l="l" r="r" t="t"/>
              <a:pathLst>
                <a:path extrusionOk="0" h="9524" w="10714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0" name="Google Shape;5310;p25"/>
            <p:cNvSpPr/>
            <p:nvPr/>
          </p:nvSpPr>
          <p:spPr>
            <a:xfrm>
              <a:off x="195724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1" name="Google Shape;5311;p25"/>
            <p:cNvSpPr/>
            <p:nvPr/>
          </p:nvSpPr>
          <p:spPr>
            <a:xfrm>
              <a:off x="1790857" y="129404"/>
              <a:ext cx="166400" cy="147932"/>
            </a:xfrm>
            <a:custGeom>
              <a:rect b="b" l="l" r="r" t="t"/>
              <a:pathLst>
                <a:path extrusionOk="0" h="9524" w="10713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2" name="Google Shape;5312;p25"/>
            <p:cNvSpPr/>
            <p:nvPr/>
          </p:nvSpPr>
          <p:spPr>
            <a:xfrm>
              <a:off x="2400974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3" name="Google Shape;5313;p25"/>
            <p:cNvSpPr/>
            <p:nvPr/>
          </p:nvSpPr>
          <p:spPr>
            <a:xfrm>
              <a:off x="2253074" y="-12"/>
              <a:ext cx="147916" cy="129432"/>
            </a:xfrm>
            <a:custGeom>
              <a:rect b="b" l="l" r="r" t="t"/>
              <a:pathLst>
                <a:path extrusionOk="0" h="8333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4" name="Google Shape;5314;p25"/>
            <p:cNvSpPr/>
            <p:nvPr/>
          </p:nvSpPr>
          <p:spPr>
            <a:xfrm>
              <a:off x="2086674" y="-12"/>
              <a:ext cx="166415" cy="129432"/>
            </a:xfrm>
            <a:custGeom>
              <a:rect b="b" l="l" r="r" t="t"/>
              <a:pathLst>
                <a:path extrusionOk="0" h="8333" w="10714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5" name="Google Shape;5315;p25"/>
            <p:cNvSpPr/>
            <p:nvPr/>
          </p:nvSpPr>
          <p:spPr>
            <a:xfrm>
              <a:off x="195724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6" name="Google Shape;5316;p25"/>
            <p:cNvSpPr/>
            <p:nvPr/>
          </p:nvSpPr>
          <p:spPr>
            <a:xfrm>
              <a:off x="253040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7" name="Google Shape;5317;p25"/>
            <p:cNvSpPr/>
            <p:nvPr/>
          </p:nvSpPr>
          <p:spPr>
            <a:xfrm>
              <a:off x="2678322" y="2070781"/>
              <a:ext cx="129448" cy="147916"/>
            </a:xfrm>
            <a:custGeom>
              <a:rect b="b" l="l" r="r" t="t"/>
              <a:pathLst>
                <a:path extrusionOk="0" h="9523" w="8334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8" name="Google Shape;5318;p25"/>
            <p:cNvSpPr/>
            <p:nvPr/>
          </p:nvSpPr>
          <p:spPr>
            <a:xfrm>
              <a:off x="2807755" y="2070781"/>
              <a:ext cx="166431" cy="147916"/>
            </a:xfrm>
            <a:custGeom>
              <a:rect b="b" l="l" r="r" t="t"/>
              <a:pathLst>
                <a:path extrusionOk="0" h="9523" w="10715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9" name="Google Shape;5319;p25"/>
            <p:cNvSpPr/>
            <p:nvPr/>
          </p:nvSpPr>
          <p:spPr>
            <a:xfrm>
              <a:off x="2974170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0" name="Google Shape;5320;p25"/>
            <p:cNvSpPr/>
            <p:nvPr/>
          </p:nvSpPr>
          <p:spPr>
            <a:xfrm>
              <a:off x="312208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1" name="Google Shape;5321;p25"/>
            <p:cNvSpPr/>
            <p:nvPr/>
          </p:nvSpPr>
          <p:spPr>
            <a:xfrm>
              <a:off x="326998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2" name="Google Shape;5322;p25"/>
            <p:cNvSpPr/>
            <p:nvPr/>
          </p:nvSpPr>
          <p:spPr>
            <a:xfrm>
              <a:off x="341790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3" name="Google Shape;5323;p25"/>
            <p:cNvSpPr/>
            <p:nvPr/>
          </p:nvSpPr>
          <p:spPr>
            <a:xfrm>
              <a:off x="3565818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4" name="Google Shape;5324;p25"/>
            <p:cNvSpPr/>
            <p:nvPr/>
          </p:nvSpPr>
          <p:spPr>
            <a:xfrm>
              <a:off x="3713719" y="2070781"/>
              <a:ext cx="147963" cy="147916"/>
            </a:xfrm>
            <a:custGeom>
              <a:rect b="b" l="l" r="r" t="t"/>
              <a:pathLst>
                <a:path extrusionOk="0" h="9523" w="9526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5" name="Google Shape;5325;p25"/>
            <p:cNvSpPr/>
            <p:nvPr/>
          </p:nvSpPr>
          <p:spPr>
            <a:xfrm>
              <a:off x="3861666" y="2070781"/>
              <a:ext cx="147916" cy="147916"/>
            </a:xfrm>
            <a:custGeom>
              <a:rect b="b" l="l" r="r" t="t"/>
              <a:pathLst>
                <a:path extrusionOk="0" h="9523" w="9523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6" name="Google Shape;5326;p25"/>
            <p:cNvSpPr/>
            <p:nvPr/>
          </p:nvSpPr>
          <p:spPr>
            <a:xfrm>
              <a:off x="4009566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7" name="Google Shape;5327;p25"/>
            <p:cNvSpPr/>
            <p:nvPr/>
          </p:nvSpPr>
          <p:spPr>
            <a:xfrm>
              <a:off x="4157482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8" name="Google Shape;5328;p25"/>
            <p:cNvSpPr/>
            <p:nvPr/>
          </p:nvSpPr>
          <p:spPr>
            <a:xfrm>
              <a:off x="4305398" y="2070781"/>
              <a:ext cx="147932" cy="147916"/>
            </a:xfrm>
            <a:custGeom>
              <a:rect b="b" l="l" r="r" t="t"/>
              <a:pathLst>
                <a:path extrusionOk="0" h="9523" w="9524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9" name="Google Shape;5329;p25"/>
            <p:cNvSpPr/>
            <p:nvPr/>
          </p:nvSpPr>
          <p:spPr>
            <a:xfrm>
              <a:off x="253040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0" name="Google Shape;5330;p25"/>
            <p:cNvSpPr/>
            <p:nvPr/>
          </p:nvSpPr>
          <p:spPr>
            <a:xfrm>
              <a:off x="2678322" y="192286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1" name="Google Shape;5331;p25"/>
            <p:cNvSpPr/>
            <p:nvPr/>
          </p:nvSpPr>
          <p:spPr>
            <a:xfrm>
              <a:off x="2807755" y="192286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2" name="Google Shape;5332;p25"/>
            <p:cNvSpPr/>
            <p:nvPr/>
          </p:nvSpPr>
          <p:spPr>
            <a:xfrm>
              <a:off x="2974170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3" name="Google Shape;5333;p25"/>
            <p:cNvSpPr/>
            <p:nvPr/>
          </p:nvSpPr>
          <p:spPr>
            <a:xfrm>
              <a:off x="312208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4" name="Google Shape;5334;p25"/>
            <p:cNvSpPr/>
            <p:nvPr/>
          </p:nvSpPr>
          <p:spPr>
            <a:xfrm>
              <a:off x="326998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5" name="Google Shape;5335;p25"/>
            <p:cNvSpPr/>
            <p:nvPr/>
          </p:nvSpPr>
          <p:spPr>
            <a:xfrm>
              <a:off x="341790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6" name="Google Shape;5336;p25"/>
            <p:cNvSpPr/>
            <p:nvPr/>
          </p:nvSpPr>
          <p:spPr>
            <a:xfrm>
              <a:off x="3565818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7" name="Google Shape;5337;p25"/>
            <p:cNvSpPr/>
            <p:nvPr/>
          </p:nvSpPr>
          <p:spPr>
            <a:xfrm>
              <a:off x="3713719" y="192286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8" name="Google Shape;5338;p25"/>
            <p:cNvSpPr/>
            <p:nvPr/>
          </p:nvSpPr>
          <p:spPr>
            <a:xfrm>
              <a:off x="3861666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9" name="Google Shape;5339;p25"/>
            <p:cNvSpPr/>
            <p:nvPr/>
          </p:nvSpPr>
          <p:spPr>
            <a:xfrm>
              <a:off x="4009566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0" name="Google Shape;5340;p25"/>
            <p:cNvSpPr/>
            <p:nvPr/>
          </p:nvSpPr>
          <p:spPr>
            <a:xfrm>
              <a:off x="4157482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1" name="Google Shape;5341;p25"/>
            <p:cNvSpPr/>
            <p:nvPr/>
          </p:nvSpPr>
          <p:spPr>
            <a:xfrm>
              <a:off x="4305398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2" name="Google Shape;5342;p25"/>
            <p:cNvSpPr/>
            <p:nvPr/>
          </p:nvSpPr>
          <p:spPr>
            <a:xfrm>
              <a:off x="4453314" y="192286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3" name="Google Shape;5343;p25"/>
            <p:cNvSpPr/>
            <p:nvPr/>
          </p:nvSpPr>
          <p:spPr>
            <a:xfrm>
              <a:off x="4601215" y="192286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4" name="Google Shape;5344;p25"/>
            <p:cNvSpPr/>
            <p:nvPr/>
          </p:nvSpPr>
          <p:spPr>
            <a:xfrm>
              <a:off x="253040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5" name="Google Shape;5345;p25"/>
            <p:cNvSpPr/>
            <p:nvPr/>
          </p:nvSpPr>
          <p:spPr>
            <a:xfrm>
              <a:off x="2678322" y="175648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6" name="Google Shape;5346;p25"/>
            <p:cNvSpPr/>
            <p:nvPr/>
          </p:nvSpPr>
          <p:spPr>
            <a:xfrm>
              <a:off x="2807755" y="175648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7" name="Google Shape;5347;p25"/>
            <p:cNvSpPr/>
            <p:nvPr/>
          </p:nvSpPr>
          <p:spPr>
            <a:xfrm>
              <a:off x="2974170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8" name="Google Shape;5348;p25"/>
            <p:cNvSpPr/>
            <p:nvPr/>
          </p:nvSpPr>
          <p:spPr>
            <a:xfrm>
              <a:off x="312208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9" name="Google Shape;5349;p25"/>
            <p:cNvSpPr/>
            <p:nvPr/>
          </p:nvSpPr>
          <p:spPr>
            <a:xfrm>
              <a:off x="326998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0" name="Google Shape;5350;p25"/>
            <p:cNvSpPr/>
            <p:nvPr/>
          </p:nvSpPr>
          <p:spPr>
            <a:xfrm>
              <a:off x="341790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1" name="Google Shape;5351;p25"/>
            <p:cNvSpPr/>
            <p:nvPr/>
          </p:nvSpPr>
          <p:spPr>
            <a:xfrm>
              <a:off x="3565818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2" name="Google Shape;5352;p25"/>
            <p:cNvSpPr/>
            <p:nvPr/>
          </p:nvSpPr>
          <p:spPr>
            <a:xfrm>
              <a:off x="3713719" y="175648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3" name="Google Shape;5353;p25"/>
            <p:cNvSpPr/>
            <p:nvPr/>
          </p:nvSpPr>
          <p:spPr>
            <a:xfrm>
              <a:off x="3861666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4" name="Google Shape;5354;p25"/>
            <p:cNvSpPr/>
            <p:nvPr/>
          </p:nvSpPr>
          <p:spPr>
            <a:xfrm>
              <a:off x="4009566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5" name="Google Shape;5355;p25"/>
            <p:cNvSpPr/>
            <p:nvPr/>
          </p:nvSpPr>
          <p:spPr>
            <a:xfrm>
              <a:off x="4157482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6" name="Google Shape;5356;p25"/>
            <p:cNvSpPr/>
            <p:nvPr/>
          </p:nvSpPr>
          <p:spPr>
            <a:xfrm>
              <a:off x="4305398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7" name="Google Shape;5357;p25"/>
            <p:cNvSpPr/>
            <p:nvPr/>
          </p:nvSpPr>
          <p:spPr>
            <a:xfrm>
              <a:off x="4453314" y="175648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8" name="Google Shape;5358;p25"/>
            <p:cNvSpPr/>
            <p:nvPr/>
          </p:nvSpPr>
          <p:spPr>
            <a:xfrm>
              <a:off x="4601215" y="175648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9" name="Google Shape;5359;p25"/>
            <p:cNvSpPr/>
            <p:nvPr/>
          </p:nvSpPr>
          <p:spPr>
            <a:xfrm>
              <a:off x="253040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0" name="Google Shape;5360;p25"/>
            <p:cNvSpPr/>
            <p:nvPr/>
          </p:nvSpPr>
          <p:spPr>
            <a:xfrm>
              <a:off x="2678322" y="162704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1" name="Google Shape;5361;p25"/>
            <p:cNvSpPr/>
            <p:nvPr/>
          </p:nvSpPr>
          <p:spPr>
            <a:xfrm>
              <a:off x="2807755" y="162704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2" name="Google Shape;5362;p25"/>
            <p:cNvSpPr/>
            <p:nvPr/>
          </p:nvSpPr>
          <p:spPr>
            <a:xfrm>
              <a:off x="2974170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3" name="Google Shape;5363;p25"/>
            <p:cNvSpPr/>
            <p:nvPr/>
          </p:nvSpPr>
          <p:spPr>
            <a:xfrm>
              <a:off x="312208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4" name="Google Shape;5364;p25"/>
            <p:cNvSpPr/>
            <p:nvPr/>
          </p:nvSpPr>
          <p:spPr>
            <a:xfrm>
              <a:off x="326998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5" name="Google Shape;5365;p25"/>
            <p:cNvSpPr/>
            <p:nvPr/>
          </p:nvSpPr>
          <p:spPr>
            <a:xfrm>
              <a:off x="341790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6" name="Google Shape;5366;p25"/>
            <p:cNvSpPr/>
            <p:nvPr/>
          </p:nvSpPr>
          <p:spPr>
            <a:xfrm>
              <a:off x="3565818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7" name="Google Shape;5367;p25"/>
            <p:cNvSpPr/>
            <p:nvPr/>
          </p:nvSpPr>
          <p:spPr>
            <a:xfrm>
              <a:off x="3713719" y="162704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8" name="Google Shape;5368;p25"/>
            <p:cNvSpPr/>
            <p:nvPr/>
          </p:nvSpPr>
          <p:spPr>
            <a:xfrm>
              <a:off x="3861666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9" name="Google Shape;5369;p25"/>
            <p:cNvSpPr/>
            <p:nvPr/>
          </p:nvSpPr>
          <p:spPr>
            <a:xfrm>
              <a:off x="4009566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0" name="Google Shape;5370;p25"/>
            <p:cNvSpPr/>
            <p:nvPr/>
          </p:nvSpPr>
          <p:spPr>
            <a:xfrm>
              <a:off x="4157482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1" name="Google Shape;5371;p25"/>
            <p:cNvSpPr/>
            <p:nvPr/>
          </p:nvSpPr>
          <p:spPr>
            <a:xfrm>
              <a:off x="4305398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2" name="Google Shape;5372;p25"/>
            <p:cNvSpPr/>
            <p:nvPr/>
          </p:nvSpPr>
          <p:spPr>
            <a:xfrm>
              <a:off x="4453314" y="162704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3" name="Google Shape;5373;p25"/>
            <p:cNvSpPr/>
            <p:nvPr/>
          </p:nvSpPr>
          <p:spPr>
            <a:xfrm>
              <a:off x="4601215" y="162704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4" name="Google Shape;5374;p25"/>
            <p:cNvSpPr/>
            <p:nvPr/>
          </p:nvSpPr>
          <p:spPr>
            <a:xfrm>
              <a:off x="253040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5" name="Google Shape;5375;p25"/>
            <p:cNvSpPr/>
            <p:nvPr/>
          </p:nvSpPr>
          <p:spPr>
            <a:xfrm>
              <a:off x="2678322" y="1460633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6" name="Google Shape;5376;p25"/>
            <p:cNvSpPr/>
            <p:nvPr/>
          </p:nvSpPr>
          <p:spPr>
            <a:xfrm>
              <a:off x="2807755" y="1460633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7" name="Google Shape;5377;p25"/>
            <p:cNvSpPr/>
            <p:nvPr/>
          </p:nvSpPr>
          <p:spPr>
            <a:xfrm>
              <a:off x="2974170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8" name="Google Shape;5378;p25"/>
            <p:cNvSpPr/>
            <p:nvPr/>
          </p:nvSpPr>
          <p:spPr>
            <a:xfrm>
              <a:off x="312208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9" name="Google Shape;5379;p25"/>
            <p:cNvSpPr/>
            <p:nvPr/>
          </p:nvSpPr>
          <p:spPr>
            <a:xfrm>
              <a:off x="326998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0" name="Google Shape;5380;p25"/>
            <p:cNvSpPr/>
            <p:nvPr/>
          </p:nvSpPr>
          <p:spPr>
            <a:xfrm>
              <a:off x="341790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1" name="Google Shape;5381;p25"/>
            <p:cNvSpPr/>
            <p:nvPr/>
          </p:nvSpPr>
          <p:spPr>
            <a:xfrm>
              <a:off x="3565818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2" name="Google Shape;5382;p25"/>
            <p:cNvSpPr/>
            <p:nvPr/>
          </p:nvSpPr>
          <p:spPr>
            <a:xfrm>
              <a:off x="3713719" y="1460633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3" name="Google Shape;5383;p25"/>
            <p:cNvSpPr/>
            <p:nvPr/>
          </p:nvSpPr>
          <p:spPr>
            <a:xfrm>
              <a:off x="3861666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4" name="Google Shape;5384;p25"/>
            <p:cNvSpPr/>
            <p:nvPr/>
          </p:nvSpPr>
          <p:spPr>
            <a:xfrm>
              <a:off x="4009566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5" name="Google Shape;5385;p25"/>
            <p:cNvSpPr/>
            <p:nvPr/>
          </p:nvSpPr>
          <p:spPr>
            <a:xfrm>
              <a:off x="4157482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6" name="Google Shape;5386;p25"/>
            <p:cNvSpPr/>
            <p:nvPr/>
          </p:nvSpPr>
          <p:spPr>
            <a:xfrm>
              <a:off x="4305398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7" name="Google Shape;5387;p25"/>
            <p:cNvSpPr/>
            <p:nvPr/>
          </p:nvSpPr>
          <p:spPr>
            <a:xfrm>
              <a:off x="4453314" y="1460633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8" name="Google Shape;5388;p25"/>
            <p:cNvSpPr/>
            <p:nvPr/>
          </p:nvSpPr>
          <p:spPr>
            <a:xfrm>
              <a:off x="4601215" y="1460633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9" name="Google Shape;5389;p25"/>
            <p:cNvSpPr/>
            <p:nvPr/>
          </p:nvSpPr>
          <p:spPr>
            <a:xfrm>
              <a:off x="253040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0" name="Google Shape;5390;p25"/>
            <p:cNvSpPr/>
            <p:nvPr/>
          </p:nvSpPr>
          <p:spPr>
            <a:xfrm>
              <a:off x="2678322" y="1331201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1" name="Google Shape;5391;p25"/>
            <p:cNvSpPr/>
            <p:nvPr/>
          </p:nvSpPr>
          <p:spPr>
            <a:xfrm>
              <a:off x="2807755" y="1331201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2" name="Google Shape;5392;p25"/>
            <p:cNvSpPr/>
            <p:nvPr/>
          </p:nvSpPr>
          <p:spPr>
            <a:xfrm>
              <a:off x="2974170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3" name="Google Shape;5393;p25"/>
            <p:cNvSpPr/>
            <p:nvPr/>
          </p:nvSpPr>
          <p:spPr>
            <a:xfrm>
              <a:off x="312208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4" name="Google Shape;5394;p25"/>
            <p:cNvSpPr/>
            <p:nvPr/>
          </p:nvSpPr>
          <p:spPr>
            <a:xfrm>
              <a:off x="326998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5" name="Google Shape;5395;p25"/>
            <p:cNvSpPr/>
            <p:nvPr/>
          </p:nvSpPr>
          <p:spPr>
            <a:xfrm>
              <a:off x="341790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6" name="Google Shape;5396;p25"/>
            <p:cNvSpPr/>
            <p:nvPr/>
          </p:nvSpPr>
          <p:spPr>
            <a:xfrm>
              <a:off x="3565818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7" name="Google Shape;5397;p25"/>
            <p:cNvSpPr/>
            <p:nvPr/>
          </p:nvSpPr>
          <p:spPr>
            <a:xfrm>
              <a:off x="3713719" y="1331201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8" name="Google Shape;5398;p25"/>
            <p:cNvSpPr/>
            <p:nvPr/>
          </p:nvSpPr>
          <p:spPr>
            <a:xfrm>
              <a:off x="3861666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9" name="Google Shape;5399;p25"/>
            <p:cNvSpPr/>
            <p:nvPr/>
          </p:nvSpPr>
          <p:spPr>
            <a:xfrm>
              <a:off x="4009566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0" name="Google Shape;5400;p25"/>
            <p:cNvSpPr/>
            <p:nvPr/>
          </p:nvSpPr>
          <p:spPr>
            <a:xfrm>
              <a:off x="4157482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1" name="Google Shape;5401;p25"/>
            <p:cNvSpPr/>
            <p:nvPr/>
          </p:nvSpPr>
          <p:spPr>
            <a:xfrm>
              <a:off x="4305398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2" name="Google Shape;5402;p25"/>
            <p:cNvSpPr/>
            <p:nvPr/>
          </p:nvSpPr>
          <p:spPr>
            <a:xfrm>
              <a:off x="4453314" y="1331201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3" name="Google Shape;5403;p25"/>
            <p:cNvSpPr/>
            <p:nvPr/>
          </p:nvSpPr>
          <p:spPr>
            <a:xfrm>
              <a:off x="4601215" y="1331201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4" name="Google Shape;5404;p25"/>
            <p:cNvSpPr/>
            <p:nvPr/>
          </p:nvSpPr>
          <p:spPr>
            <a:xfrm>
              <a:off x="253040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5" name="Google Shape;5405;p25"/>
            <p:cNvSpPr/>
            <p:nvPr/>
          </p:nvSpPr>
          <p:spPr>
            <a:xfrm>
              <a:off x="2678322" y="1183285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6" name="Google Shape;5406;p25"/>
            <p:cNvSpPr/>
            <p:nvPr/>
          </p:nvSpPr>
          <p:spPr>
            <a:xfrm>
              <a:off x="2807755" y="1183285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7" name="Google Shape;5407;p25"/>
            <p:cNvSpPr/>
            <p:nvPr/>
          </p:nvSpPr>
          <p:spPr>
            <a:xfrm>
              <a:off x="2974170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8" name="Google Shape;5408;p25"/>
            <p:cNvSpPr/>
            <p:nvPr/>
          </p:nvSpPr>
          <p:spPr>
            <a:xfrm>
              <a:off x="312208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9" name="Google Shape;5409;p25"/>
            <p:cNvSpPr/>
            <p:nvPr/>
          </p:nvSpPr>
          <p:spPr>
            <a:xfrm>
              <a:off x="326998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0" name="Google Shape;5410;p25"/>
            <p:cNvSpPr/>
            <p:nvPr/>
          </p:nvSpPr>
          <p:spPr>
            <a:xfrm>
              <a:off x="341790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1" name="Google Shape;5411;p25"/>
            <p:cNvSpPr/>
            <p:nvPr/>
          </p:nvSpPr>
          <p:spPr>
            <a:xfrm>
              <a:off x="3565818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2" name="Google Shape;5412;p25"/>
            <p:cNvSpPr/>
            <p:nvPr/>
          </p:nvSpPr>
          <p:spPr>
            <a:xfrm>
              <a:off x="3713719" y="1183285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3" name="Google Shape;5413;p25"/>
            <p:cNvSpPr/>
            <p:nvPr/>
          </p:nvSpPr>
          <p:spPr>
            <a:xfrm>
              <a:off x="3861666" y="1183285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4" name="Google Shape;5414;p25"/>
            <p:cNvSpPr/>
            <p:nvPr/>
          </p:nvSpPr>
          <p:spPr>
            <a:xfrm>
              <a:off x="4009566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5" name="Google Shape;5415;p25"/>
            <p:cNvSpPr/>
            <p:nvPr/>
          </p:nvSpPr>
          <p:spPr>
            <a:xfrm>
              <a:off x="4157482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6" name="Google Shape;5416;p25"/>
            <p:cNvSpPr/>
            <p:nvPr/>
          </p:nvSpPr>
          <p:spPr>
            <a:xfrm>
              <a:off x="4305398" y="1183285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7" name="Google Shape;5417;p25"/>
            <p:cNvSpPr/>
            <p:nvPr/>
          </p:nvSpPr>
          <p:spPr>
            <a:xfrm>
              <a:off x="253040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8" name="Google Shape;5418;p25"/>
            <p:cNvSpPr/>
            <p:nvPr/>
          </p:nvSpPr>
          <p:spPr>
            <a:xfrm>
              <a:off x="2678322" y="101690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9" name="Google Shape;5419;p25"/>
            <p:cNvSpPr/>
            <p:nvPr/>
          </p:nvSpPr>
          <p:spPr>
            <a:xfrm>
              <a:off x="2807755" y="101690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0" name="Google Shape;5420;p25"/>
            <p:cNvSpPr/>
            <p:nvPr/>
          </p:nvSpPr>
          <p:spPr>
            <a:xfrm>
              <a:off x="2974170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1" name="Google Shape;5421;p25"/>
            <p:cNvSpPr/>
            <p:nvPr/>
          </p:nvSpPr>
          <p:spPr>
            <a:xfrm>
              <a:off x="312208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2" name="Google Shape;5422;p25"/>
            <p:cNvSpPr/>
            <p:nvPr/>
          </p:nvSpPr>
          <p:spPr>
            <a:xfrm>
              <a:off x="326998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3" name="Google Shape;5423;p25"/>
            <p:cNvSpPr/>
            <p:nvPr/>
          </p:nvSpPr>
          <p:spPr>
            <a:xfrm>
              <a:off x="341790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4" name="Google Shape;5424;p25"/>
            <p:cNvSpPr/>
            <p:nvPr/>
          </p:nvSpPr>
          <p:spPr>
            <a:xfrm>
              <a:off x="3565818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5" name="Google Shape;5425;p25"/>
            <p:cNvSpPr/>
            <p:nvPr/>
          </p:nvSpPr>
          <p:spPr>
            <a:xfrm>
              <a:off x="3713719" y="1016900"/>
              <a:ext cx="147963" cy="166400"/>
            </a:xfrm>
            <a:custGeom>
              <a:rect b="b" l="l" r="r" t="t"/>
              <a:pathLst>
                <a:path extrusionOk="0" h="10713" w="9526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6" name="Google Shape;5426;p25"/>
            <p:cNvSpPr/>
            <p:nvPr/>
          </p:nvSpPr>
          <p:spPr>
            <a:xfrm>
              <a:off x="3861666" y="101690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7" name="Google Shape;5427;p25"/>
            <p:cNvSpPr/>
            <p:nvPr/>
          </p:nvSpPr>
          <p:spPr>
            <a:xfrm>
              <a:off x="4009566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8" name="Google Shape;5428;p25"/>
            <p:cNvSpPr/>
            <p:nvPr/>
          </p:nvSpPr>
          <p:spPr>
            <a:xfrm>
              <a:off x="4157482" y="101690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9" name="Google Shape;5429;p25"/>
            <p:cNvSpPr/>
            <p:nvPr/>
          </p:nvSpPr>
          <p:spPr>
            <a:xfrm>
              <a:off x="253040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0" name="Google Shape;5430;p25"/>
            <p:cNvSpPr/>
            <p:nvPr/>
          </p:nvSpPr>
          <p:spPr>
            <a:xfrm>
              <a:off x="2678322" y="887468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1" name="Google Shape;5431;p25"/>
            <p:cNvSpPr/>
            <p:nvPr/>
          </p:nvSpPr>
          <p:spPr>
            <a:xfrm>
              <a:off x="2807755" y="887468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2" name="Google Shape;5432;p25"/>
            <p:cNvSpPr/>
            <p:nvPr/>
          </p:nvSpPr>
          <p:spPr>
            <a:xfrm>
              <a:off x="2974170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3" name="Google Shape;5433;p25"/>
            <p:cNvSpPr/>
            <p:nvPr/>
          </p:nvSpPr>
          <p:spPr>
            <a:xfrm>
              <a:off x="312208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4" name="Google Shape;5434;p25"/>
            <p:cNvSpPr/>
            <p:nvPr/>
          </p:nvSpPr>
          <p:spPr>
            <a:xfrm>
              <a:off x="326998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5" name="Google Shape;5435;p25"/>
            <p:cNvSpPr/>
            <p:nvPr/>
          </p:nvSpPr>
          <p:spPr>
            <a:xfrm>
              <a:off x="341790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6" name="Google Shape;5436;p25"/>
            <p:cNvSpPr/>
            <p:nvPr/>
          </p:nvSpPr>
          <p:spPr>
            <a:xfrm>
              <a:off x="3565818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7" name="Google Shape;5437;p25"/>
            <p:cNvSpPr/>
            <p:nvPr/>
          </p:nvSpPr>
          <p:spPr>
            <a:xfrm>
              <a:off x="3713719" y="887468"/>
              <a:ext cx="147963" cy="129448"/>
            </a:xfrm>
            <a:custGeom>
              <a:rect b="b" l="l" r="r" t="t"/>
              <a:pathLst>
                <a:path extrusionOk="0" h="8334" w="9526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8" name="Google Shape;5438;p25"/>
            <p:cNvSpPr/>
            <p:nvPr/>
          </p:nvSpPr>
          <p:spPr>
            <a:xfrm>
              <a:off x="3861666" y="887468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9" name="Google Shape;5439;p25"/>
            <p:cNvSpPr/>
            <p:nvPr/>
          </p:nvSpPr>
          <p:spPr>
            <a:xfrm>
              <a:off x="4009566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0" name="Google Shape;5440;p25"/>
            <p:cNvSpPr/>
            <p:nvPr/>
          </p:nvSpPr>
          <p:spPr>
            <a:xfrm>
              <a:off x="4157482" y="887468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1" name="Google Shape;5441;p25"/>
            <p:cNvSpPr/>
            <p:nvPr/>
          </p:nvSpPr>
          <p:spPr>
            <a:xfrm>
              <a:off x="253040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2" name="Google Shape;5442;p25"/>
            <p:cNvSpPr/>
            <p:nvPr/>
          </p:nvSpPr>
          <p:spPr>
            <a:xfrm>
              <a:off x="2678322" y="739552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3" name="Google Shape;5443;p25"/>
            <p:cNvSpPr/>
            <p:nvPr/>
          </p:nvSpPr>
          <p:spPr>
            <a:xfrm>
              <a:off x="2807755" y="739552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4" name="Google Shape;5444;p25"/>
            <p:cNvSpPr/>
            <p:nvPr/>
          </p:nvSpPr>
          <p:spPr>
            <a:xfrm>
              <a:off x="2974170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5" name="Google Shape;5445;p25"/>
            <p:cNvSpPr/>
            <p:nvPr/>
          </p:nvSpPr>
          <p:spPr>
            <a:xfrm>
              <a:off x="312208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6" name="Google Shape;5446;p25"/>
            <p:cNvSpPr/>
            <p:nvPr/>
          </p:nvSpPr>
          <p:spPr>
            <a:xfrm>
              <a:off x="326998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7" name="Google Shape;5447;p25"/>
            <p:cNvSpPr/>
            <p:nvPr/>
          </p:nvSpPr>
          <p:spPr>
            <a:xfrm>
              <a:off x="3417902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8" name="Google Shape;5448;p25"/>
            <p:cNvSpPr/>
            <p:nvPr/>
          </p:nvSpPr>
          <p:spPr>
            <a:xfrm>
              <a:off x="3565818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9" name="Google Shape;5449;p25"/>
            <p:cNvSpPr/>
            <p:nvPr/>
          </p:nvSpPr>
          <p:spPr>
            <a:xfrm>
              <a:off x="3713719" y="739552"/>
              <a:ext cx="147963" cy="147932"/>
            </a:xfrm>
            <a:custGeom>
              <a:rect b="b" l="l" r="r" t="t"/>
              <a:pathLst>
                <a:path extrusionOk="0" h="9524" w="9526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0" name="Google Shape;5450;p25"/>
            <p:cNvSpPr/>
            <p:nvPr/>
          </p:nvSpPr>
          <p:spPr>
            <a:xfrm>
              <a:off x="3861666" y="739552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1" name="Google Shape;5451;p25"/>
            <p:cNvSpPr/>
            <p:nvPr/>
          </p:nvSpPr>
          <p:spPr>
            <a:xfrm>
              <a:off x="4009566" y="739552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2" name="Google Shape;5452;p25"/>
            <p:cNvSpPr/>
            <p:nvPr/>
          </p:nvSpPr>
          <p:spPr>
            <a:xfrm>
              <a:off x="253040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3" name="Google Shape;5453;p25"/>
            <p:cNvSpPr/>
            <p:nvPr/>
          </p:nvSpPr>
          <p:spPr>
            <a:xfrm>
              <a:off x="2678322" y="573137"/>
              <a:ext cx="129448" cy="166431"/>
            </a:xfrm>
            <a:custGeom>
              <a:rect b="b" l="l" r="r" t="t"/>
              <a:pathLst>
                <a:path extrusionOk="0" h="10715" w="8334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4" name="Google Shape;5454;p25"/>
            <p:cNvSpPr/>
            <p:nvPr/>
          </p:nvSpPr>
          <p:spPr>
            <a:xfrm>
              <a:off x="2807755" y="573137"/>
              <a:ext cx="166431" cy="166431"/>
            </a:xfrm>
            <a:custGeom>
              <a:rect b="b" l="l" r="r" t="t"/>
              <a:pathLst>
                <a:path extrusionOk="0" h="10715" w="10715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5" name="Google Shape;5455;p25"/>
            <p:cNvSpPr/>
            <p:nvPr/>
          </p:nvSpPr>
          <p:spPr>
            <a:xfrm>
              <a:off x="2974170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6" name="Google Shape;5456;p25"/>
            <p:cNvSpPr/>
            <p:nvPr/>
          </p:nvSpPr>
          <p:spPr>
            <a:xfrm>
              <a:off x="3122086" y="573137"/>
              <a:ext cx="147916" cy="166431"/>
            </a:xfrm>
            <a:custGeom>
              <a:rect b="b" l="l" r="r" t="t"/>
              <a:pathLst>
                <a:path extrusionOk="0" h="10715" w="9523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7" name="Google Shape;5457;p25"/>
            <p:cNvSpPr/>
            <p:nvPr/>
          </p:nvSpPr>
          <p:spPr>
            <a:xfrm>
              <a:off x="3269986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8" name="Google Shape;5458;p25"/>
            <p:cNvSpPr/>
            <p:nvPr/>
          </p:nvSpPr>
          <p:spPr>
            <a:xfrm>
              <a:off x="3417902" y="573137"/>
              <a:ext cx="147932" cy="166431"/>
            </a:xfrm>
            <a:custGeom>
              <a:rect b="b" l="l" r="r" t="t"/>
              <a:pathLst>
                <a:path extrusionOk="0" h="10715" w="9524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9" name="Google Shape;5459;p25"/>
            <p:cNvSpPr/>
            <p:nvPr/>
          </p:nvSpPr>
          <p:spPr>
            <a:xfrm>
              <a:off x="253040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0" name="Google Shape;5460;p25"/>
            <p:cNvSpPr/>
            <p:nvPr/>
          </p:nvSpPr>
          <p:spPr>
            <a:xfrm>
              <a:off x="2678322" y="443705"/>
              <a:ext cx="129448" cy="129448"/>
            </a:xfrm>
            <a:custGeom>
              <a:rect b="b" l="l" r="r" t="t"/>
              <a:pathLst>
                <a:path extrusionOk="0" h="8334" w="8334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1" name="Google Shape;5461;p25"/>
            <p:cNvSpPr/>
            <p:nvPr/>
          </p:nvSpPr>
          <p:spPr>
            <a:xfrm>
              <a:off x="2807755" y="443705"/>
              <a:ext cx="166431" cy="129448"/>
            </a:xfrm>
            <a:custGeom>
              <a:rect b="b" l="l" r="r" t="t"/>
              <a:pathLst>
                <a:path extrusionOk="0" h="8334" w="10715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2" name="Google Shape;5462;p25"/>
            <p:cNvSpPr/>
            <p:nvPr/>
          </p:nvSpPr>
          <p:spPr>
            <a:xfrm>
              <a:off x="2974170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3" name="Google Shape;5463;p25"/>
            <p:cNvSpPr/>
            <p:nvPr/>
          </p:nvSpPr>
          <p:spPr>
            <a:xfrm>
              <a:off x="3122086" y="443705"/>
              <a:ext cx="147916" cy="129448"/>
            </a:xfrm>
            <a:custGeom>
              <a:rect b="b" l="l" r="r" t="t"/>
              <a:pathLst>
                <a:path extrusionOk="0" h="8334" w="9523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4" name="Google Shape;5464;p25"/>
            <p:cNvSpPr/>
            <p:nvPr/>
          </p:nvSpPr>
          <p:spPr>
            <a:xfrm>
              <a:off x="3269986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5" name="Google Shape;5465;p25"/>
            <p:cNvSpPr/>
            <p:nvPr/>
          </p:nvSpPr>
          <p:spPr>
            <a:xfrm>
              <a:off x="3417902" y="443705"/>
              <a:ext cx="147932" cy="129448"/>
            </a:xfrm>
            <a:custGeom>
              <a:rect b="b" l="l" r="r" t="t"/>
              <a:pathLst>
                <a:path extrusionOk="0" h="8334" w="9524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6" name="Google Shape;5466;p25"/>
            <p:cNvSpPr/>
            <p:nvPr/>
          </p:nvSpPr>
          <p:spPr>
            <a:xfrm>
              <a:off x="253040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7" name="Google Shape;5467;p25"/>
            <p:cNvSpPr/>
            <p:nvPr/>
          </p:nvSpPr>
          <p:spPr>
            <a:xfrm>
              <a:off x="2678322" y="277320"/>
              <a:ext cx="129448" cy="166400"/>
            </a:xfrm>
            <a:custGeom>
              <a:rect b="b" l="l" r="r" t="t"/>
              <a:pathLst>
                <a:path extrusionOk="0" h="10713" w="8334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8" name="Google Shape;5468;p25"/>
            <p:cNvSpPr/>
            <p:nvPr/>
          </p:nvSpPr>
          <p:spPr>
            <a:xfrm>
              <a:off x="2807755" y="277320"/>
              <a:ext cx="166431" cy="166400"/>
            </a:xfrm>
            <a:custGeom>
              <a:rect b="b" l="l" r="r" t="t"/>
              <a:pathLst>
                <a:path extrusionOk="0" h="10713" w="10715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9" name="Google Shape;5469;p25"/>
            <p:cNvSpPr/>
            <p:nvPr/>
          </p:nvSpPr>
          <p:spPr>
            <a:xfrm>
              <a:off x="2974170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0" name="Google Shape;5470;p25"/>
            <p:cNvSpPr/>
            <p:nvPr/>
          </p:nvSpPr>
          <p:spPr>
            <a:xfrm>
              <a:off x="3122086" y="277320"/>
              <a:ext cx="147916" cy="166400"/>
            </a:xfrm>
            <a:custGeom>
              <a:rect b="b" l="l" r="r" t="t"/>
              <a:pathLst>
                <a:path extrusionOk="0" h="10713" w="9523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1" name="Google Shape;5471;p25"/>
            <p:cNvSpPr/>
            <p:nvPr/>
          </p:nvSpPr>
          <p:spPr>
            <a:xfrm>
              <a:off x="3269986" y="277320"/>
              <a:ext cx="147932" cy="166400"/>
            </a:xfrm>
            <a:custGeom>
              <a:rect b="b" l="l" r="r" t="t"/>
              <a:pathLst>
                <a:path extrusionOk="0" h="10713" w="9524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2" name="Google Shape;5472;p25"/>
            <p:cNvSpPr/>
            <p:nvPr/>
          </p:nvSpPr>
          <p:spPr>
            <a:xfrm>
              <a:off x="2530406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3" name="Google Shape;5473;p25"/>
            <p:cNvSpPr/>
            <p:nvPr/>
          </p:nvSpPr>
          <p:spPr>
            <a:xfrm>
              <a:off x="2678322" y="129404"/>
              <a:ext cx="129448" cy="147932"/>
            </a:xfrm>
            <a:custGeom>
              <a:rect b="b" l="l" r="r" t="t"/>
              <a:pathLst>
                <a:path extrusionOk="0" h="9524" w="8334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4" name="Google Shape;5474;p25"/>
            <p:cNvSpPr/>
            <p:nvPr/>
          </p:nvSpPr>
          <p:spPr>
            <a:xfrm>
              <a:off x="2807755" y="129404"/>
              <a:ext cx="166431" cy="147932"/>
            </a:xfrm>
            <a:custGeom>
              <a:rect b="b" l="l" r="r" t="t"/>
              <a:pathLst>
                <a:path extrusionOk="0" h="9524" w="10715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5" name="Google Shape;5475;p25"/>
            <p:cNvSpPr/>
            <p:nvPr/>
          </p:nvSpPr>
          <p:spPr>
            <a:xfrm>
              <a:off x="2974170" y="129404"/>
              <a:ext cx="147932" cy="147932"/>
            </a:xfrm>
            <a:custGeom>
              <a:rect b="b" l="l" r="r" t="t"/>
              <a:pathLst>
                <a:path extrusionOk="0" h="9524" w="9524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6" name="Google Shape;5476;p25"/>
            <p:cNvSpPr/>
            <p:nvPr/>
          </p:nvSpPr>
          <p:spPr>
            <a:xfrm>
              <a:off x="3122086" y="129404"/>
              <a:ext cx="147916" cy="147932"/>
            </a:xfrm>
            <a:custGeom>
              <a:rect b="b" l="l" r="r" t="t"/>
              <a:pathLst>
                <a:path extrusionOk="0" h="9524" w="9523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7" name="Google Shape;5477;p25"/>
            <p:cNvSpPr/>
            <p:nvPr/>
          </p:nvSpPr>
          <p:spPr>
            <a:xfrm>
              <a:off x="2530406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8" name="Google Shape;5478;p25"/>
            <p:cNvSpPr/>
            <p:nvPr/>
          </p:nvSpPr>
          <p:spPr>
            <a:xfrm>
              <a:off x="2678322" y="-12"/>
              <a:ext cx="129448" cy="129432"/>
            </a:xfrm>
            <a:custGeom>
              <a:rect b="b" l="l" r="r" t="t"/>
              <a:pathLst>
                <a:path extrusionOk="0" h="8333" w="8334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9" name="Google Shape;5479;p25"/>
            <p:cNvSpPr/>
            <p:nvPr/>
          </p:nvSpPr>
          <p:spPr>
            <a:xfrm>
              <a:off x="2807755" y="-12"/>
              <a:ext cx="166431" cy="129432"/>
            </a:xfrm>
            <a:custGeom>
              <a:rect b="b" l="l" r="r" t="t"/>
              <a:pathLst>
                <a:path extrusionOk="0" h="8333" w="10715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0" name="Google Shape;5480;p25"/>
            <p:cNvSpPr/>
            <p:nvPr/>
          </p:nvSpPr>
          <p:spPr>
            <a:xfrm>
              <a:off x="2974170" y="-12"/>
              <a:ext cx="147932" cy="129432"/>
            </a:xfrm>
            <a:custGeom>
              <a:rect b="b" l="l" r="r" t="t"/>
              <a:pathLst>
                <a:path extrusionOk="0" h="8333" w="9524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5">
  <p:cSld name="TITLE_AND_TWO_COLUMNS_5">
    <p:spTree>
      <p:nvGrpSpPr>
        <p:cNvPr id="5481" name="Shape 5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2" name="Google Shape;5482;p26"/>
          <p:cNvSpPr txBox="1"/>
          <p:nvPr>
            <p:ph idx="1" type="body"/>
          </p:nvPr>
        </p:nvSpPr>
        <p:spPr>
          <a:xfrm>
            <a:off x="616975" y="1302400"/>
            <a:ext cx="3974100" cy="32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483" name="Google Shape;5483;p26"/>
          <p:cNvSpPr txBox="1"/>
          <p:nvPr>
            <p:ph idx="2" type="body"/>
          </p:nvPr>
        </p:nvSpPr>
        <p:spPr>
          <a:xfrm>
            <a:off x="4419600" y="1302400"/>
            <a:ext cx="4114800" cy="32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Advent Pro"/>
                <a:ea typeface="Advent Pro"/>
                <a:cs typeface="Advent Pro"/>
                <a:sym typeface="Advent Pro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484" name="Google Shape;5484;p2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dvent Pro Medium"/>
              <a:buChar char="●"/>
              <a:defRPr sz="1800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8.xml"/><Relationship Id="rId4" Type="http://schemas.openxmlformats.org/officeDocument/2006/relationships/image" Target="../media/image2.png"/><Relationship Id="rId5" Type="http://schemas.openxmlformats.org/officeDocument/2006/relationships/slide" Target="/ppt/slides/slide1.xml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8.xml"/><Relationship Id="rId4" Type="http://schemas.openxmlformats.org/officeDocument/2006/relationships/image" Target="../media/image2.png"/><Relationship Id="rId5" Type="http://schemas.openxmlformats.org/officeDocument/2006/relationships/slide" Target="/ppt/slides/slide1.xml"/><Relationship Id="rId6" Type="http://schemas.openxmlformats.org/officeDocument/2006/relationships/image" Target="../media/image1.png"/><Relationship Id="rId7" Type="http://schemas.openxmlformats.org/officeDocument/2006/relationships/slide" Target="/ppt/slides/slide3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8.xml"/><Relationship Id="rId4" Type="http://schemas.openxmlformats.org/officeDocument/2006/relationships/image" Target="../media/image2.png"/><Relationship Id="rId5" Type="http://schemas.openxmlformats.org/officeDocument/2006/relationships/slide" Target="/ppt/slides/slide1.xml"/><Relationship Id="rId6" Type="http://schemas.openxmlformats.org/officeDocument/2006/relationships/image" Target="../media/image1.png"/><Relationship Id="rId7" Type="http://schemas.openxmlformats.org/officeDocument/2006/relationships/slide" Target="/ppt/slides/slide3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8" name="Shape 5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9" name="Google Shape;5489;p27"/>
          <p:cNvSpPr txBox="1"/>
          <p:nvPr>
            <p:ph type="ctrTitle"/>
          </p:nvPr>
        </p:nvSpPr>
        <p:spPr>
          <a:xfrm>
            <a:off x="1589700" y="1244625"/>
            <a:ext cx="5964600" cy="18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Aztlan</a:t>
            </a:r>
            <a:endParaRPr/>
          </a:p>
        </p:txBody>
      </p:sp>
      <p:sp>
        <p:nvSpPr>
          <p:cNvPr id="5490" name="Google Shape;5490;p27"/>
          <p:cNvSpPr txBox="1"/>
          <p:nvPr>
            <p:ph idx="1" type="subTitle"/>
          </p:nvPr>
        </p:nvSpPr>
        <p:spPr>
          <a:xfrm>
            <a:off x="1753050" y="3220750"/>
            <a:ext cx="56379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Aldo Cartamin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Emilio Uriel Sanchez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Sofía Reyes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91" name="Google Shape;5491;p27"/>
          <p:cNvGrpSpPr/>
          <p:nvPr/>
        </p:nvGrpSpPr>
        <p:grpSpPr>
          <a:xfrm>
            <a:off x="2933218" y="1108096"/>
            <a:ext cx="924613" cy="792521"/>
            <a:chOff x="753950" y="238125"/>
            <a:chExt cx="6111125" cy="5238075"/>
          </a:xfrm>
        </p:grpSpPr>
        <p:sp>
          <p:nvSpPr>
            <p:cNvPr id="5492" name="Google Shape;5492;p27"/>
            <p:cNvSpPr/>
            <p:nvPr/>
          </p:nvSpPr>
          <p:spPr>
            <a:xfrm>
              <a:off x="1627000" y="238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3" name="Google Shape;5493;p27"/>
            <p:cNvSpPr/>
            <p:nvPr/>
          </p:nvSpPr>
          <p:spPr>
            <a:xfrm>
              <a:off x="2500050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4" name="Google Shape;5494;p27"/>
            <p:cNvSpPr/>
            <p:nvPr/>
          </p:nvSpPr>
          <p:spPr>
            <a:xfrm>
              <a:off x="4246075" y="238125"/>
              <a:ext cx="872975" cy="873075"/>
            </a:xfrm>
            <a:custGeom>
              <a:rect b="b" l="l" r="r" t="t"/>
              <a:pathLst>
                <a:path extrusionOk="0" h="34923" w="34919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5" name="Google Shape;5495;p27"/>
            <p:cNvSpPr/>
            <p:nvPr/>
          </p:nvSpPr>
          <p:spPr>
            <a:xfrm>
              <a:off x="5119025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6" name="Google Shape;5496;p27"/>
            <p:cNvSpPr/>
            <p:nvPr/>
          </p:nvSpPr>
          <p:spPr>
            <a:xfrm>
              <a:off x="75395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7" name="Google Shape;5497;p27"/>
            <p:cNvSpPr/>
            <p:nvPr/>
          </p:nvSpPr>
          <p:spPr>
            <a:xfrm>
              <a:off x="1627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FFF2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8" name="Google Shape;5498;p27"/>
            <p:cNvSpPr/>
            <p:nvPr/>
          </p:nvSpPr>
          <p:spPr>
            <a:xfrm>
              <a:off x="2500050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9" name="Google Shape;5499;p27"/>
            <p:cNvSpPr/>
            <p:nvPr/>
          </p:nvSpPr>
          <p:spPr>
            <a:xfrm>
              <a:off x="3372944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0" name="Google Shape;5500;p27"/>
            <p:cNvSpPr/>
            <p:nvPr/>
          </p:nvSpPr>
          <p:spPr>
            <a:xfrm>
              <a:off x="4245994" y="1111175"/>
              <a:ext cx="872975" cy="872925"/>
            </a:xfrm>
            <a:custGeom>
              <a:rect b="b" l="l" r="r" t="t"/>
              <a:pathLst>
                <a:path extrusionOk="0" h="34917" w="34919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1" name="Google Shape;5501;p27"/>
            <p:cNvSpPr/>
            <p:nvPr/>
          </p:nvSpPr>
          <p:spPr>
            <a:xfrm>
              <a:off x="5119025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2" name="Google Shape;5502;p27"/>
            <p:cNvSpPr/>
            <p:nvPr/>
          </p:nvSpPr>
          <p:spPr>
            <a:xfrm>
              <a:off x="5992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3" name="Google Shape;5503;p27"/>
            <p:cNvSpPr/>
            <p:nvPr/>
          </p:nvSpPr>
          <p:spPr>
            <a:xfrm>
              <a:off x="75395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4" name="Google Shape;5504;p27"/>
            <p:cNvSpPr/>
            <p:nvPr/>
          </p:nvSpPr>
          <p:spPr>
            <a:xfrm>
              <a:off x="1627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5" name="Google Shape;5505;p27"/>
            <p:cNvSpPr/>
            <p:nvPr/>
          </p:nvSpPr>
          <p:spPr>
            <a:xfrm>
              <a:off x="2500050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6" name="Google Shape;5506;p27"/>
            <p:cNvSpPr/>
            <p:nvPr/>
          </p:nvSpPr>
          <p:spPr>
            <a:xfrm>
              <a:off x="3372944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7" name="Google Shape;5507;p27"/>
            <p:cNvSpPr/>
            <p:nvPr/>
          </p:nvSpPr>
          <p:spPr>
            <a:xfrm>
              <a:off x="4245994" y="1984125"/>
              <a:ext cx="872975" cy="873025"/>
            </a:xfrm>
            <a:custGeom>
              <a:rect b="b" l="l" r="r" t="t"/>
              <a:pathLst>
                <a:path extrusionOk="0" h="34921" w="34919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8" name="Google Shape;5508;p27"/>
            <p:cNvSpPr/>
            <p:nvPr/>
          </p:nvSpPr>
          <p:spPr>
            <a:xfrm>
              <a:off x="5119025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9" name="Google Shape;5509;p27"/>
            <p:cNvSpPr/>
            <p:nvPr/>
          </p:nvSpPr>
          <p:spPr>
            <a:xfrm>
              <a:off x="5992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0" name="Google Shape;5510;p27"/>
            <p:cNvSpPr/>
            <p:nvPr/>
          </p:nvSpPr>
          <p:spPr>
            <a:xfrm>
              <a:off x="1627000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1" name="Google Shape;5511;p27"/>
            <p:cNvSpPr/>
            <p:nvPr/>
          </p:nvSpPr>
          <p:spPr>
            <a:xfrm>
              <a:off x="2499969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2" name="Google Shape;5512;p27"/>
            <p:cNvSpPr/>
            <p:nvPr/>
          </p:nvSpPr>
          <p:spPr>
            <a:xfrm>
              <a:off x="3372944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3" name="Google Shape;5513;p27"/>
            <p:cNvSpPr/>
            <p:nvPr/>
          </p:nvSpPr>
          <p:spPr>
            <a:xfrm>
              <a:off x="4246075" y="2857125"/>
              <a:ext cx="872975" cy="873125"/>
            </a:xfrm>
            <a:custGeom>
              <a:rect b="b" l="l" r="r" t="t"/>
              <a:pathLst>
                <a:path extrusionOk="0" h="34925" w="34919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4" name="Google Shape;5514;p27"/>
            <p:cNvSpPr/>
            <p:nvPr/>
          </p:nvSpPr>
          <p:spPr>
            <a:xfrm>
              <a:off x="5119025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5" name="Google Shape;5515;p27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6" name="Google Shape;5516;p27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7" name="Google Shape;5517;p27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8" name="Google Shape;5518;p27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19" name="Google Shape;5519;p27"/>
          <p:cNvGrpSpPr/>
          <p:nvPr/>
        </p:nvGrpSpPr>
        <p:grpSpPr>
          <a:xfrm>
            <a:off x="4109693" y="1108096"/>
            <a:ext cx="924613" cy="792521"/>
            <a:chOff x="753950" y="238125"/>
            <a:chExt cx="6111125" cy="5238075"/>
          </a:xfrm>
        </p:grpSpPr>
        <p:sp>
          <p:nvSpPr>
            <p:cNvPr id="5520" name="Google Shape;5520;p27"/>
            <p:cNvSpPr/>
            <p:nvPr/>
          </p:nvSpPr>
          <p:spPr>
            <a:xfrm>
              <a:off x="1627000" y="238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1" name="Google Shape;5521;p27"/>
            <p:cNvSpPr/>
            <p:nvPr/>
          </p:nvSpPr>
          <p:spPr>
            <a:xfrm>
              <a:off x="2500050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2" name="Google Shape;5522;p27"/>
            <p:cNvSpPr/>
            <p:nvPr/>
          </p:nvSpPr>
          <p:spPr>
            <a:xfrm>
              <a:off x="4246075" y="238125"/>
              <a:ext cx="872975" cy="873075"/>
            </a:xfrm>
            <a:custGeom>
              <a:rect b="b" l="l" r="r" t="t"/>
              <a:pathLst>
                <a:path extrusionOk="0" h="34923" w="34919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3" name="Google Shape;5523;p27"/>
            <p:cNvSpPr/>
            <p:nvPr/>
          </p:nvSpPr>
          <p:spPr>
            <a:xfrm>
              <a:off x="5119025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4" name="Google Shape;5524;p27"/>
            <p:cNvSpPr/>
            <p:nvPr/>
          </p:nvSpPr>
          <p:spPr>
            <a:xfrm>
              <a:off x="75395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5" name="Google Shape;5525;p27"/>
            <p:cNvSpPr/>
            <p:nvPr/>
          </p:nvSpPr>
          <p:spPr>
            <a:xfrm>
              <a:off x="1627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FFF2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6" name="Google Shape;5526;p27"/>
            <p:cNvSpPr/>
            <p:nvPr/>
          </p:nvSpPr>
          <p:spPr>
            <a:xfrm>
              <a:off x="2500050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7" name="Google Shape;5527;p27"/>
            <p:cNvSpPr/>
            <p:nvPr/>
          </p:nvSpPr>
          <p:spPr>
            <a:xfrm>
              <a:off x="3372944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8" name="Google Shape;5528;p27"/>
            <p:cNvSpPr/>
            <p:nvPr/>
          </p:nvSpPr>
          <p:spPr>
            <a:xfrm>
              <a:off x="4245994" y="1111175"/>
              <a:ext cx="872975" cy="872925"/>
            </a:xfrm>
            <a:custGeom>
              <a:rect b="b" l="l" r="r" t="t"/>
              <a:pathLst>
                <a:path extrusionOk="0" h="34917" w="34919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9" name="Google Shape;5529;p27"/>
            <p:cNvSpPr/>
            <p:nvPr/>
          </p:nvSpPr>
          <p:spPr>
            <a:xfrm>
              <a:off x="5119025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0" name="Google Shape;5530;p27"/>
            <p:cNvSpPr/>
            <p:nvPr/>
          </p:nvSpPr>
          <p:spPr>
            <a:xfrm>
              <a:off x="5992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1" name="Google Shape;5531;p27"/>
            <p:cNvSpPr/>
            <p:nvPr/>
          </p:nvSpPr>
          <p:spPr>
            <a:xfrm>
              <a:off x="75395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2" name="Google Shape;5532;p27"/>
            <p:cNvSpPr/>
            <p:nvPr/>
          </p:nvSpPr>
          <p:spPr>
            <a:xfrm>
              <a:off x="1627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3" name="Google Shape;5533;p27"/>
            <p:cNvSpPr/>
            <p:nvPr/>
          </p:nvSpPr>
          <p:spPr>
            <a:xfrm>
              <a:off x="2500050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4" name="Google Shape;5534;p27"/>
            <p:cNvSpPr/>
            <p:nvPr/>
          </p:nvSpPr>
          <p:spPr>
            <a:xfrm>
              <a:off x="3372944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5" name="Google Shape;5535;p27"/>
            <p:cNvSpPr/>
            <p:nvPr/>
          </p:nvSpPr>
          <p:spPr>
            <a:xfrm>
              <a:off x="4245994" y="1984125"/>
              <a:ext cx="872975" cy="873025"/>
            </a:xfrm>
            <a:custGeom>
              <a:rect b="b" l="l" r="r" t="t"/>
              <a:pathLst>
                <a:path extrusionOk="0" h="34921" w="34919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6" name="Google Shape;5536;p27"/>
            <p:cNvSpPr/>
            <p:nvPr/>
          </p:nvSpPr>
          <p:spPr>
            <a:xfrm>
              <a:off x="5119025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7" name="Google Shape;5537;p27"/>
            <p:cNvSpPr/>
            <p:nvPr/>
          </p:nvSpPr>
          <p:spPr>
            <a:xfrm>
              <a:off x="5992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8" name="Google Shape;5538;p27"/>
            <p:cNvSpPr/>
            <p:nvPr/>
          </p:nvSpPr>
          <p:spPr>
            <a:xfrm>
              <a:off x="1627000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9" name="Google Shape;5539;p27"/>
            <p:cNvSpPr/>
            <p:nvPr/>
          </p:nvSpPr>
          <p:spPr>
            <a:xfrm>
              <a:off x="2499969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0" name="Google Shape;5540;p27"/>
            <p:cNvSpPr/>
            <p:nvPr/>
          </p:nvSpPr>
          <p:spPr>
            <a:xfrm>
              <a:off x="3372944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1" name="Google Shape;5541;p27"/>
            <p:cNvSpPr/>
            <p:nvPr/>
          </p:nvSpPr>
          <p:spPr>
            <a:xfrm>
              <a:off x="4246075" y="2857125"/>
              <a:ext cx="872975" cy="873125"/>
            </a:xfrm>
            <a:custGeom>
              <a:rect b="b" l="l" r="r" t="t"/>
              <a:pathLst>
                <a:path extrusionOk="0" h="34925" w="34919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2" name="Google Shape;5542;p27"/>
            <p:cNvSpPr/>
            <p:nvPr/>
          </p:nvSpPr>
          <p:spPr>
            <a:xfrm>
              <a:off x="5119025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3" name="Google Shape;5543;p27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4" name="Google Shape;5544;p27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5" name="Google Shape;5545;p27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6" name="Google Shape;5546;p27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7" name="Google Shape;5547;p27"/>
          <p:cNvGrpSpPr/>
          <p:nvPr/>
        </p:nvGrpSpPr>
        <p:grpSpPr>
          <a:xfrm>
            <a:off x="5286168" y="1108096"/>
            <a:ext cx="924613" cy="792521"/>
            <a:chOff x="753950" y="238125"/>
            <a:chExt cx="6111125" cy="5238075"/>
          </a:xfrm>
        </p:grpSpPr>
        <p:sp>
          <p:nvSpPr>
            <p:cNvPr id="5548" name="Google Shape;5548;p27"/>
            <p:cNvSpPr/>
            <p:nvPr/>
          </p:nvSpPr>
          <p:spPr>
            <a:xfrm>
              <a:off x="1627000" y="238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9" name="Google Shape;5549;p27"/>
            <p:cNvSpPr/>
            <p:nvPr/>
          </p:nvSpPr>
          <p:spPr>
            <a:xfrm>
              <a:off x="2500050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0" name="Google Shape;5550;p27"/>
            <p:cNvSpPr/>
            <p:nvPr/>
          </p:nvSpPr>
          <p:spPr>
            <a:xfrm>
              <a:off x="4246075" y="238125"/>
              <a:ext cx="872975" cy="873075"/>
            </a:xfrm>
            <a:custGeom>
              <a:rect b="b" l="l" r="r" t="t"/>
              <a:pathLst>
                <a:path extrusionOk="0" h="34923" w="34919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1" name="Google Shape;5551;p27"/>
            <p:cNvSpPr/>
            <p:nvPr/>
          </p:nvSpPr>
          <p:spPr>
            <a:xfrm>
              <a:off x="5119025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2" name="Google Shape;5552;p27"/>
            <p:cNvSpPr/>
            <p:nvPr/>
          </p:nvSpPr>
          <p:spPr>
            <a:xfrm>
              <a:off x="75395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3" name="Google Shape;5553;p27"/>
            <p:cNvSpPr/>
            <p:nvPr/>
          </p:nvSpPr>
          <p:spPr>
            <a:xfrm>
              <a:off x="1627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4" name="Google Shape;5554;p27"/>
            <p:cNvSpPr/>
            <p:nvPr/>
          </p:nvSpPr>
          <p:spPr>
            <a:xfrm>
              <a:off x="2500050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5" name="Google Shape;5555;p27"/>
            <p:cNvSpPr/>
            <p:nvPr/>
          </p:nvSpPr>
          <p:spPr>
            <a:xfrm>
              <a:off x="3372944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6" name="Google Shape;5556;p27"/>
            <p:cNvSpPr/>
            <p:nvPr/>
          </p:nvSpPr>
          <p:spPr>
            <a:xfrm>
              <a:off x="4245994" y="1111175"/>
              <a:ext cx="872975" cy="872925"/>
            </a:xfrm>
            <a:custGeom>
              <a:rect b="b" l="l" r="r" t="t"/>
              <a:pathLst>
                <a:path extrusionOk="0" h="34917" w="34919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7" name="Google Shape;5557;p27"/>
            <p:cNvSpPr/>
            <p:nvPr/>
          </p:nvSpPr>
          <p:spPr>
            <a:xfrm>
              <a:off x="5119025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8" name="Google Shape;5558;p27"/>
            <p:cNvSpPr/>
            <p:nvPr/>
          </p:nvSpPr>
          <p:spPr>
            <a:xfrm>
              <a:off x="5992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9" name="Google Shape;5559;p27"/>
            <p:cNvSpPr/>
            <p:nvPr/>
          </p:nvSpPr>
          <p:spPr>
            <a:xfrm>
              <a:off x="75395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0" name="Google Shape;5560;p27"/>
            <p:cNvSpPr/>
            <p:nvPr/>
          </p:nvSpPr>
          <p:spPr>
            <a:xfrm>
              <a:off x="1627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1" name="Google Shape;5561;p27"/>
            <p:cNvSpPr/>
            <p:nvPr/>
          </p:nvSpPr>
          <p:spPr>
            <a:xfrm>
              <a:off x="2500050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2" name="Google Shape;5562;p27"/>
            <p:cNvSpPr/>
            <p:nvPr/>
          </p:nvSpPr>
          <p:spPr>
            <a:xfrm>
              <a:off x="3372944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3" name="Google Shape;5563;p27"/>
            <p:cNvSpPr/>
            <p:nvPr/>
          </p:nvSpPr>
          <p:spPr>
            <a:xfrm>
              <a:off x="4245994" y="1984125"/>
              <a:ext cx="872975" cy="873025"/>
            </a:xfrm>
            <a:custGeom>
              <a:rect b="b" l="l" r="r" t="t"/>
              <a:pathLst>
                <a:path extrusionOk="0" h="34921" w="34919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4" name="Google Shape;5564;p27"/>
            <p:cNvSpPr/>
            <p:nvPr/>
          </p:nvSpPr>
          <p:spPr>
            <a:xfrm>
              <a:off x="5119025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5" name="Google Shape;5565;p27"/>
            <p:cNvSpPr/>
            <p:nvPr/>
          </p:nvSpPr>
          <p:spPr>
            <a:xfrm>
              <a:off x="5992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6" name="Google Shape;5566;p27"/>
            <p:cNvSpPr/>
            <p:nvPr/>
          </p:nvSpPr>
          <p:spPr>
            <a:xfrm>
              <a:off x="1627000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7" name="Google Shape;5567;p27"/>
            <p:cNvSpPr/>
            <p:nvPr/>
          </p:nvSpPr>
          <p:spPr>
            <a:xfrm>
              <a:off x="2499969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8" name="Google Shape;5568;p27"/>
            <p:cNvSpPr/>
            <p:nvPr/>
          </p:nvSpPr>
          <p:spPr>
            <a:xfrm>
              <a:off x="3372944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9" name="Google Shape;5569;p27"/>
            <p:cNvSpPr/>
            <p:nvPr/>
          </p:nvSpPr>
          <p:spPr>
            <a:xfrm>
              <a:off x="4246075" y="2857125"/>
              <a:ext cx="872975" cy="873125"/>
            </a:xfrm>
            <a:custGeom>
              <a:rect b="b" l="l" r="r" t="t"/>
              <a:pathLst>
                <a:path extrusionOk="0" h="34925" w="34919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0" name="Google Shape;5570;p27"/>
            <p:cNvSpPr/>
            <p:nvPr/>
          </p:nvSpPr>
          <p:spPr>
            <a:xfrm>
              <a:off x="5119025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1" name="Google Shape;5571;p27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2" name="Google Shape;5572;p27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3" name="Google Shape;5573;p27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4" name="Google Shape;5574;p27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8" name="Shape 5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9" name="Google Shape;5579;p28"/>
          <p:cNvSpPr/>
          <p:nvPr/>
        </p:nvSpPr>
        <p:spPr>
          <a:xfrm>
            <a:off x="1586100" y="1572200"/>
            <a:ext cx="5971800" cy="28158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0" name="Google Shape;5580;p2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</a:t>
            </a:r>
            <a:endParaRPr/>
          </a:p>
        </p:txBody>
      </p:sp>
      <p:sp>
        <p:nvSpPr>
          <p:cNvPr id="5581" name="Google Shape;5581;p28"/>
          <p:cNvSpPr txBox="1"/>
          <p:nvPr>
            <p:ph idx="1" type="body"/>
          </p:nvPr>
        </p:nvSpPr>
        <p:spPr>
          <a:xfrm>
            <a:off x="3038700" y="1995800"/>
            <a:ext cx="3066600" cy="19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La idea principal al momento de crear </a:t>
            </a:r>
            <a:r>
              <a:rPr lang="en"/>
              <a:t>aztlán</a:t>
            </a:r>
            <a:r>
              <a:rPr lang="en"/>
              <a:t> fue crear un mundo </a:t>
            </a:r>
            <a:r>
              <a:rPr lang="en"/>
              <a:t>dinámico</a:t>
            </a:r>
            <a:r>
              <a:rPr lang="en"/>
              <a:t>, lo más realista que se pudiera creando una Colonia de Humanos en un mundo </a:t>
            </a:r>
            <a:r>
              <a:rPr lang="en"/>
              <a:t>postapocalíptico</a:t>
            </a:r>
            <a:r>
              <a:rPr lang="en"/>
              <a:t>.</a:t>
            </a:r>
            <a:endParaRPr/>
          </a:p>
        </p:txBody>
      </p:sp>
      <p:grpSp>
        <p:nvGrpSpPr>
          <p:cNvPr id="5582" name="Google Shape;5582;p28"/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5583" name="Google Shape;5583;p28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4" name="Google Shape;5584;p28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5" name="Google Shape;5585;p28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6" name="Google Shape;5586;p28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87" name="Google Shape;5587;p28"/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5588" name="Google Shape;5588;p28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9" name="Google Shape;5589;p28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0" name="Google Shape;5590;p28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1" name="Google Shape;5591;p28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92" name="Google Shape;5592;p28"/>
          <p:cNvSpPr/>
          <p:nvPr/>
        </p:nvSpPr>
        <p:spPr>
          <a:xfrm>
            <a:off x="1781725" y="1739125"/>
            <a:ext cx="162000" cy="1401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3" name="Google Shape;5593;p28"/>
          <p:cNvSpPr/>
          <p:nvPr/>
        </p:nvSpPr>
        <p:spPr>
          <a:xfrm rot="-3601102">
            <a:off x="7157040" y="4038806"/>
            <a:ext cx="162090" cy="140062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7" name="Shape 5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8" name="Google Shape;5598;p29"/>
          <p:cNvSpPr txBox="1"/>
          <p:nvPr>
            <p:ph idx="2" type="title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599" name="Google Shape;5599;p29"/>
          <p:cNvSpPr txBox="1"/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Orbitron"/>
                <a:ea typeface="Orbitron"/>
                <a:cs typeface="Orbitron"/>
                <a:sym typeface="Orbitron"/>
              </a:rPr>
              <a:t>Decisiones</a:t>
            </a:r>
            <a:endParaRPr sz="3600"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00" name="Google Shape;5600;p29"/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5601" name="Google Shape;5601;p29"/>
            <p:cNvSpPr/>
            <p:nvPr/>
          </p:nvSpPr>
          <p:spPr>
            <a:xfrm>
              <a:off x="1627000" y="238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2" name="Google Shape;5602;p29"/>
            <p:cNvSpPr/>
            <p:nvPr/>
          </p:nvSpPr>
          <p:spPr>
            <a:xfrm>
              <a:off x="2500050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3" name="Google Shape;5603;p29"/>
            <p:cNvSpPr/>
            <p:nvPr/>
          </p:nvSpPr>
          <p:spPr>
            <a:xfrm>
              <a:off x="4246075" y="238125"/>
              <a:ext cx="872975" cy="873075"/>
            </a:xfrm>
            <a:custGeom>
              <a:rect b="b" l="l" r="r" t="t"/>
              <a:pathLst>
                <a:path extrusionOk="0" h="34923" w="34919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4" name="Google Shape;5604;p29"/>
            <p:cNvSpPr/>
            <p:nvPr/>
          </p:nvSpPr>
          <p:spPr>
            <a:xfrm>
              <a:off x="5119025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5" name="Google Shape;5605;p29"/>
            <p:cNvSpPr/>
            <p:nvPr/>
          </p:nvSpPr>
          <p:spPr>
            <a:xfrm>
              <a:off x="75395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6" name="Google Shape;5606;p29"/>
            <p:cNvSpPr/>
            <p:nvPr/>
          </p:nvSpPr>
          <p:spPr>
            <a:xfrm>
              <a:off x="1627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7" name="Google Shape;5607;p29"/>
            <p:cNvSpPr/>
            <p:nvPr/>
          </p:nvSpPr>
          <p:spPr>
            <a:xfrm>
              <a:off x="2500050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8" name="Google Shape;5608;p29"/>
            <p:cNvSpPr/>
            <p:nvPr/>
          </p:nvSpPr>
          <p:spPr>
            <a:xfrm>
              <a:off x="3372944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9" name="Google Shape;5609;p29"/>
            <p:cNvSpPr/>
            <p:nvPr/>
          </p:nvSpPr>
          <p:spPr>
            <a:xfrm>
              <a:off x="4245994" y="1111175"/>
              <a:ext cx="872975" cy="872925"/>
            </a:xfrm>
            <a:custGeom>
              <a:rect b="b" l="l" r="r" t="t"/>
              <a:pathLst>
                <a:path extrusionOk="0" h="34917" w="34919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0" name="Google Shape;5610;p29"/>
            <p:cNvSpPr/>
            <p:nvPr/>
          </p:nvSpPr>
          <p:spPr>
            <a:xfrm>
              <a:off x="5119025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1" name="Google Shape;5611;p29"/>
            <p:cNvSpPr/>
            <p:nvPr/>
          </p:nvSpPr>
          <p:spPr>
            <a:xfrm>
              <a:off x="5992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2" name="Google Shape;5612;p29"/>
            <p:cNvSpPr/>
            <p:nvPr/>
          </p:nvSpPr>
          <p:spPr>
            <a:xfrm>
              <a:off x="75395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3" name="Google Shape;5613;p29"/>
            <p:cNvSpPr/>
            <p:nvPr/>
          </p:nvSpPr>
          <p:spPr>
            <a:xfrm>
              <a:off x="1627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4" name="Google Shape;5614;p29"/>
            <p:cNvSpPr/>
            <p:nvPr/>
          </p:nvSpPr>
          <p:spPr>
            <a:xfrm>
              <a:off x="2500050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5" name="Google Shape;5615;p29"/>
            <p:cNvSpPr/>
            <p:nvPr/>
          </p:nvSpPr>
          <p:spPr>
            <a:xfrm>
              <a:off x="3372944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6" name="Google Shape;5616;p29"/>
            <p:cNvSpPr/>
            <p:nvPr/>
          </p:nvSpPr>
          <p:spPr>
            <a:xfrm>
              <a:off x="4245994" y="1984125"/>
              <a:ext cx="872975" cy="873025"/>
            </a:xfrm>
            <a:custGeom>
              <a:rect b="b" l="l" r="r" t="t"/>
              <a:pathLst>
                <a:path extrusionOk="0" h="34921" w="34919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7" name="Google Shape;5617;p29"/>
            <p:cNvSpPr/>
            <p:nvPr/>
          </p:nvSpPr>
          <p:spPr>
            <a:xfrm>
              <a:off x="5119025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8" name="Google Shape;5618;p29"/>
            <p:cNvSpPr/>
            <p:nvPr/>
          </p:nvSpPr>
          <p:spPr>
            <a:xfrm>
              <a:off x="5992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9" name="Google Shape;5619;p29"/>
            <p:cNvSpPr/>
            <p:nvPr/>
          </p:nvSpPr>
          <p:spPr>
            <a:xfrm>
              <a:off x="1627000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0" name="Google Shape;5620;p29"/>
            <p:cNvSpPr/>
            <p:nvPr/>
          </p:nvSpPr>
          <p:spPr>
            <a:xfrm>
              <a:off x="2499969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1" name="Google Shape;5621;p29"/>
            <p:cNvSpPr/>
            <p:nvPr/>
          </p:nvSpPr>
          <p:spPr>
            <a:xfrm>
              <a:off x="3372944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2" name="Google Shape;5622;p29"/>
            <p:cNvSpPr/>
            <p:nvPr/>
          </p:nvSpPr>
          <p:spPr>
            <a:xfrm>
              <a:off x="4246075" y="2857125"/>
              <a:ext cx="872975" cy="873125"/>
            </a:xfrm>
            <a:custGeom>
              <a:rect b="b" l="l" r="r" t="t"/>
              <a:pathLst>
                <a:path extrusionOk="0" h="34925" w="34919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3" name="Google Shape;5623;p29"/>
            <p:cNvSpPr/>
            <p:nvPr/>
          </p:nvSpPr>
          <p:spPr>
            <a:xfrm>
              <a:off x="5119025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4" name="Google Shape;5624;p29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5" name="Google Shape;5625;p29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6" name="Google Shape;5626;p29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7" name="Google Shape;5627;p29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8" name="Google Shape;5628;p29"/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5629" name="Google Shape;5629;p29"/>
            <p:cNvSpPr/>
            <p:nvPr/>
          </p:nvSpPr>
          <p:spPr>
            <a:xfrm>
              <a:off x="1627000" y="238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0" name="Google Shape;5630;p29"/>
            <p:cNvSpPr/>
            <p:nvPr/>
          </p:nvSpPr>
          <p:spPr>
            <a:xfrm>
              <a:off x="2500050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1" name="Google Shape;5631;p29"/>
            <p:cNvSpPr/>
            <p:nvPr/>
          </p:nvSpPr>
          <p:spPr>
            <a:xfrm>
              <a:off x="4246075" y="238125"/>
              <a:ext cx="872975" cy="873075"/>
            </a:xfrm>
            <a:custGeom>
              <a:rect b="b" l="l" r="r" t="t"/>
              <a:pathLst>
                <a:path extrusionOk="0" h="34923" w="34919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2" name="Google Shape;5632;p29"/>
            <p:cNvSpPr/>
            <p:nvPr/>
          </p:nvSpPr>
          <p:spPr>
            <a:xfrm>
              <a:off x="5119025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3" name="Google Shape;5633;p29"/>
            <p:cNvSpPr/>
            <p:nvPr/>
          </p:nvSpPr>
          <p:spPr>
            <a:xfrm>
              <a:off x="75395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4" name="Google Shape;5634;p29"/>
            <p:cNvSpPr/>
            <p:nvPr/>
          </p:nvSpPr>
          <p:spPr>
            <a:xfrm>
              <a:off x="1627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5" name="Google Shape;5635;p29"/>
            <p:cNvSpPr/>
            <p:nvPr/>
          </p:nvSpPr>
          <p:spPr>
            <a:xfrm>
              <a:off x="2500050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6" name="Google Shape;5636;p29"/>
            <p:cNvSpPr/>
            <p:nvPr/>
          </p:nvSpPr>
          <p:spPr>
            <a:xfrm>
              <a:off x="3372944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7" name="Google Shape;5637;p29"/>
            <p:cNvSpPr/>
            <p:nvPr/>
          </p:nvSpPr>
          <p:spPr>
            <a:xfrm>
              <a:off x="4245994" y="1111175"/>
              <a:ext cx="872975" cy="872925"/>
            </a:xfrm>
            <a:custGeom>
              <a:rect b="b" l="l" r="r" t="t"/>
              <a:pathLst>
                <a:path extrusionOk="0" h="34917" w="34919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8" name="Google Shape;5638;p29"/>
            <p:cNvSpPr/>
            <p:nvPr/>
          </p:nvSpPr>
          <p:spPr>
            <a:xfrm>
              <a:off x="5119025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9" name="Google Shape;5639;p29"/>
            <p:cNvSpPr/>
            <p:nvPr/>
          </p:nvSpPr>
          <p:spPr>
            <a:xfrm>
              <a:off x="5992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0" name="Google Shape;5640;p29"/>
            <p:cNvSpPr/>
            <p:nvPr/>
          </p:nvSpPr>
          <p:spPr>
            <a:xfrm>
              <a:off x="75395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1" name="Google Shape;5641;p29"/>
            <p:cNvSpPr/>
            <p:nvPr/>
          </p:nvSpPr>
          <p:spPr>
            <a:xfrm>
              <a:off x="1627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2" name="Google Shape;5642;p29"/>
            <p:cNvSpPr/>
            <p:nvPr/>
          </p:nvSpPr>
          <p:spPr>
            <a:xfrm>
              <a:off x="2500050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3" name="Google Shape;5643;p29"/>
            <p:cNvSpPr/>
            <p:nvPr/>
          </p:nvSpPr>
          <p:spPr>
            <a:xfrm>
              <a:off x="3372944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4" name="Google Shape;5644;p29"/>
            <p:cNvSpPr/>
            <p:nvPr/>
          </p:nvSpPr>
          <p:spPr>
            <a:xfrm>
              <a:off x="4245994" y="1984125"/>
              <a:ext cx="872975" cy="873025"/>
            </a:xfrm>
            <a:custGeom>
              <a:rect b="b" l="l" r="r" t="t"/>
              <a:pathLst>
                <a:path extrusionOk="0" h="34921" w="34919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5" name="Google Shape;5645;p29"/>
            <p:cNvSpPr/>
            <p:nvPr/>
          </p:nvSpPr>
          <p:spPr>
            <a:xfrm>
              <a:off x="5119025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6" name="Google Shape;5646;p29"/>
            <p:cNvSpPr/>
            <p:nvPr/>
          </p:nvSpPr>
          <p:spPr>
            <a:xfrm>
              <a:off x="5992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7" name="Google Shape;5647;p29"/>
            <p:cNvSpPr/>
            <p:nvPr/>
          </p:nvSpPr>
          <p:spPr>
            <a:xfrm>
              <a:off x="1627000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8" name="Google Shape;5648;p29"/>
            <p:cNvSpPr/>
            <p:nvPr/>
          </p:nvSpPr>
          <p:spPr>
            <a:xfrm>
              <a:off x="2499969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9" name="Google Shape;5649;p29"/>
            <p:cNvSpPr/>
            <p:nvPr/>
          </p:nvSpPr>
          <p:spPr>
            <a:xfrm>
              <a:off x="3372944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0" name="Google Shape;5650;p29"/>
            <p:cNvSpPr/>
            <p:nvPr/>
          </p:nvSpPr>
          <p:spPr>
            <a:xfrm>
              <a:off x="4246075" y="2857125"/>
              <a:ext cx="872975" cy="873125"/>
            </a:xfrm>
            <a:custGeom>
              <a:rect b="b" l="l" r="r" t="t"/>
              <a:pathLst>
                <a:path extrusionOk="0" h="34925" w="34919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1" name="Google Shape;5651;p29"/>
            <p:cNvSpPr/>
            <p:nvPr/>
          </p:nvSpPr>
          <p:spPr>
            <a:xfrm>
              <a:off x="5119025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2" name="Google Shape;5652;p29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3" name="Google Shape;5653;p29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4" name="Google Shape;5654;p29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5" name="Google Shape;5655;p29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6" name="Google Shape;5656;p29"/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5657" name="Google Shape;5657;p29"/>
            <p:cNvSpPr/>
            <p:nvPr/>
          </p:nvSpPr>
          <p:spPr>
            <a:xfrm>
              <a:off x="1627000" y="238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8" name="Google Shape;5658;p29"/>
            <p:cNvSpPr/>
            <p:nvPr/>
          </p:nvSpPr>
          <p:spPr>
            <a:xfrm>
              <a:off x="2500050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9" name="Google Shape;5659;p29"/>
            <p:cNvSpPr/>
            <p:nvPr/>
          </p:nvSpPr>
          <p:spPr>
            <a:xfrm>
              <a:off x="4246075" y="238125"/>
              <a:ext cx="872975" cy="873075"/>
            </a:xfrm>
            <a:custGeom>
              <a:rect b="b" l="l" r="r" t="t"/>
              <a:pathLst>
                <a:path extrusionOk="0" h="34923" w="34919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0" name="Google Shape;5660;p29"/>
            <p:cNvSpPr/>
            <p:nvPr/>
          </p:nvSpPr>
          <p:spPr>
            <a:xfrm>
              <a:off x="5119025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1" name="Google Shape;5661;p29"/>
            <p:cNvSpPr/>
            <p:nvPr/>
          </p:nvSpPr>
          <p:spPr>
            <a:xfrm>
              <a:off x="75395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2" name="Google Shape;5662;p29"/>
            <p:cNvSpPr/>
            <p:nvPr/>
          </p:nvSpPr>
          <p:spPr>
            <a:xfrm>
              <a:off x="1627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3" name="Google Shape;5663;p29"/>
            <p:cNvSpPr/>
            <p:nvPr/>
          </p:nvSpPr>
          <p:spPr>
            <a:xfrm>
              <a:off x="2500050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4" name="Google Shape;5664;p29"/>
            <p:cNvSpPr/>
            <p:nvPr/>
          </p:nvSpPr>
          <p:spPr>
            <a:xfrm>
              <a:off x="3372944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5" name="Google Shape;5665;p29"/>
            <p:cNvSpPr/>
            <p:nvPr/>
          </p:nvSpPr>
          <p:spPr>
            <a:xfrm>
              <a:off x="4245994" y="1111175"/>
              <a:ext cx="872975" cy="872925"/>
            </a:xfrm>
            <a:custGeom>
              <a:rect b="b" l="l" r="r" t="t"/>
              <a:pathLst>
                <a:path extrusionOk="0" h="34917" w="34919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6" name="Google Shape;5666;p29"/>
            <p:cNvSpPr/>
            <p:nvPr/>
          </p:nvSpPr>
          <p:spPr>
            <a:xfrm>
              <a:off x="5119025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7" name="Google Shape;5667;p29"/>
            <p:cNvSpPr/>
            <p:nvPr/>
          </p:nvSpPr>
          <p:spPr>
            <a:xfrm>
              <a:off x="5992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8" name="Google Shape;5668;p29"/>
            <p:cNvSpPr/>
            <p:nvPr/>
          </p:nvSpPr>
          <p:spPr>
            <a:xfrm>
              <a:off x="75395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9" name="Google Shape;5669;p29"/>
            <p:cNvSpPr/>
            <p:nvPr/>
          </p:nvSpPr>
          <p:spPr>
            <a:xfrm>
              <a:off x="1627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0" name="Google Shape;5670;p29"/>
            <p:cNvSpPr/>
            <p:nvPr/>
          </p:nvSpPr>
          <p:spPr>
            <a:xfrm>
              <a:off x="2500050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1" name="Google Shape;5671;p29"/>
            <p:cNvSpPr/>
            <p:nvPr/>
          </p:nvSpPr>
          <p:spPr>
            <a:xfrm>
              <a:off x="3372944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2" name="Google Shape;5672;p29"/>
            <p:cNvSpPr/>
            <p:nvPr/>
          </p:nvSpPr>
          <p:spPr>
            <a:xfrm>
              <a:off x="4245994" y="1984125"/>
              <a:ext cx="872975" cy="873025"/>
            </a:xfrm>
            <a:custGeom>
              <a:rect b="b" l="l" r="r" t="t"/>
              <a:pathLst>
                <a:path extrusionOk="0" h="34921" w="34919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3" name="Google Shape;5673;p29"/>
            <p:cNvSpPr/>
            <p:nvPr/>
          </p:nvSpPr>
          <p:spPr>
            <a:xfrm>
              <a:off x="5119025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4" name="Google Shape;5674;p29"/>
            <p:cNvSpPr/>
            <p:nvPr/>
          </p:nvSpPr>
          <p:spPr>
            <a:xfrm>
              <a:off x="5992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5" name="Google Shape;5675;p29"/>
            <p:cNvSpPr/>
            <p:nvPr/>
          </p:nvSpPr>
          <p:spPr>
            <a:xfrm>
              <a:off x="1627000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6" name="Google Shape;5676;p29"/>
            <p:cNvSpPr/>
            <p:nvPr/>
          </p:nvSpPr>
          <p:spPr>
            <a:xfrm>
              <a:off x="2499969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7" name="Google Shape;5677;p29"/>
            <p:cNvSpPr/>
            <p:nvPr/>
          </p:nvSpPr>
          <p:spPr>
            <a:xfrm>
              <a:off x="3372944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8" name="Google Shape;5678;p29"/>
            <p:cNvSpPr/>
            <p:nvPr/>
          </p:nvSpPr>
          <p:spPr>
            <a:xfrm>
              <a:off x="4246075" y="2857125"/>
              <a:ext cx="872975" cy="873125"/>
            </a:xfrm>
            <a:custGeom>
              <a:rect b="b" l="l" r="r" t="t"/>
              <a:pathLst>
                <a:path extrusionOk="0" h="34925" w="34919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9" name="Google Shape;5679;p29"/>
            <p:cNvSpPr/>
            <p:nvPr/>
          </p:nvSpPr>
          <p:spPr>
            <a:xfrm>
              <a:off x="5119025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0" name="Google Shape;5680;p29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1" name="Google Shape;5681;p29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2" name="Google Shape;5682;p29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3" name="Google Shape;5683;p29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684" name="Google Shape;5684;p29">
            <a:hlinkClick action="ppaction://hlinksldjump"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5" name="Google Shape;5685;p29">
            <a:hlinkClick action="ppaction://hlinksldjump"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9" name="Shape 5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0" name="Google Shape;5690;p30"/>
          <p:cNvSpPr txBox="1"/>
          <p:nvPr>
            <p:ph type="title"/>
          </p:nvPr>
        </p:nvSpPr>
        <p:spPr>
          <a:xfrm>
            <a:off x="4959850" y="1183375"/>
            <a:ext cx="3135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DECISIONES</a:t>
            </a:r>
            <a:endParaRPr/>
          </a:p>
        </p:txBody>
      </p:sp>
      <p:sp>
        <p:nvSpPr>
          <p:cNvPr id="5691" name="Google Shape;5691;p30"/>
          <p:cNvSpPr txBox="1"/>
          <p:nvPr>
            <p:ph idx="1" type="body"/>
          </p:nvPr>
        </p:nvSpPr>
        <p:spPr>
          <a:xfrm>
            <a:off x="4959850" y="1974400"/>
            <a:ext cx="3135900" cy="24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Uno de los factores más importantes para cualquier sociedad es la toma de </a:t>
            </a:r>
            <a:r>
              <a:rPr lang="en"/>
              <a:t>decisiones</a:t>
            </a:r>
            <a:r>
              <a:rPr lang="en"/>
              <a:t> y estrategias para la supervivencia, para lo cual </a:t>
            </a:r>
            <a:r>
              <a:rPr lang="en"/>
              <a:t>desarrollamos</a:t>
            </a:r>
            <a:r>
              <a:rPr lang="en"/>
              <a:t> un sistema para elegir al más apto en todo momento para la tarea.</a:t>
            </a:r>
            <a:endParaRPr/>
          </a:p>
        </p:txBody>
      </p:sp>
      <p:grpSp>
        <p:nvGrpSpPr>
          <p:cNvPr id="5692" name="Google Shape;5692;p30"/>
          <p:cNvGrpSpPr/>
          <p:nvPr/>
        </p:nvGrpSpPr>
        <p:grpSpPr>
          <a:xfrm rot="-5400000">
            <a:off x="5160196" y="1388796"/>
            <a:ext cx="242781" cy="161857"/>
            <a:chOff x="2500050" y="3730175"/>
            <a:chExt cx="2619000" cy="1746025"/>
          </a:xfrm>
        </p:grpSpPr>
        <p:sp>
          <p:nvSpPr>
            <p:cNvPr id="5693" name="Google Shape;5693;p30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4" name="Google Shape;5694;p30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5" name="Google Shape;5695;p30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6" name="Google Shape;5696;p30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97" name="Google Shape;5697;p30"/>
          <p:cNvGrpSpPr/>
          <p:nvPr/>
        </p:nvGrpSpPr>
        <p:grpSpPr>
          <a:xfrm rot="5400000">
            <a:off x="7652621" y="1388796"/>
            <a:ext cx="242781" cy="161857"/>
            <a:chOff x="2500050" y="3730175"/>
            <a:chExt cx="2619000" cy="1746025"/>
          </a:xfrm>
        </p:grpSpPr>
        <p:sp>
          <p:nvSpPr>
            <p:cNvPr id="5698" name="Google Shape;5698;p30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9" name="Google Shape;5699;p30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0" name="Google Shape;5700;p30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1" name="Google Shape;5701;p30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702" name="Google Shape;57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16900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6" name="Shape 5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7" name="Google Shape;5707;p31"/>
          <p:cNvSpPr txBox="1"/>
          <p:nvPr>
            <p:ph idx="2" type="title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708" name="Google Shape;5708;p31"/>
          <p:cNvSpPr txBox="1"/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Seres vivos</a:t>
            </a:r>
            <a:endParaRPr/>
          </a:p>
        </p:txBody>
      </p:sp>
      <p:sp>
        <p:nvSpPr>
          <p:cNvPr id="5709" name="Google Shape;5709;p31"/>
          <p:cNvSpPr txBox="1"/>
          <p:nvPr>
            <p:ph idx="1" type="subTitle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Porque no </a:t>
            </a:r>
            <a:r>
              <a:rPr lang="en"/>
              <a:t>existe</a:t>
            </a:r>
            <a:r>
              <a:rPr lang="en"/>
              <a:t> un mundo sin criaturas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10" name="Google Shape;5710;p31"/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11" name="Google Shape;5711;p31"/>
            <p:cNvSpPr/>
            <p:nvPr/>
          </p:nvSpPr>
          <p:spPr>
            <a:xfrm>
              <a:off x="1627000" y="238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2" name="Google Shape;5712;p31"/>
            <p:cNvSpPr/>
            <p:nvPr/>
          </p:nvSpPr>
          <p:spPr>
            <a:xfrm>
              <a:off x="2500050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3" name="Google Shape;5713;p31"/>
            <p:cNvSpPr/>
            <p:nvPr/>
          </p:nvSpPr>
          <p:spPr>
            <a:xfrm>
              <a:off x="4246075" y="238125"/>
              <a:ext cx="872975" cy="873075"/>
            </a:xfrm>
            <a:custGeom>
              <a:rect b="b" l="l" r="r" t="t"/>
              <a:pathLst>
                <a:path extrusionOk="0" h="34923" w="34919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4" name="Google Shape;5714;p31"/>
            <p:cNvSpPr/>
            <p:nvPr/>
          </p:nvSpPr>
          <p:spPr>
            <a:xfrm>
              <a:off x="5119025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5" name="Google Shape;5715;p31"/>
            <p:cNvSpPr/>
            <p:nvPr/>
          </p:nvSpPr>
          <p:spPr>
            <a:xfrm>
              <a:off x="75395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6" name="Google Shape;5716;p31"/>
            <p:cNvSpPr/>
            <p:nvPr/>
          </p:nvSpPr>
          <p:spPr>
            <a:xfrm>
              <a:off x="1627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7" name="Google Shape;5717;p31"/>
            <p:cNvSpPr/>
            <p:nvPr/>
          </p:nvSpPr>
          <p:spPr>
            <a:xfrm>
              <a:off x="2500050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8" name="Google Shape;5718;p31"/>
            <p:cNvSpPr/>
            <p:nvPr/>
          </p:nvSpPr>
          <p:spPr>
            <a:xfrm>
              <a:off x="3372944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9" name="Google Shape;5719;p31"/>
            <p:cNvSpPr/>
            <p:nvPr/>
          </p:nvSpPr>
          <p:spPr>
            <a:xfrm>
              <a:off x="4245994" y="1111175"/>
              <a:ext cx="872975" cy="872925"/>
            </a:xfrm>
            <a:custGeom>
              <a:rect b="b" l="l" r="r" t="t"/>
              <a:pathLst>
                <a:path extrusionOk="0" h="34917" w="34919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0" name="Google Shape;5720;p31"/>
            <p:cNvSpPr/>
            <p:nvPr/>
          </p:nvSpPr>
          <p:spPr>
            <a:xfrm>
              <a:off x="5119025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1" name="Google Shape;5721;p31"/>
            <p:cNvSpPr/>
            <p:nvPr/>
          </p:nvSpPr>
          <p:spPr>
            <a:xfrm>
              <a:off x="5992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2" name="Google Shape;5722;p31"/>
            <p:cNvSpPr/>
            <p:nvPr/>
          </p:nvSpPr>
          <p:spPr>
            <a:xfrm>
              <a:off x="75395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3" name="Google Shape;5723;p31"/>
            <p:cNvSpPr/>
            <p:nvPr/>
          </p:nvSpPr>
          <p:spPr>
            <a:xfrm>
              <a:off x="1627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4" name="Google Shape;5724;p31"/>
            <p:cNvSpPr/>
            <p:nvPr/>
          </p:nvSpPr>
          <p:spPr>
            <a:xfrm>
              <a:off x="2500050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5" name="Google Shape;5725;p31"/>
            <p:cNvSpPr/>
            <p:nvPr/>
          </p:nvSpPr>
          <p:spPr>
            <a:xfrm>
              <a:off x="3372944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6" name="Google Shape;5726;p31"/>
            <p:cNvSpPr/>
            <p:nvPr/>
          </p:nvSpPr>
          <p:spPr>
            <a:xfrm>
              <a:off x="4245994" y="1984125"/>
              <a:ext cx="872975" cy="873025"/>
            </a:xfrm>
            <a:custGeom>
              <a:rect b="b" l="l" r="r" t="t"/>
              <a:pathLst>
                <a:path extrusionOk="0" h="34921" w="34919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7" name="Google Shape;5727;p31"/>
            <p:cNvSpPr/>
            <p:nvPr/>
          </p:nvSpPr>
          <p:spPr>
            <a:xfrm>
              <a:off x="5119025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8" name="Google Shape;5728;p31"/>
            <p:cNvSpPr/>
            <p:nvPr/>
          </p:nvSpPr>
          <p:spPr>
            <a:xfrm>
              <a:off x="5992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9" name="Google Shape;5729;p31"/>
            <p:cNvSpPr/>
            <p:nvPr/>
          </p:nvSpPr>
          <p:spPr>
            <a:xfrm>
              <a:off x="1627000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0" name="Google Shape;5730;p31"/>
            <p:cNvSpPr/>
            <p:nvPr/>
          </p:nvSpPr>
          <p:spPr>
            <a:xfrm>
              <a:off x="2499969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1" name="Google Shape;5731;p31"/>
            <p:cNvSpPr/>
            <p:nvPr/>
          </p:nvSpPr>
          <p:spPr>
            <a:xfrm>
              <a:off x="3372944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2" name="Google Shape;5732;p31"/>
            <p:cNvSpPr/>
            <p:nvPr/>
          </p:nvSpPr>
          <p:spPr>
            <a:xfrm>
              <a:off x="4246075" y="2857125"/>
              <a:ext cx="872975" cy="873125"/>
            </a:xfrm>
            <a:custGeom>
              <a:rect b="b" l="l" r="r" t="t"/>
              <a:pathLst>
                <a:path extrusionOk="0" h="34925" w="34919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3" name="Google Shape;5733;p31"/>
            <p:cNvSpPr/>
            <p:nvPr/>
          </p:nvSpPr>
          <p:spPr>
            <a:xfrm>
              <a:off x="5119025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4" name="Google Shape;5734;p31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5" name="Google Shape;5735;p31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6" name="Google Shape;5736;p31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7" name="Google Shape;5737;p31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8" name="Google Shape;5738;p31"/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739" name="Google Shape;5739;p31"/>
            <p:cNvSpPr/>
            <p:nvPr/>
          </p:nvSpPr>
          <p:spPr>
            <a:xfrm>
              <a:off x="1627000" y="238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0" name="Google Shape;5740;p31"/>
            <p:cNvSpPr/>
            <p:nvPr/>
          </p:nvSpPr>
          <p:spPr>
            <a:xfrm>
              <a:off x="2500050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1" name="Google Shape;5741;p31"/>
            <p:cNvSpPr/>
            <p:nvPr/>
          </p:nvSpPr>
          <p:spPr>
            <a:xfrm>
              <a:off x="4246075" y="238125"/>
              <a:ext cx="872975" cy="873075"/>
            </a:xfrm>
            <a:custGeom>
              <a:rect b="b" l="l" r="r" t="t"/>
              <a:pathLst>
                <a:path extrusionOk="0" h="34923" w="34919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2" name="Google Shape;5742;p31"/>
            <p:cNvSpPr/>
            <p:nvPr/>
          </p:nvSpPr>
          <p:spPr>
            <a:xfrm>
              <a:off x="5119025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3" name="Google Shape;5743;p31"/>
            <p:cNvSpPr/>
            <p:nvPr/>
          </p:nvSpPr>
          <p:spPr>
            <a:xfrm>
              <a:off x="75395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4" name="Google Shape;5744;p31"/>
            <p:cNvSpPr/>
            <p:nvPr/>
          </p:nvSpPr>
          <p:spPr>
            <a:xfrm>
              <a:off x="1627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5" name="Google Shape;5745;p31"/>
            <p:cNvSpPr/>
            <p:nvPr/>
          </p:nvSpPr>
          <p:spPr>
            <a:xfrm>
              <a:off x="2500050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6" name="Google Shape;5746;p31"/>
            <p:cNvSpPr/>
            <p:nvPr/>
          </p:nvSpPr>
          <p:spPr>
            <a:xfrm>
              <a:off x="3372944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7" name="Google Shape;5747;p31"/>
            <p:cNvSpPr/>
            <p:nvPr/>
          </p:nvSpPr>
          <p:spPr>
            <a:xfrm>
              <a:off x="4245994" y="1111175"/>
              <a:ext cx="872975" cy="872925"/>
            </a:xfrm>
            <a:custGeom>
              <a:rect b="b" l="l" r="r" t="t"/>
              <a:pathLst>
                <a:path extrusionOk="0" h="34917" w="34919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8" name="Google Shape;5748;p31"/>
            <p:cNvSpPr/>
            <p:nvPr/>
          </p:nvSpPr>
          <p:spPr>
            <a:xfrm>
              <a:off x="5119025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9" name="Google Shape;5749;p31"/>
            <p:cNvSpPr/>
            <p:nvPr/>
          </p:nvSpPr>
          <p:spPr>
            <a:xfrm>
              <a:off x="5992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0" name="Google Shape;5750;p31"/>
            <p:cNvSpPr/>
            <p:nvPr/>
          </p:nvSpPr>
          <p:spPr>
            <a:xfrm>
              <a:off x="75395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1" name="Google Shape;5751;p31"/>
            <p:cNvSpPr/>
            <p:nvPr/>
          </p:nvSpPr>
          <p:spPr>
            <a:xfrm>
              <a:off x="1627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2" name="Google Shape;5752;p31"/>
            <p:cNvSpPr/>
            <p:nvPr/>
          </p:nvSpPr>
          <p:spPr>
            <a:xfrm>
              <a:off x="2500050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3" name="Google Shape;5753;p31"/>
            <p:cNvSpPr/>
            <p:nvPr/>
          </p:nvSpPr>
          <p:spPr>
            <a:xfrm>
              <a:off x="3372944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4" name="Google Shape;5754;p31"/>
            <p:cNvSpPr/>
            <p:nvPr/>
          </p:nvSpPr>
          <p:spPr>
            <a:xfrm>
              <a:off x="4245994" y="1984125"/>
              <a:ext cx="872975" cy="873025"/>
            </a:xfrm>
            <a:custGeom>
              <a:rect b="b" l="l" r="r" t="t"/>
              <a:pathLst>
                <a:path extrusionOk="0" h="34921" w="34919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5" name="Google Shape;5755;p31"/>
            <p:cNvSpPr/>
            <p:nvPr/>
          </p:nvSpPr>
          <p:spPr>
            <a:xfrm>
              <a:off x="5119025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6" name="Google Shape;5756;p31"/>
            <p:cNvSpPr/>
            <p:nvPr/>
          </p:nvSpPr>
          <p:spPr>
            <a:xfrm>
              <a:off x="5992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7" name="Google Shape;5757;p31"/>
            <p:cNvSpPr/>
            <p:nvPr/>
          </p:nvSpPr>
          <p:spPr>
            <a:xfrm>
              <a:off x="1627000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8" name="Google Shape;5758;p31"/>
            <p:cNvSpPr/>
            <p:nvPr/>
          </p:nvSpPr>
          <p:spPr>
            <a:xfrm>
              <a:off x="2499969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9" name="Google Shape;5759;p31"/>
            <p:cNvSpPr/>
            <p:nvPr/>
          </p:nvSpPr>
          <p:spPr>
            <a:xfrm>
              <a:off x="3372944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0" name="Google Shape;5760;p31"/>
            <p:cNvSpPr/>
            <p:nvPr/>
          </p:nvSpPr>
          <p:spPr>
            <a:xfrm>
              <a:off x="4246075" y="2857125"/>
              <a:ext cx="872975" cy="873125"/>
            </a:xfrm>
            <a:custGeom>
              <a:rect b="b" l="l" r="r" t="t"/>
              <a:pathLst>
                <a:path extrusionOk="0" h="34925" w="34919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1" name="Google Shape;5761;p31"/>
            <p:cNvSpPr/>
            <p:nvPr/>
          </p:nvSpPr>
          <p:spPr>
            <a:xfrm>
              <a:off x="5119025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2" name="Google Shape;5762;p31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3" name="Google Shape;5763;p31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4" name="Google Shape;5764;p31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5" name="Google Shape;5765;p31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66" name="Google Shape;5766;p31"/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767" name="Google Shape;5767;p31"/>
            <p:cNvSpPr/>
            <p:nvPr/>
          </p:nvSpPr>
          <p:spPr>
            <a:xfrm>
              <a:off x="1627000" y="238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8" name="Google Shape;5768;p31"/>
            <p:cNvSpPr/>
            <p:nvPr/>
          </p:nvSpPr>
          <p:spPr>
            <a:xfrm>
              <a:off x="2500050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9" name="Google Shape;5769;p31"/>
            <p:cNvSpPr/>
            <p:nvPr/>
          </p:nvSpPr>
          <p:spPr>
            <a:xfrm>
              <a:off x="4246075" y="238125"/>
              <a:ext cx="872975" cy="873075"/>
            </a:xfrm>
            <a:custGeom>
              <a:rect b="b" l="l" r="r" t="t"/>
              <a:pathLst>
                <a:path extrusionOk="0" h="34923" w="34919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0" name="Google Shape;5770;p31"/>
            <p:cNvSpPr/>
            <p:nvPr/>
          </p:nvSpPr>
          <p:spPr>
            <a:xfrm>
              <a:off x="5119025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1" name="Google Shape;5771;p31"/>
            <p:cNvSpPr/>
            <p:nvPr/>
          </p:nvSpPr>
          <p:spPr>
            <a:xfrm>
              <a:off x="75395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2" name="Google Shape;5772;p31"/>
            <p:cNvSpPr/>
            <p:nvPr/>
          </p:nvSpPr>
          <p:spPr>
            <a:xfrm>
              <a:off x="1627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3" name="Google Shape;5773;p31"/>
            <p:cNvSpPr/>
            <p:nvPr/>
          </p:nvSpPr>
          <p:spPr>
            <a:xfrm>
              <a:off x="2500050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4" name="Google Shape;5774;p31"/>
            <p:cNvSpPr/>
            <p:nvPr/>
          </p:nvSpPr>
          <p:spPr>
            <a:xfrm>
              <a:off x="3372944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5" name="Google Shape;5775;p31"/>
            <p:cNvSpPr/>
            <p:nvPr/>
          </p:nvSpPr>
          <p:spPr>
            <a:xfrm>
              <a:off x="4245994" y="1111175"/>
              <a:ext cx="872975" cy="872925"/>
            </a:xfrm>
            <a:custGeom>
              <a:rect b="b" l="l" r="r" t="t"/>
              <a:pathLst>
                <a:path extrusionOk="0" h="34917" w="34919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6" name="Google Shape;5776;p31"/>
            <p:cNvSpPr/>
            <p:nvPr/>
          </p:nvSpPr>
          <p:spPr>
            <a:xfrm>
              <a:off x="5119025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7" name="Google Shape;5777;p31"/>
            <p:cNvSpPr/>
            <p:nvPr/>
          </p:nvSpPr>
          <p:spPr>
            <a:xfrm>
              <a:off x="5992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8" name="Google Shape;5778;p31"/>
            <p:cNvSpPr/>
            <p:nvPr/>
          </p:nvSpPr>
          <p:spPr>
            <a:xfrm>
              <a:off x="75395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9" name="Google Shape;5779;p31"/>
            <p:cNvSpPr/>
            <p:nvPr/>
          </p:nvSpPr>
          <p:spPr>
            <a:xfrm>
              <a:off x="1627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0" name="Google Shape;5780;p31"/>
            <p:cNvSpPr/>
            <p:nvPr/>
          </p:nvSpPr>
          <p:spPr>
            <a:xfrm>
              <a:off x="2500050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1" name="Google Shape;5781;p31"/>
            <p:cNvSpPr/>
            <p:nvPr/>
          </p:nvSpPr>
          <p:spPr>
            <a:xfrm>
              <a:off x="3372944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2" name="Google Shape;5782;p31"/>
            <p:cNvSpPr/>
            <p:nvPr/>
          </p:nvSpPr>
          <p:spPr>
            <a:xfrm>
              <a:off x="4245994" y="1984125"/>
              <a:ext cx="872975" cy="873025"/>
            </a:xfrm>
            <a:custGeom>
              <a:rect b="b" l="l" r="r" t="t"/>
              <a:pathLst>
                <a:path extrusionOk="0" h="34921" w="34919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3" name="Google Shape;5783;p31"/>
            <p:cNvSpPr/>
            <p:nvPr/>
          </p:nvSpPr>
          <p:spPr>
            <a:xfrm>
              <a:off x="5119025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4" name="Google Shape;5784;p31"/>
            <p:cNvSpPr/>
            <p:nvPr/>
          </p:nvSpPr>
          <p:spPr>
            <a:xfrm>
              <a:off x="5992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5" name="Google Shape;5785;p31"/>
            <p:cNvSpPr/>
            <p:nvPr/>
          </p:nvSpPr>
          <p:spPr>
            <a:xfrm>
              <a:off x="1627000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6" name="Google Shape;5786;p31"/>
            <p:cNvSpPr/>
            <p:nvPr/>
          </p:nvSpPr>
          <p:spPr>
            <a:xfrm>
              <a:off x="2499969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7" name="Google Shape;5787;p31"/>
            <p:cNvSpPr/>
            <p:nvPr/>
          </p:nvSpPr>
          <p:spPr>
            <a:xfrm>
              <a:off x="3372944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8" name="Google Shape;5788;p31"/>
            <p:cNvSpPr/>
            <p:nvPr/>
          </p:nvSpPr>
          <p:spPr>
            <a:xfrm>
              <a:off x="4246075" y="2857125"/>
              <a:ext cx="872975" cy="873125"/>
            </a:xfrm>
            <a:custGeom>
              <a:rect b="b" l="l" r="r" t="t"/>
              <a:pathLst>
                <a:path extrusionOk="0" h="34925" w="34919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9" name="Google Shape;5789;p31"/>
            <p:cNvSpPr/>
            <p:nvPr/>
          </p:nvSpPr>
          <p:spPr>
            <a:xfrm>
              <a:off x="5119025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0" name="Google Shape;5790;p31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1" name="Google Shape;5791;p31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2" name="Google Shape;5792;p31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3" name="Google Shape;5793;p31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794" name="Google Shape;5794;p31">
            <a:hlinkClick action="ppaction://hlinksldjump"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5" name="Google Shape;5795;p31">
            <a:hlinkClick action="ppaction://hlinksldjump"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6" name="Google Shape;5796;p31">
            <a:hlinkClick action="ppaction://hlinksldjump" r:id="rId7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0" name="Shape 5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1" name="Google Shape;5801;p32"/>
          <p:cNvSpPr/>
          <p:nvPr/>
        </p:nvSpPr>
        <p:spPr>
          <a:xfrm>
            <a:off x="1586100" y="1572200"/>
            <a:ext cx="5971800" cy="28158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2" name="Google Shape;5802;p32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Seres Vivos</a:t>
            </a:r>
            <a:endParaRPr/>
          </a:p>
        </p:txBody>
      </p:sp>
      <p:sp>
        <p:nvSpPr>
          <p:cNvPr id="5803" name="Google Shape;5803;p32"/>
          <p:cNvSpPr txBox="1"/>
          <p:nvPr>
            <p:ph idx="1" type="body"/>
          </p:nvPr>
        </p:nvSpPr>
        <p:spPr>
          <a:xfrm>
            <a:off x="3038700" y="1995800"/>
            <a:ext cx="3066600" cy="19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Los seres vivos son las entidades que se desplazan y mueven por el mundo, desde gallinas hasta zombies todos </a:t>
            </a:r>
            <a:r>
              <a:rPr lang="en"/>
              <a:t>poseen</a:t>
            </a:r>
            <a:r>
              <a:rPr lang="en"/>
              <a:t> </a:t>
            </a:r>
            <a:r>
              <a:rPr lang="en"/>
              <a:t>métodos</a:t>
            </a:r>
            <a:r>
              <a:rPr lang="en"/>
              <a:t> propios para su correcta </a:t>
            </a:r>
            <a:r>
              <a:rPr lang="en"/>
              <a:t>funcionalidad</a:t>
            </a:r>
            <a:r>
              <a:rPr lang="en"/>
              <a:t>.</a:t>
            </a:r>
            <a:endParaRPr/>
          </a:p>
        </p:txBody>
      </p:sp>
      <p:grpSp>
        <p:nvGrpSpPr>
          <p:cNvPr id="5804" name="Google Shape;5804;p32"/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5805" name="Google Shape;5805;p32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6" name="Google Shape;5806;p32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7" name="Google Shape;5807;p32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8" name="Google Shape;5808;p32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09" name="Google Shape;5809;p32"/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5810" name="Google Shape;5810;p32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1" name="Google Shape;5811;p32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2" name="Google Shape;5812;p32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3" name="Google Shape;5813;p32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14" name="Google Shape;5814;p32"/>
          <p:cNvSpPr/>
          <p:nvPr/>
        </p:nvSpPr>
        <p:spPr>
          <a:xfrm>
            <a:off x="1781725" y="1739125"/>
            <a:ext cx="162000" cy="1401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5" name="Google Shape;5815;p32"/>
          <p:cNvSpPr/>
          <p:nvPr/>
        </p:nvSpPr>
        <p:spPr>
          <a:xfrm rot="-3601102">
            <a:off x="7157040" y="4038806"/>
            <a:ext cx="162090" cy="140062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9" name="Shape 5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0" name="Google Shape;5820;p33"/>
          <p:cNvSpPr/>
          <p:nvPr/>
        </p:nvSpPr>
        <p:spPr>
          <a:xfrm>
            <a:off x="1586100" y="1572200"/>
            <a:ext cx="5971800" cy="28158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1" name="Google Shape;5821;p33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Seres Vivos</a:t>
            </a:r>
            <a:endParaRPr/>
          </a:p>
        </p:txBody>
      </p:sp>
      <p:grpSp>
        <p:nvGrpSpPr>
          <p:cNvPr id="5822" name="Google Shape;5822;p33"/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5823" name="Google Shape;5823;p33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4" name="Google Shape;5824;p33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5" name="Google Shape;5825;p33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6" name="Google Shape;5826;p33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27" name="Google Shape;5827;p33"/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5828" name="Google Shape;5828;p33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9" name="Google Shape;5829;p33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0" name="Google Shape;5830;p33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1" name="Google Shape;5831;p33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32" name="Google Shape;5832;p33"/>
          <p:cNvSpPr/>
          <p:nvPr/>
        </p:nvSpPr>
        <p:spPr>
          <a:xfrm>
            <a:off x="1781725" y="1739125"/>
            <a:ext cx="162000" cy="1401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3" name="Google Shape;5833;p33"/>
          <p:cNvSpPr/>
          <p:nvPr/>
        </p:nvSpPr>
        <p:spPr>
          <a:xfrm rot="-3601102">
            <a:off x="7157040" y="4038806"/>
            <a:ext cx="162090" cy="140062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34" name="Google Shape;583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401" y="1161436"/>
            <a:ext cx="6551175" cy="36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8" name="Shape 5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" name="Google Shape;5839;p34"/>
          <p:cNvSpPr txBox="1"/>
          <p:nvPr>
            <p:ph idx="2" type="title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840" name="Google Shape;5840;p34"/>
          <p:cNvSpPr txBox="1"/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Estructuras</a:t>
            </a:r>
            <a:endParaRPr/>
          </a:p>
        </p:txBody>
      </p:sp>
      <p:grpSp>
        <p:nvGrpSpPr>
          <p:cNvPr id="5841" name="Google Shape;5841;p34"/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5842" name="Google Shape;5842;p34"/>
            <p:cNvSpPr/>
            <p:nvPr/>
          </p:nvSpPr>
          <p:spPr>
            <a:xfrm>
              <a:off x="1627000" y="238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3" name="Google Shape;5843;p34"/>
            <p:cNvSpPr/>
            <p:nvPr/>
          </p:nvSpPr>
          <p:spPr>
            <a:xfrm>
              <a:off x="2500050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4" name="Google Shape;5844;p34"/>
            <p:cNvSpPr/>
            <p:nvPr/>
          </p:nvSpPr>
          <p:spPr>
            <a:xfrm>
              <a:off x="4246075" y="238125"/>
              <a:ext cx="872975" cy="873075"/>
            </a:xfrm>
            <a:custGeom>
              <a:rect b="b" l="l" r="r" t="t"/>
              <a:pathLst>
                <a:path extrusionOk="0" h="34923" w="34919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5" name="Google Shape;5845;p34"/>
            <p:cNvSpPr/>
            <p:nvPr/>
          </p:nvSpPr>
          <p:spPr>
            <a:xfrm>
              <a:off x="5119025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6" name="Google Shape;5846;p34"/>
            <p:cNvSpPr/>
            <p:nvPr/>
          </p:nvSpPr>
          <p:spPr>
            <a:xfrm>
              <a:off x="75395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7" name="Google Shape;5847;p34"/>
            <p:cNvSpPr/>
            <p:nvPr/>
          </p:nvSpPr>
          <p:spPr>
            <a:xfrm>
              <a:off x="1627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8" name="Google Shape;5848;p34"/>
            <p:cNvSpPr/>
            <p:nvPr/>
          </p:nvSpPr>
          <p:spPr>
            <a:xfrm>
              <a:off x="2500050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9" name="Google Shape;5849;p34"/>
            <p:cNvSpPr/>
            <p:nvPr/>
          </p:nvSpPr>
          <p:spPr>
            <a:xfrm>
              <a:off x="3372944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0" name="Google Shape;5850;p34"/>
            <p:cNvSpPr/>
            <p:nvPr/>
          </p:nvSpPr>
          <p:spPr>
            <a:xfrm>
              <a:off x="4245994" y="1111175"/>
              <a:ext cx="872975" cy="872925"/>
            </a:xfrm>
            <a:custGeom>
              <a:rect b="b" l="l" r="r" t="t"/>
              <a:pathLst>
                <a:path extrusionOk="0" h="34917" w="34919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1" name="Google Shape;5851;p34"/>
            <p:cNvSpPr/>
            <p:nvPr/>
          </p:nvSpPr>
          <p:spPr>
            <a:xfrm>
              <a:off x="5119025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2" name="Google Shape;5852;p34"/>
            <p:cNvSpPr/>
            <p:nvPr/>
          </p:nvSpPr>
          <p:spPr>
            <a:xfrm>
              <a:off x="5992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3" name="Google Shape;5853;p34"/>
            <p:cNvSpPr/>
            <p:nvPr/>
          </p:nvSpPr>
          <p:spPr>
            <a:xfrm>
              <a:off x="75395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4" name="Google Shape;5854;p34"/>
            <p:cNvSpPr/>
            <p:nvPr/>
          </p:nvSpPr>
          <p:spPr>
            <a:xfrm>
              <a:off x="1627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5" name="Google Shape;5855;p34"/>
            <p:cNvSpPr/>
            <p:nvPr/>
          </p:nvSpPr>
          <p:spPr>
            <a:xfrm>
              <a:off x="2500050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6" name="Google Shape;5856;p34"/>
            <p:cNvSpPr/>
            <p:nvPr/>
          </p:nvSpPr>
          <p:spPr>
            <a:xfrm>
              <a:off x="3372944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7" name="Google Shape;5857;p34"/>
            <p:cNvSpPr/>
            <p:nvPr/>
          </p:nvSpPr>
          <p:spPr>
            <a:xfrm>
              <a:off x="4245994" y="1984125"/>
              <a:ext cx="872975" cy="873025"/>
            </a:xfrm>
            <a:custGeom>
              <a:rect b="b" l="l" r="r" t="t"/>
              <a:pathLst>
                <a:path extrusionOk="0" h="34921" w="34919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8" name="Google Shape;5858;p34"/>
            <p:cNvSpPr/>
            <p:nvPr/>
          </p:nvSpPr>
          <p:spPr>
            <a:xfrm>
              <a:off x="5119025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9" name="Google Shape;5859;p34"/>
            <p:cNvSpPr/>
            <p:nvPr/>
          </p:nvSpPr>
          <p:spPr>
            <a:xfrm>
              <a:off x="5992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0" name="Google Shape;5860;p34"/>
            <p:cNvSpPr/>
            <p:nvPr/>
          </p:nvSpPr>
          <p:spPr>
            <a:xfrm>
              <a:off x="1627000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1" name="Google Shape;5861;p34"/>
            <p:cNvSpPr/>
            <p:nvPr/>
          </p:nvSpPr>
          <p:spPr>
            <a:xfrm>
              <a:off x="2499969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2" name="Google Shape;5862;p34"/>
            <p:cNvSpPr/>
            <p:nvPr/>
          </p:nvSpPr>
          <p:spPr>
            <a:xfrm>
              <a:off x="3372944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3" name="Google Shape;5863;p34"/>
            <p:cNvSpPr/>
            <p:nvPr/>
          </p:nvSpPr>
          <p:spPr>
            <a:xfrm>
              <a:off x="4246075" y="2857125"/>
              <a:ext cx="872975" cy="873125"/>
            </a:xfrm>
            <a:custGeom>
              <a:rect b="b" l="l" r="r" t="t"/>
              <a:pathLst>
                <a:path extrusionOk="0" h="34925" w="34919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4" name="Google Shape;5864;p34"/>
            <p:cNvSpPr/>
            <p:nvPr/>
          </p:nvSpPr>
          <p:spPr>
            <a:xfrm>
              <a:off x="5119025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5" name="Google Shape;5865;p34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6" name="Google Shape;5866;p34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7" name="Google Shape;5867;p34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8" name="Google Shape;5868;p34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69" name="Google Shape;5869;p34"/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5870" name="Google Shape;5870;p34"/>
            <p:cNvSpPr/>
            <p:nvPr/>
          </p:nvSpPr>
          <p:spPr>
            <a:xfrm>
              <a:off x="1627000" y="238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1" name="Google Shape;5871;p34"/>
            <p:cNvSpPr/>
            <p:nvPr/>
          </p:nvSpPr>
          <p:spPr>
            <a:xfrm>
              <a:off x="2500050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2" name="Google Shape;5872;p34"/>
            <p:cNvSpPr/>
            <p:nvPr/>
          </p:nvSpPr>
          <p:spPr>
            <a:xfrm>
              <a:off x="4246075" y="238125"/>
              <a:ext cx="872975" cy="873075"/>
            </a:xfrm>
            <a:custGeom>
              <a:rect b="b" l="l" r="r" t="t"/>
              <a:pathLst>
                <a:path extrusionOk="0" h="34923" w="34919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3" name="Google Shape;5873;p34"/>
            <p:cNvSpPr/>
            <p:nvPr/>
          </p:nvSpPr>
          <p:spPr>
            <a:xfrm>
              <a:off x="5119025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4" name="Google Shape;5874;p34"/>
            <p:cNvSpPr/>
            <p:nvPr/>
          </p:nvSpPr>
          <p:spPr>
            <a:xfrm>
              <a:off x="75395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5" name="Google Shape;5875;p34"/>
            <p:cNvSpPr/>
            <p:nvPr/>
          </p:nvSpPr>
          <p:spPr>
            <a:xfrm>
              <a:off x="1627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6" name="Google Shape;5876;p34"/>
            <p:cNvSpPr/>
            <p:nvPr/>
          </p:nvSpPr>
          <p:spPr>
            <a:xfrm>
              <a:off x="2500050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7" name="Google Shape;5877;p34"/>
            <p:cNvSpPr/>
            <p:nvPr/>
          </p:nvSpPr>
          <p:spPr>
            <a:xfrm>
              <a:off x="3372944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8" name="Google Shape;5878;p34"/>
            <p:cNvSpPr/>
            <p:nvPr/>
          </p:nvSpPr>
          <p:spPr>
            <a:xfrm>
              <a:off x="4245994" y="1111175"/>
              <a:ext cx="872975" cy="872925"/>
            </a:xfrm>
            <a:custGeom>
              <a:rect b="b" l="l" r="r" t="t"/>
              <a:pathLst>
                <a:path extrusionOk="0" h="34917" w="34919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9" name="Google Shape;5879;p34"/>
            <p:cNvSpPr/>
            <p:nvPr/>
          </p:nvSpPr>
          <p:spPr>
            <a:xfrm>
              <a:off x="5119025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0" name="Google Shape;5880;p34"/>
            <p:cNvSpPr/>
            <p:nvPr/>
          </p:nvSpPr>
          <p:spPr>
            <a:xfrm>
              <a:off x="5992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1" name="Google Shape;5881;p34"/>
            <p:cNvSpPr/>
            <p:nvPr/>
          </p:nvSpPr>
          <p:spPr>
            <a:xfrm>
              <a:off x="75395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2" name="Google Shape;5882;p34"/>
            <p:cNvSpPr/>
            <p:nvPr/>
          </p:nvSpPr>
          <p:spPr>
            <a:xfrm>
              <a:off x="1627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3" name="Google Shape;5883;p34"/>
            <p:cNvSpPr/>
            <p:nvPr/>
          </p:nvSpPr>
          <p:spPr>
            <a:xfrm>
              <a:off x="2500050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4" name="Google Shape;5884;p34"/>
            <p:cNvSpPr/>
            <p:nvPr/>
          </p:nvSpPr>
          <p:spPr>
            <a:xfrm>
              <a:off x="3372944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5" name="Google Shape;5885;p34"/>
            <p:cNvSpPr/>
            <p:nvPr/>
          </p:nvSpPr>
          <p:spPr>
            <a:xfrm>
              <a:off x="4245994" y="1984125"/>
              <a:ext cx="872975" cy="873025"/>
            </a:xfrm>
            <a:custGeom>
              <a:rect b="b" l="l" r="r" t="t"/>
              <a:pathLst>
                <a:path extrusionOk="0" h="34921" w="34919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6" name="Google Shape;5886;p34"/>
            <p:cNvSpPr/>
            <p:nvPr/>
          </p:nvSpPr>
          <p:spPr>
            <a:xfrm>
              <a:off x="5119025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7" name="Google Shape;5887;p34"/>
            <p:cNvSpPr/>
            <p:nvPr/>
          </p:nvSpPr>
          <p:spPr>
            <a:xfrm>
              <a:off x="5992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8" name="Google Shape;5888;p34"/>
            <p:cNvSpPr/>
            <p:nvPr/>
          </p:nvSpPr>
          <p:spPr>
            <a:xfrm>
              <a:off x="1627000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9" name="Google Shape;5889;p34"/>
            <p:cNvSpPr/>
            <p:nvPr/>
          </p:nvSpPr>
          <p:spPr>
            <a:xfrm>
              <a:off x="2499969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0" name="Google Shape;5890;p34"/>
            <p:cNvSpPr/>
            <p:nvPr/>
          </p:nvSpPr>
          <p:spPr>
            <a:xfrm>
              <a:off x="3372944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1" name="Google Shape;5891;p34"/>
            <p:cNvSpPr/>
            <p:nvPr/>
          </p:nvSpPr>
          <p:spPr>
            <a:xfrm>
              <a:off x="4246075" y="2857125"/>
              <a:ext cx="872975" cy="873125"/>
            </a:xfrm>
            <a:custGeom>
              <a:rect b="b" l="l" r="r" t="t"/>
              <a:pathLst>
                <a:path extrusionOk="0" h="34925" w="34919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2" name="Google Shape;5892;p34"/>
            <p:cNvSpPr/>
            <p:nvPr/>
          </p:nvSpPr>
          <p:spPr>
            <a:xfrm>
              <a:off x="5119025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3" name="Google Shape;5893;p34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4" name="Google Shape;5894;p34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5" name="Google Shape;5895;p34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6" name="Google Shape;5896;p34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97" name="Google Shape;5897;p34"/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5898" name="Google Shape;5898;p34"/>
            <p:cNvSpPr/>
            <p:nvPr/>
          </p:nvSpPr>
          <p:spPr>
            <a:xfrm>
              <a:off x="1627000" y="238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9" name="Google Shape;5899;p34"/>
            <p:cNvSpPr/>
            <p:nvPr/>
          </p:nvSpPr>
          <p:spPr>
            <a:xfrm>
              <a:off x="2500050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0" name="Google Shape;5900;p34"/>
            <p:cNvSpPr/>
            <p:nvPr/>
          </p:nvSpPr>
          <p:spPr>
            <a:xfrm>
              <a:off x="4246075" y="238125"/>
              <a:ext cx="872975" cy="873075"/>
            </a:xfrm>
            <a:custGeom>
              <a:rect b="b" l="l" r="r" t="t"/>
              <a:pathLst>
                <a:path extrusionOk="0" h="34923" w="34919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1" name="Google Shape;5901;p34"/>
            <p:cNvSpPr/>
            <p:nvPr/>
          </p:nvSpPr>
          <p:spPr>
            <a:xfrm>
              <a:off x="5119025" y="238125"/>
              <a:ext cx="873000" cy="873075"/>
            </a:xfrm>
            <a:custGeom>
              <a:rect b="b" l="l" r="r" t="t"/>
              <a:pathLst>
                <a:path extrusionOk="0" h="34923" w="3492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2" name="Google Shape;5902;p34"/>
            <p:cNvSpPr/>
            <p:nvPr/>
          </p:nvSpPr>
          <p:spPr>
            <a:xfrm>
              <a:off x="75395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3" name="Google Shape;5903;p34"/>
            <p:cNvSpPr/>
            <p:nvPr/>
          </p:nvSpPr>
          <p:spPr>
            <a:xfrm>
              <a:off x="1627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4" name="Google Shape;5904;p34"/>
            <p:cNvSpPr/>
            <p:nvPr/>
          </p:nvSpPr>
          <p:spPr>
            <a:xfrm>
              <a:off x="2500050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5" name="Google Shape;5905;p34"/>
            <p:cNvSpPr/>
            <p:nvPr/>
          </p:nvSpPr>
          <p:spPr>
            <a:xfrm>
              <a:off x="3372944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6" name="Google Shape;5906;p34"/>
            <p:cNvSpPr/>
            <p:nvPr/>
          </p:nvSpPr>
          <p:spPr>
            <a:xfrm>
              <a:off x="4245994" y="1111175"/>
              <a:ext cx="872975" cy="872925"/>
            </a:xfrm>
            <a:custGeom>
              <a:rect b="b" l="l" r="r" t="t"/>
              <a:pathLst>
                <a:path extrusionOk="0" h="34917" w="34919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7" name="Google Shape;5907;p34"/>
            <p:cNvSpPr/>
            <p:nvPr/>
          </p:nvSpPr>
          <p:spPr>
            <a:xfrm>
              <a:off x="5119025" y="1111175"/>
              <a:ext cx="873000" cy="872925"/>
            </a:xfrm>
            <a:custGeom>
              <a:rect b="b" l="l" r="r" t="t"/>
              <a:pathLst>
                <a:path extrusionOk="0" h="34917" w="3492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8" name="Google Shape;5908;p34"/>
            <p:cNvSpPr/>
            <p:nvPr/>
          </p:nvSpPr>
          <p:spPr>
            <a:xfrm>
              <a:off x="5992000" y="1111175"/>
              <a:ext cx="873075" cy="872925"/>
            </a:xfrm>
            <a:custGeom>
              <a:rect b="b" l="l" r="r" t="t"/>
              <a:pathLst>
                <a:path extrusionOk="0" h="34917" w="34923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9" name="Google Shape;5909;p34"/>
            <p:cNvSpPr/>
            <p:nvPr/>
          </p:nvSpPr>
          <p:spPr>
            <a:xfrm>
              <a:off x="75395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0" name="Google Shape;5910;p34"/>
            <p:cNvSpPr/>
            <p:nvPr/>
          </p:nvSpPr>
          <p:spPr>
            <a:xfrm>
              <a:off x="1627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1" name="Google Shape;5911;p34"/>
            <p:cNvSpPr/>
            <p:nvPr/>
          </p:nvSpPr>
          <p:spPr>
            <a:xfrm>
              <a:off x="2500050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2" name="Google Shape;5912;p34"/>
            <p:cNvSpPr/>
            <p:nvPr/>
          </p:nvSpPr>
          <p:spPr>
            <a:xfrm>
              <a:off x="3372944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3" name="Google Shape;5913;p34"/>
            <p:cNvSpPr/>
            <p:nvPr/>
          </p:nvSpPr>
          <p:spPr>
            <a:xfrm>
              <a:off x="4245994" y="1984125"/>
              <a:ext cx="872975" cy="873025"/>
            </a:xfrm>
            <a:custGeom>
              <a:rect b="b" l="l" r="r" t="t"/>
              <a:pathLst>
                <a:path extrusionOk="0" h="34921" w="34919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4" name="Google Shape;5914;p34"/>
            <p:cNvSpPr/>
            <p:nvPr/>
          </p:nvSpPr>
          <p:spPr>
            <a:xfrm>
              <a:off x="5119025" y="1984125"/>
              <a:ext cx="873000" cy="873025"/>
            </a:xfrm>
            <a:custGeom>
              <a:rect b="b" l="l" r="r" t="t"/>
              <a:pathLst>
                <a:path extrusionOk="0" h="34921" w="3492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5" name="Google Shape;5915;p34"/>
            <p:cNvSpPr/>
            <p:nvPr/>
          </p:nvSpPr>
          <p:spPr>
            <a:xfrm>
              <a:off x="5992000" y="1984125"/>
              <a:ext cx="873075" cy="873025"/>
            </a:xfrm>
            <a:custGeom>
              <a:rect b="b" l="l" r="r" t="t"/>
              <a:pathLst>
                <a:path extrusionOk="0" h="34921" w="34923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6" name="Google Shape;5916;p34"/>
            <p:cNvSpPr/>
            <p:nvPr/>
          </p:nvSpPr>
          <p:spPr>
            <a:xfrm>
              <a:off x="1627000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7" name="Google Shape;5917;p34"/>
            <p:cNvSpPr/>
            <p:nvPr/>
          </p:nvSpPr>
          <p:spPr>
            <a:xfrm>
              <a:off x="2499969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8" name="Google Shape;5918;p34"/>
            <p:cNvSpPr/>
            <p:nvPr/>
          </p:nvSpPr>
          <p:spPr>
            <a:xfrm>
              <a:off x="3372944" y="2857125"/>
              <a:ext cx="873075" cy="873125"/>
            </a:xfrm>
            <a:custGeom>
              <a:rect b="b" l="l" r="r" t="t"/>
              <a:pathLst>
                <a:path extrusionOk="0" h="34925" w="34923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9" name="Google Shape;5919;p34"/>
            <p:cNvSpPr/>
            <p:nvPr/>
          </p:nvSpPr>
          <p:spPr>
            <a:xfrm>
              <a:off x="4246075" y="2857125"/>
              <a:ext cx="872975" cy="873125"/>
            </a:xfrm>
            <a:custGeom>
              <a:rect b="b" l="l" r="r" t="t"/>
              <a:pathLst>
                <a:path extrusionOk="0" h="34925" w="34919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0" name="Google Shape;5920;p34"/>
            <p:cNvSpPr/>
            <p:nvPr/>
          </p:nvSpPr>
          <p:spPr>
            <a:xfrm>
              <a:off x="5119025" y="2857125"/>
              <a:ext cx="873000" cy="873125"/>
            </a:xfrm>
            <a:custGeom>
              <a:rect b="b" l="l" r="r" t="t"/>
              <a:pathLst>
                <a:path extrusionOk="0" h="34925" w="3492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1" name="Google Shape;5921;p34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2" name="Google Shape;5922;p34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3" name="Google Shape;5923;p34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4" name="Google Shape;5924;p34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925" name="Google Shape;5925;p34">
            <a:hlinkClick action="ppaction://hlinksldjump"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6" name="Google Shape;5926;p34">
            <a:hlinkClick action="ppaction://hlinksldjump"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7" name="Google Shape;5927;p34">
            <a:hlinkClick action="ppaction://hlinksldjump" r:id="rId7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9239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1" name="Shape 5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2" name="Google Shape;5932;p3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Estructuras</a:t>
            </a:r>
            <a:endParaRPr/>
          </a:p>
        </p:txBody>
      </p:sp>
      <p:sp>
        <p:nvSpPr>
          <p:cNvPr id="5933" name="Google Shape;5933;p35"/>
          <p:cNvSpPr txBox="1"/>
          <p:nvPr>
            <p:ph idx="1" type="subTitle"/>
          </p:nvPr>
        </p:nvSpPr>
        <p:spPr>
          <a:xfrm>
            <a:off x="1148450" y="3529783"/>
            <a:ext cx="3088800" cy="11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Casas,Cuevas o Edificios</a:t>
            </a:r>
            <a:endParaRPr/>
          </a:p>
        </p:txBody>
      </p:sp>
      <p:sp>
        <p:nvSpPr>
          <p:cNvPr id="5934" name="Google Shape;5934;p35"/>
          <p:cNvSpPr txBox="1"/>
          <p:nvPr>
            <p:ph idx="4" type="subTitle"/>
          </p:nvPr>
        </p:nvSpPr>
        <p:spPr>
          <a:xfrm>
            <a:off x="4906750" y="3529795"/>
            <a:ext cx="3088800" cy="11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Arboles y Rocas</a:t>
            </a:r>
            <a:endParaRPr/>
          </a:p>
        </p:txBody>
      </p:sp>
      <p:grpSp>
        <p:nvGrpSpPr>
          <p:cNvPr id="5935" name="Google Shape;5935;p35"/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5936" name="Google Shape;5936;p35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7" name="Google Shape;5937;p35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8" name="Google Shape;5938;p35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9" name="Google Shape;5939;p35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40" name="Google Shape;5940;p35"/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5941" name="Google Shape;5941;p35"/>
            <p:cNvSpPr/>
            <p:nvPr/>
          </p:nvSpPr>
          <p:spPr>
            <a:xfrm>
              <a:off x="2500050" y="3730175"/>
              <a:ext cx="873000" cy="872975"/>
            </a:xfrm>
            <a:custGeom>
              <a:rect b="b" l="l" r="r" t="t"/>
              <a:pathLst>
                <a:path extrusionOk="0" h="34919" w="3492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2" name="Google Shape;5942;p35"/>
            <p:cNvSpPr/>
            <p:nvPr/>
          </p:nvSpPr>
          <p:spPr>
            <a:xfrm>
              <a:off x="3373025" y="3730175"/>
              <a:ext cx="873075" cy="872975"/>
            </a:xfrm>
            <a:custGeom>
              <a:rect b="b" l="l" r="r" t="t"/>
              <a:pathLst>
                <a:path extrusionOk="0" h="34919" w="34923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3" name="Google Shape;5943;p35"/>
            <p:cNvSpPr/>
            <p:nvPr/>
          </p:nvSpPr>
          <p:spPr>
            <a:xfrm>
              <a:off x="4246075" y="3730175"/>
              <a:ext cx="872975" cy="872975"/>
            </a:xfrm>
            <a:custGeom>
              <a:rect b="b" l="l" r="r" t="t"/>
              <a:pathLst>
                <a:path extrusionOk="0" h="34919" w="34919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4" name="Google Shape;5944;p35"/>
            <p:cNvSpPr/>
            <p:nvPr/>
          </p:nvSpPr>
          <p:spPr>
            <a:xfrm>
              <a:off x="3373025" y="4603125"/>
              <a:ext cx="873075" cy="873075"/>
            </a:xfrm>
            <a:custGeom>
              <a:rect b="b" l="l" r="r" t="t"/>
              <a:pathLst>
                <a:path extrusionOk="0" h="34923" w="34923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45" name="Google Shape;5945;p35"/>
          <p:cNvSpPr txBox="1"/>
          <p:nvPr>
            <p:ph idx="3" type="title"/>
          </p:nvPr>
        </p:nvSpPr>
        <p:spPr>
          <a:xfrm>
            <a:off x="4906750" y="3117600"/>
            <a:ext cx="30888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pic>
        <p:nvPicPr>
          <p:cNvPr id="5946" name="Google Shape;59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875" y="1379127"/>
            <a:ext cx="3012549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7" name="Google Shape;594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2650" y="1379125"/>
            <a:ext cx="3200400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1" name="Shape 5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2" name="Google Shape;5952;p36"/>
          <p:cNvSpPr txBox="1"/>
          <p:nvPr>
            <p:ph type="title"/>
          </p:nvPr>
        </p:nvSpPr>
        <p:spPr>
          <a:xfrm>
            <a:off x="1334700" y="839125"/>
            <a:ext cx="6474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5953" name="Google Shape;5953;p36"/>
          <p:cNvGrpSpPr/>
          <p:nvPr/>
        </p:nvGrpSpPr>
        <p:grpSpPr>
          <a:xfrm>
            <a:off x="4937514" y="4347771"/>
            <a:ext cx="356993" cy="318171"/>
            <a:chOff x="1190625" y="521900"/>
            <a:chExt cx="5219200" cy="4651625"/>
          </a:xfrm>
        </p:grpSpPr>
        <p:sp>
          <p:nvSpPr>
            <p:cNvPr id="5954" name="Google Shape;5954;p36"/>
            <p:cNvSpPr/>
            <p:nvPr/>
          </p:nvSpPr>
          <p:spPr>
            <a:xfrm>
              <a:off x="1190625" y="521900"/>
              <a:ext cx="5219200" cy="4651625"/>
            </a:xfrm>
            <a:custGeom>
              <a:rect b="b" l="l" r="r" t="t"/>
              <a:pathLst>
                <a:path extrusionOk="0" h="186065" w="208768">
                  <a:moveTo>
                    <a:pt x="104384" y="1"/>
                  </a:moveTo>
                  <a:lnTo>
                    <a:pt x="104384" y="13603"/>
                  </a:lnTo>
                  <a:lnTo>
                    <a:pt x="90781" y="13603"/>
                  </a:lnTo>
                  <a:lnTo>
                    <a:pt x="90781" y="27238"/>
                  </a:lnTo>
                  <a:lnTo>
                    <a:pt x="77146" y="27238"/>
                  </a:lnTo>
                  <a:lnTo>
                    <a:pt x="77146" y="54443"/>
                  </a:lnTo>
                  <a:lnTo>
                    <a:pt x="59009" y="54443"/>
                  </a:lnTo>
                  <a:lnTo>
                    <a:pt x="59009" y="40841"/>
                  </a:lnTo>
                  <a:lnTo>
                    <a:pt x="40840" y="40841"/>
                  </a:lnTo>
                  <a:lnTo>
                    <a:pt x="40840" y="27238"/>
                  </a:lnTo>
                  <a:lnTo>
                    <a:pt x="27238" y="27238"/>
                  </a:lnTo>
                  <a:lnTo>
                    <a:pt x="27238" y="13603"/>
                  </a:lnTo>
                  <a:lnTo>
                    <a:pt x="0" y="13603"/>
                  </a:lnTo>
                  <a:lnTo>
                    <a:pt x="0" y="90749"/>
                  </a:lnTo>
                  <a:lnTo>
                    <a:pt x="13602" y="90749"/>
                  </a:lnTo>
                  <a:lnTo>
                    <a:pt x="13602" y="104384"/>
                  </a:lnTo>
                  <a:lnTo>
                    <a:pt x="27238" y="104384"/>
                  </a:lnTo>
                  <a:lnTo>
                    <a:pt x="27238" y="117987"/>
                  </a:lnTo>
                  <a:lnTo>
                    <a:pt x="40840" y="117987"/>
                  </a:lnTo>
                  <a:lnTo>
                    <a:pt x="40840" y="145224"/>
                  </a:lnTo>
                  <a:lnTo>
                    <a:pt x="27238" y="145224"/>
                  </a:lnTo>
                  <a:lnTo>
                    <a:pt x="27238" y="158827"/>
                  </a:lnTo>
                  <a:lnTo>
                    <a:pt x="13602" y="158827"/>
                  </a:lnTo>
                  <a:lnTo>
                    <a:pt x="13602" y="186064"/>
                  </a:lnTo>
                  <a:lnTo>
                    <a:pt x="140689" y="186064"/>
                  </a:lnTo>
                  <a:lnTo>
                    <a:pt x="140689" y="172462"/>
                  </a:lnTo>
                  <a:lnTo>
                    <a:pt x="154292" y="172462"/>
                  </a:lnTo>
                  <a:lnTo>
                    <a:pt x="154292" y="158827"/>
                  </a:lnTo>
                  <a:lnTo>
                    <a:pt x="167927" y="158827"/>
                  </a:lnTo>
                  <a:lnTo>
                    <a:pt x="167927" y="145224"/>
                  </a:lnTo>
                  <a:lnTo>
                    <a:pt x="181530" y="145224"/>
                  </a:lnTo>
                  <a:lnTo>
                    <a:pt x="181530" y="95316"/>
                  </a:lnTo>
                  <a:lnTo>
                    <a:pt x="195165" y="95316"/>
                  </a:lnTo>
                  <a:lnTo>
                    <a:pt x="195165" y="81681"/>
                  </a:lnTo>
                  <a:lnTo>
                    <a:pt x="208767" y="81681"/>
                  </a:lnTo>
                  <a:lnTo>
                    <a:pt x="208767" y="54443"/>
                  </a:lnTo>
                  <a:lnTo>
                    <a:pt x="181530" y="54443"/>
                  </a:lnTo>
                  <a:lnTo>
                    <a:pt x="181530" y="27238"/>
                  </a:lnTo>
                  <a:lnTo>
                    <a:pt x="167927" y="27238"/>
                  </a:lnTo>
                  <a:lnTo>
                    <a:pt x="167927" y="13603"/>
                  </a:lnTo>
                  <a:lnTo>
                    <a:pt x="154292" y="13603"/>
                  </a:lnTo>
                  <a:lnTo>
                    <a:pt x="1542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5" name="Google Shape;5955;p36"/>
            <p:cNvSpPr/>
            <p:nvPr/>
          </p:nvSpPr>
          <p:spPr>
            <a:xfrm>
              <a:off x="1190625" y="861975"/>
              <a:ext cx="1475250" cy="1361900"/>
            </a:xfrm>
            <a:custGeom>
              <a:rect b="b" l="l" r="r" t="t"/>
              <a:pathLst>
                <a:path extrusionOk="0" h="54476" w="59010">
                  <a:moveTo>
                    <a:pt x="0" y="0"/>
                  </a:moveTo>
                  <a:lnTo>
                    <a:pt x="0" y="27238"/>
                  </a:lnTo>
                  <a:lnTo>
                    <a:pt x="27238" y="27238"/>
                  </a:lnTo>
                  <a:lnTo>
                    <a:pt x="27238" y="40840"/>
                  </a:lnTo>
                  <a:lnTo>
                    <a:pt x="40840" y="40840"/>
                  </a:lnTo>
                  <a:lnTo>
                    <a:pt x="40840" y="54475"/>
                  </a:lnTo>
                  <a:lnTo>
                    <a:pt x="59009" y="54475"/>
                  </a:lnTo>
                  <a:lnTo>
                    <a:pt x="59009" y="27238"/>
                  </a:lnTo>
                  <a:lnTo>
                    <a:pt x="40840" y="27238"/>
                  </a:lnTo>
                  <a:lnTo>
                    <a:pt x="40840" y="13635"/>
                  </a:lnTo>
                  <a:lnTo>
                    <a:pt x="27238" y="13635"/>
                  </a:lnTo>
                  <a:lnTo>
                    <a:pt x="272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6" name="Google Shape;5956;p36"/>
            <p:cNvSpPr/>
            <p:nvPr/>
          </p:nvSpPr>
          <p:spPr>
            <a:xfrm>
              <a:off x="1530675" y="3471550"/>
              <a:ext cx="1361900" cy="1701975"/>
            </a:xfrm>
            <a:custGeom>
              <a:rect b="b" l="l" r="r" t="t"/>
              <a:pathLst>
                <a:path extrusionOk="0" h="68079" w="54476">
                  <a:moveTo>
                    <a:pt x="40873" y="1"/>
                  </a:moveTo>
                  <a:lnTo>
                    <a:pt x="40873" y="13636"/>
                  </a:lnTo>
                  <a:lnTo>
                    <a:pt x="27238" y="13636"/>
                  </a:lnTo>
                  <a:lnTo>
                    <a:pt x="27238" y="27238"/>
                  </a:lnTo>
                  <a:lnTo>
                    <a:pt x="13636" y="27238"/>
                  </a:lnTo>
                  <a:lnTo>
                    <a:pt x="13636" y="40841"/>
                  </a:lnTo>
                  <a:lnTo>
                    <a:pt x="0" y="40841"/>
                  </a:lnTo>
                  <a:lnTo>
                    <a:pt x="0" y="68078"/>
                  </a:lnTo>
                  <a:lnTo>
                    <a:pt x="27238" y="68078"/>
                  </a:lnTo>
                  <a:lnTo>
                    <a:pt x="27238" y="40841"/>
                  </a:lnTo>
                  <a:lnTo>
                    <a:pt x="40873" y="40841"/>
                  </a:lnTo>
                  <a:lnTo>
                    <a:pt x="40873" y="27238"/>
                  </a:lnTo>
                  <a:lnTo>
                    <a:pt x="54476" y="27238"/>
                  </a:lnTo>
                  <a:lnTo>
                    <a:pt x="5447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7" name="Google Shape;5957;p36"/>
            <p:cNvSpPr/>
            <p:nvPr/>
          </p:nvSpPr>
          <p:spPr>
            <a:xfrm>
              <a:off x="3119250" y="521900"/>
              <a:ext cx="1021050" cy="1021025"/>
            </a:xfrm>
            <a:custGeom>
              <a:rect b="b" l="l" r="r" t="t"/>
              <a:pathLst>
                <a:path extrusionOk="0" h="40841" w="40842">
                  <a:moveTo>
                    <a:pt x="27239" y="1"/>
                  </a:moveTo>
                  <a:lnTo>
                    <a:pt x="27239" y="13603"/>
                  </a:lnTo>
                  <a:lnTo>
                    <a:pt x="13636" y="13603"/>
                  </a:lnTo>
                  <a:lnTo>
                    <a:pt x="13636" y="27238"/>
                  </a:lnTo>
                  <a:lnTo>
                    <a:pt x="1" y="27238"/>
                  </a:lnTo>
                  <a:lnTo>
                    <a:pt x="1" y="40841"/>
                  </a:lnTo>
                  <a:lnTo>
                    <a:pt x="27239" y="40841"/>
                  </a:lnTo>
                  <a:lnTo>
                    <a:pt x="27239" y="27238"/>
                  </a:lnTo>
                  <a:lnTo>
                    <a:pt x="40841" y="27238"/>
                  </a:lnTo>
                  <a:lnTo>
                    <a:pt x="4084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8" name="Google Shape;5958;p36"/>
            <p:cNvSpPr/>
            <p:nvPr/>
          </p:nvSpPr>
          <p:spPr>
            <a:xfrm>
              <a:off x="3800200" y="521900"/>
              <a:ext cx="1247725" cy="340100"/>
            </a:xfrm>
            <a:custGeom>
              <a:rect b="b" l="l" r="r" t="t"/>
              <a:pathLst>
                <a:path extrusionOk="0" h="13604" w="49909">
                  <a:moveTo>
                    <a:pt x="1" y="1"/>
                  </a:moveTo>
                  <a:lnTo>
                    <a:pt x="1" y="13603"/>
                  </a:lnTo>
                  <a:lnTo>
                    <a:pt x="49909" y="13603"/>
                  </a:lnTo>
                  <a:lnTo>
                    <a:pt x="499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9" name="Google Shape;5959;p36"/>
            <p:cNvSpPr/>
            <p:nvPr/>
          </p:nvSpPr>
          <p:spPr>
            <a:xfrm>
              <a:off x="2211625" y="3471550"/>
              <a:ext cx="680950" cy="680975"/>
            </a:xfrm>
            <a:custGeom>
              <a:rect b="b" l="l" r="r" t="t"/>
              <a:pathLst>
                <a:path extrusionOk="0" h="27239" w="27238">
                  <a:moveTo>
                    <a:pt x="0" y="1"/>
                  </a:moveTo>
                  <a:lnTo>
                    <a:pt x="0" y="27238"/>
                  </a:lnTo>
                  <a:lnTo>
                    <a:pt x="13635" y="27238"/>
                  </a:lnTo>
                  <a:lnTo>
                    <a:pt x="13635" y="13636"/>
                  </a:lnTo>
                  <a:lnTo>
                    <a:pt x="27238" y="13636"/>
                  </a:lnTo>
                  <a:lnTo>
                    <a:pt x="272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0" name="Google Shape;5960;p36"/>
            <p:cNvSpPr/>
            <p:nvPr/>
          </p:nvSpPr>
          <p:spPr>
            <a:xfrm>
              <a:off x="1530675" y="4492550"/>
              <a:ext cx="3177200" cy="680975"/>
            </a:xfrm>
            <a:custGeom>
              <a:rect b="b" l="l" r="r" t="t"/>
              <a:pathLst>
                <a:path extrusionOk="0" h="27239" w="127088">
                  <a:moveTo>
                    <a:pt x="0" y="1"/>
                  </a:moveTo>
                  <a:lnTo>
                    <a:pt x="0" y="27238"/>
                  </a:lnTo>
                  <a:lnTo>
                    <a:pt x="127087" y="27238"/>
                  </a:lnTo>
                  <a:lnTo>
                    <a:pt x="127087" y="13636"/>
                  </a:lnTo>
                  <a:lnTo>
                    <a:pt x="13636" y="13636"/>
                  </a:lnTo>
                  <a:lnTo>
                    <a:pt x="136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1" name="Google Shape;5961;p36"/>
            <p:cNvSpPr/>
            <p:nvPr/>
          </p:nvSpPr>
          <p:spPr>
            <a:xfrm>
              <a:off x="3460150" y="861975"/>
              <a:ext cx="340075" cy="340900"/>
            </a:xfrm>
            <a:custGeom>
              <a:rect b="b" l="l" r="r" t="t"/>
              <a:pathLst>
                <a:path extrusionOk="0" h="13636" w="13603">
                  <a:moveTo>
                    <a:pt x="0" y="0"/>
                  </a:moveTo>
                  <a:lnTo>
                    <a:pt x="0" y="13635"/>
                  </a:lnTo>
                  <a:lnTo>
                    <a:pt x="13603" y="13635"/>
                  </a:lnTo>
                  <a:lnTo>
                    <a:pt x="136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2" name="Google Shape;5962;p36"/>
            <p:cNvSpPr/>
            <p:nvPr/>
          </p:nvSpPr>
          <p:spPr>
            <a:xfrm>
              <a:off x="2665850" y="1202850"/>
              <a:ext cx="794325" cy="1021025"/>
            </a:xfrm>
            <a:custGeom>
              <a:rect b="b" l="l" r="r" t="t"/>
              <a:pathLst>
                <a:path extrusionOk="0" h="40841" w="31773">
                  <a:moveTo>
                    <a:pt x="18137" y="0"/>
                  </a:moveTo>
                  <a:lnTo>
                    <a:pt x="18137" y="27205"/>
                  </a:lnTo>
                  <a:lnTo>
                    <a:pt x="0" y="27205"/>
                  </a:lnTo>
                  <a:lnTo>
                    <a:pt x="0" y="40840"/>
                  </a:lnTo>
                  <a:lnTo>
                    <a:pt x="31772" y="40840"/>
                  </a:lnTo>
                  <a:lnTo>
                    <a:pt x="317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3" name="Google Shape;5963;p36"/>
            <p:cNvSpPr/>
            <p:nvPr/>
          </p:nvSpPr>
          <p:spPr>
            <a:xfrm>
              <a:off x="5047900" y="861975"/>
              <a:ext cx="340925" cy="340900"/>
            </a:xfrm>
            <a:custGeom>
              <a:rect b="b" l="l" r="r" t="t"/>
              <a:pathLst>
                <a:path extrusionOk="0" h="13636" w="13637">
                  <a:moveTo>
                    <a:pt x="1" y="0"/>
                  </a:moveTo>
                  <a:lnTo>
                    <a:pt x="1" y="13635"/>
                  </a:lnTo>
                  <a:lnTo>
                    <a:pt x="13636" y="13635"/>
                  </a:lnTo>
                  <a:lnTo>
                    <a:pt x="136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4" name="Google Shape;5964;p36"/>
            <p:cNvSpPr/>
            <p:nvPr/>
          </p:nvSpPr>
          <p:spPr>
            <a:xfrm>
              <a:off x="5388800" y="1202850"/>
              <a:ext cx="1021025" cy="1361075"/>
            </a:xfrm>
            <a:custGeom>
              <a:rect b="b" l="l" r="r" t="t"/>
              <a:pathLst>
                <a:path extrusionOk="0" h="54443" w="40841">
                  <a:moveTo>
                    <a:pt x="0" y="0"/>
                  </a:moveTo>
                  <a:lnTo>
                    <a:pt x="0" y="40840"/>
                  </a:lnTo>
                  <a:lnTo>
                    <a:pt x="27238" y="40840"/>
                  </a:lnTo>
                  <a:lnTo>
                    <a:pt x="27238" y="54443"/>
                  </a:lnTo>
                  <a:lnTo>
                    <a:pt x="40840" y="54443"/>
                  </a:lnTo>
                  <a:lnTo>
                    <a:pt x="40840" y="27205"/>
                  </a:lnTo>
                  <a:lnTo>
                    <a:pt x="13603" y="27205"/>
                  </a:lnTo>
                  <a:lnTo>
                    <a:pt x="136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5" name="Google Shape;5965;p36"/>
            <p:cNvSpPr/>
            <p:nvPr/>
          </p:nvSpPr>
          <p:spPr>
            <a:xfrm>
              <a:off x="5047900" y="4152500"/>
              <a:ext cx="340925" cy="340075"/>
            </a:xfrm>
            <a:custGeom>
              <a:rect b="b" l="l" r="r" t="t"/>
              <a:pathLst>
                <a:path extrusionOk="0" h="13603" w="13637">
                  <a:moveTo>
                    <a:pt x="1" y="0"/>
                  </a:moveTo>
                  <a:lnTo>
                    <a:pt x="1" y="13603"/>
                  </a:lnTo>
                  <a:lnTo>
                    <a:pt x="13636" y="13603"/>
                  </a:lnTo>
                  <a:lnTo>
                    <a:pt x="136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6" name="Google Shape;5966;p36"/>
            <p:cNvSpPr/>
            <p:nvPr/>
          </p:nvSpPr>
          <p:spPr>
            <a:xfrm>
              <a:off x="1871550" y="4152500"/>
              <a:ext cx="340100" cy="340075"/>
            </a:xfrm>
            <a:custGeom>
              <a:rect b="b" l="l" r="r" t="t"/>
              <a:pathLst>
                <a:path extrusionOk="0" h="13603" w="13604">
                  <a:moveTo>
                    <a:pt x="1" y="0"/>
                  </a:moveTo>
                  <a:lnTo>
                    <a:pt x="1" y="13603"/>
                  </a:lnTo>
                  <a:lnTo>
                    <a:pt x="13603" y="13603"/>
                  </a:lnTo>
                  <a:lnTo>
                    <a:pt x="136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7" name="Google Shape;5967;p36"/>
            <p:cNvSpPr/>
            <p:nvPr/>
          </p:nvSpPr>
          <p:spPr>
            <a:xfrm>
              <a:off x="4707850" y="4492550"/>
              <a:ext cx="340075" cy="340900"/>
            </a:xfrm>
            <a:custGeom>
              <a:rect b="b" l="l" r="r" t="t"/>
              <a:pathLst>
                <a:path extrusionOk="0" h="13636" w="13603">
                  <a:moveTo>
                    <a:pt x="0" y="1"/>
                  </a:moveTo>
                  <a:lnTo>
                    <a:pt x="0" y="13636"/>
                  </a:lnTo>
                  <a:lnTo>
                    <a:pt x="13603" y="13636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8" name="Google Shape;5968;p36"/>
            <p:cNvSpPr/>
            <p:nvPr/>
          </p:nvSpPr>
          <p:spPr>
            <a:xfrm>
              <a:off x="5728850" y="2563900"/>
              <a:ext cx="340900" cy="340900"/>
            </a:xfrm>
            <a:custGeom>
              <a:rect b="b" l="l" r="r" t="t"/>
              <a:pathLst>
                <a:path extrusionOk="0" h="13636" w="13636">
                  <a:moveTo>
                    <a:pt x="1" y="1"/>
                  </a:moveTo>
                  <a:lnTo>
                    <a:pt x="1" y="13636"/>
                  </a:lnTo>
                  <a:lnTo>
                    <a:pt x="13636" y="13636"/>
                  </a:lnTo>
                  <a:lnTo>
                    <a:pt x="136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9" name="Google Shape;5969;p36"/>
            <p:cNvSpPr/>
            <p:nvPr/>
          </p:nvSpPr>
          <p:spPr>
            <a:xfrm>
              <a:off x="5388800" y="2904775"/>
              <a:ext cx="340075" cy="1247750"/>
            </a:xfrm>
            <a:custGeom>
              <a:rect b="b" l="l" r="r" t="t"/>
              <a:pathLst>
                <a:path extrusionOk="0" h="49910" w="13603">
                  <a:moveTo>
                    <a:pt x="0" y="1"/>
                  </a:moveTo>
                  <a:lnTo>
                    <a:pt x="0" y="49909"/>
                  </a:lnTo>
                  <a:lnTo>
                    <a:pt x="13603" y="49909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0" name="Google Shape;5970;p36"/>
            <p:cNvSpPr/>
            <p:nvPr/>
          </p:nvSpPr>
          <p:spPr>
            <a:xfrm>
              <a:off x="2211625" y="1542900"/>
              <a:ext cx="454250" cy="340100"/>
            </a:xfrm>
            <a:custGeom>
              <a:rect b="b" l="l" r="r" t="t"/>
              <a:pathLst>
                <a:path extrusionOk="0" h="13604" w="18170">
                  <a:moveTo>
                    <a:pt x="0" y="1"/>
                  </a:moveTo>
                  <a:lnTo>
                    <a:pt x="0" y="13603"/>
                  </a:lnTo>
                  <a:lnTo>
                    <a:pt x="18169" y="13603"/>
                  </a:lnTo>
                  <a:lnTo>
                    <a:pt x="181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1" name="Google Shape;5971;p36"/>
            <p:cNvSpPr/>
            <p:nvPr/>
          </p:nvSpPr>
          <p:spPr>
            <a:xfrm>
              <a:off x="1871550" y="1202850"/>
              <a:ext cx="340100" cy="340075"/>
            </a:xfrm>
            <a:custGeom>
              <a:rect b="b" l="l" r="r" t="t"/>
              <a:pathLst>
                <a:path extrusionOk="0" h="13603" w="13604">
                  <a:moveTo>
                    <a:pt x="1" y="0"/>
                  </a:moveTo>
                  <a:lnTo>
                    <a:pt x="1" y="13603"/>
                  </a:lnTo>
                  <a:lnTo>
                    <a:pt x="13603" y="13603"/>
                  </a:lnTo>
                  <a:lnTo>
                    <a:pt x="136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2" name="Google Shape;5972;p36"/>
            <p:cNvSpPr/>
            <p:nvPr/>
          </p:nvSpPr>
          <p:spPr>
            <a:xfrm>
              <a:off x="1190625" y="861975"/>
              <a:ext cx="680950" cy="1928675"/>
            </a:xfrm>
            <a:custGeom>
              <a:rect b="b" l="l" r="r" t="t"/>
              <a:pathLst>
                <a:path extrusionOk="0" h="77147" w="27238">
                  <a:moveTo>
                    <a:pt x="0" y="0"/>
                  </a:moveTo>
                  <a:lnTo>
                    <a:pt x="0" y="77146"/>
                  </a:lnTo>
                  <a:lnTo>
                    <a:pt x="13602" y="77146"/>
                  </a:lnTo>
                  <a:lnTo>
                    <a:pt x="13602" y="13635"/>
                  </a:lnTo>
                  <a:lnTo>
                    <a:pt x="27238" y="13635"/>
                  </a:lnTo>
                  <a:lnTo>
                    <a:pt x="272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3" name="Google Shape;5973;p36"/>
            <p:cNvSpPr/>
            <p:nvPr/>
          </p:nvSpPr>
          <p:spPr>
            <a:xfrm>
              <a:off x="1530675" y="2790625"/>
              <a:ext cx="340900" cy="340900"/>
            </a:xfrm>
            <a:custGeom>
              <a:rect b="b" l="l" r="r" t="t"/>
              <a:pathLst>
                <a:path extrusionOk="0" h="13636" w="13636">
                  <a:moveTo>
                    <a:pt x="0" y="0"/>
                  </a:moveTo>
                  <a:lnTo>
                    <a:pt x="0" y="13635"/>
                  </a:lnTo>
                  <a:lnTo>
                    <a:pt x="13636" y="13635"/>
                  </a:lnTo>
                  <a:lnTo>
                    <a:pt x="136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4" name="Google Shape;5974;p36"/>
            <p:cNvSpPr/>
            <p:nvPr/>
          </p:nvSpPr>
          <p:spPr>
            <a:xfrm>
              <a:off x="1871550" y="3131500"/>
              <a:ext cx="340100" cy="340075"/>
            </a:xfrm>
            <a:custGeom>
              <a:rect b="b" l="l" r="r" t="t"/>
              <a:pathLst>
                <a:path extrusionOk="0" h="13603" w="13604">
                  <a:moveTo>
                    <a:pt x="1" y="0"/>
                  </a:moveTo>
                  <a:lnTo>
                    <a:pt x="1" y="13603"/>
                  </a:lnTo>
                  <a:lnTo>
                    <a:pt x="13603" y="13603"/>
                  </a:lnTo>
                  <a:lnTo>
                    <a:pt x="136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75" name="Google Shape;5975;p36"/>
          <p:cNvGrpSpPr/>
          <p:nvPr/>
        </p:nvGrpSpPr>
        <p:grpSpPr>
          <a:xfrm>
            <a:off x="4381556" y="4308949"/>
            <a:ext cx="217320" cy="356993"/>
            <a:chOff x="2211625" y="238125"/>
            <a:chExt cx="3177200" cy="5219200"/>
          </a:xfrm>
        </p:grpSpPr>
        <p:sp>
          <p:nvSpPr>
            <p:cNvPr id="5976" name="Google Shape;5976;p36"/>
            <p:cNvSpPr/>
            <p:nvPr/>
          </p:nvSpPr>
          <p:spPr>
            <a:xfrm>
              <a:off x="2211625" y="238125"/>
              <a:ext cx="3177200" cy="5219200"/>
            </a:xfrm>
            <a:custGeom>
              <a:rect b="b" l="l" r="r" t="t"/>
              <a:pathLst>
                <a:path extrusionOk="0" h="208768" w="127088">
                  <a:moveTo>
                    <a:pt x="54475" y="0"/>
                  </a:moveTo>
                  <a:lnTo>
                    <a:pt x="54475" y="13602"/>
                  </a:lnTo>
                  <a:lnTo>
                    <a:pt x="40840" y="13602"/>
                  </a:lnTo>
                  <a:lnTo>
                    <a:pt x="40840" y="27238"/>
                  </a:lnTo>
                  <a:lnTo>
                    <a:pt x="27238" y="27238"/>
                  </a:lnTo>
                  <a:lnTo>
                    <a:pt x="27238" y="68078"/>
                  </a:lnTo>
                  <a:lnTo>
                    <a:pt x="0" y="68078"/>
                  </a:lnTo>
                  <a:lnTo>
                    <a:pt x="0" y="117986"/>
                  </a:lnTo>
                  <a:lnTo>
                    <a:pt x="27238" y="117986"/>
                  </a:lnTo>
                  <a:lnTo>
                    <a:pt x="27238" y="208767"/>
                  </a:lnTo>
                  <a:lnTo>
                    <a:pt x="81713" y="208767"/>
                  </a:lnTo>
                  <a:lnTo>
                    <a:pt x="81713" y="117986"/>
                  </a:lnTo>
                  <a:lnTo>
                    <a:pt x="108918" y="117986"/>
                  </a:lnTo>
                  <a:lnTo>
                    <a:pt x="108918" y="68078"/>
                  </a:lnTo>
                  <a:lnTo>
                    <a:pt x="81713" y="68078"/>
                  </a:lnTo>
                  <a:lnTo>
                    <a:pt x="81713" y="49908"/>
                  </a:lnTo>
                  <a:lnTo>
                    <a:pt x="127087" y="49908"/>
                  </a:lnTo>
                  <a:lnTo>
                    <a:pt x="1270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7" name="Google Shape;5977;p36"/>
            <p:cNvSpPr/>
            <p:nvPr/>
          </p:nvSpPr>
          <p:spPr>
            <a:xfrm>
              <a:off x="2892550" y="238125"/>
              <a:ext cx="1021025" cy="1021025"/>
            </a:xfrm>
            <a:custGeom>
              <a:rect b="b" l="l" r="r" t="t"/>
              <a:pathLst>
                <a:path extrusionOk="0" h="40841" w="40841">
                  <a:moveTo>
                    <a:pt x="27238" y="0"/>
                  </a:moveTo>
                  <a:lnTo>
                    <a:pt x="27238" y="13602"/>
                  </a:lnTo>
                  <a:lnTo>
                    <a:pt x="13603" y="13602"/>
                  </a:lnTo>
                  <a:lnTo>
                    <a:pt x="13603" y="27238"/>
                  </a:lnTo>
                  <a:lnTo>
                    <a:pt x="1" y="27238"/>
                  </a:lnTo>
                  <a:lnTo>
                    <a:pt x="1" y="40840"/>
                  </a:lnTo>
                  <a:lnTo>
                    <a:pt x="27238" y="40840"/>
                  </a:lnTo>
                  <a:lnTo>
                    <a:pt x="27238" y="27238"/>
                  </a:lnTo>
                  <a:lnTo>
                    <a:pt x="40841" y="27238"/>
                  </a:lnTo>
                  <a:lnTo>
                    <a:pt x="408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8" name="Google Shape;5978;p36"/>
            <p:cNvSpPr/>
            <p:nvPr/>
          </p:nvSpPr>
          <p:spPr>
            <a:xfrm>
              <a:off x="3573500" y="238125"/>
              <a:ext cx="1815325" cy="1247725"/>
            </a:xfrm>
            <a:custGeom>
              <a:rect b="b" l="l" r="r" t="t"/>
              <a:pathLst>
                <a:path extrusionOk="0" h="49909" w="72613">
                  <a:moveTo>
                    <a:pt x="0" y="0"/>
                  </a:moveTo>
                  <a:lnTo>
                    <a:pt x="0" y="13602"/>
                  </a:lnTo>
                  <a:lnTo>
                    <a:pt x="58977" y="13602"/>
                  </a:lnTo>
                  <a:lnTo>
                    <a:pt x="58977" y="36306"/>
                  </a:lnTo>
                  <a:lnTo>
                    <a:pt x="27238" y="36306"/>
                  </a:lnTo>
                  <a:lnTo>
                    <a:pt x="27238" y="49908"/>
                  </a:lnTo>
                  <a:lnTo>
                    <a:pt x="72612" y="49908"/>
                  </a:lnTo>
                  <a:lnTo>
                    <a:pt x="726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9" name="Google Shape;5979;p36"/>
            <p:cNvSpPr/>
            <p:nvPr/>
          </p:nvSpPr>
          <p:spPr>
            <a:xfrm>
              <a:off x="3232625" y="578175"/>
              <a:ext cx="340900" cy="340900"/>
            </a:xfrm>
            <a:custGeom>
              <a:rect b="b" l="l" r="r" t="t"/>
              <a:pathLst>
                <a:path extrusionOk="0" h="13636" w="13636">
                  <a:moveTo>
                    <a:pt x="0" y="0"/>
                  </a:moveTo>
                  <a:lnTo>
                    <a:pt x="0" y="13636"/>
                  </a:lnTo>
                  <a:lnTo>
                    <a:pt x="13635" y="13636"/>
                  </a:lnTo>
                  <a:lnTo>
                    <a:pt x="136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0" name="Google Shape;5980;p36"/>
            <p:cNvSpPr/>
            <p:nvPr/>
          </p:nvSpPr>
          <p:spPr>
            <a:xfrm>
              <a:off x="2211625" y="919050"/>
              <a:ext cx="2722950" cy="4538275"/>
            </a:xfrm>
            <a:custGeom>
              <a:rect b="b" l="l" r="r" t="t"/>
              <a:pathLst>
                <a:path extrusionOk="0" h="181531" w="108918">
                  <a:moveTo>
                    <a:pt x="27238" y="1"/>
                  </a:moveTo>
                  <a:lnTo>
                    <a:pt x="27238" y="40841"/>
                  </a:lnTo>
                  <a:lnTo>
                    <a:pt x="0" y="40841"/>
                  </a:lnTo>
                  <a:lnTo>
                    <a:pt x="0" y="90749"/>
                  </a:lnTo>
                  <a:lnTo>
                    <a:pt x="27238" y="90749"/>
                  </a:lnTo>
                  <a:lnTo>
                    <a:pt x="27238" y="181530"/>
                  </a:lnTo>
                  <a:lnTo>
                    <a:pt x="81713" y="181530"/>
                  </a:lnTo>
                  <a:lnTo>
                    <a:pt x="81713" y="90749"/>
                  </a:lnTo>
                  <a:lnTo>
                    <a:pt x="108918" y="90749"/>
                  </a:lnTo>
                  <a:lnTo>
                    <a:pt x="108918" y="40841"/>
                  </a:lnTo>
                  <a:lnTo>
                    <a:pt x="81713" y="40841"/>
                  </a:lnTo>
                  <a:lnTo>
                    <a:pt x="81713" y="22671"/>
                  </a:lnTo>
                  <a:lnTo>
                    <a:pt x="68078" y="22671"/>
                  </a:lnTo>
                  <a:lnTo>
                    <a:pt x="68078" y="54443"/>
                  </a:lnTo>
                  <a:lnTo>
                    <a:pt x="95315" y="54443"/>
                  </a:lnTo>
                  <a:lnTo>
                    <a:pt x="95315" y="77147"/>
                  </a:lnTo>
                  <a:lnTo>
                    <a:pt x="68078" y="77147"/>
                  </a:lnTo>
                  <a:lnTo>
                    <a:pt x="68078" y="167928"/>
                  </a:lnTo>
                  <a:lnTo>
                    <a:pt x="40840" y="167928"/>
                  </a:lnTo>
                  <a:lnTo>
                    <a:pt x="40840" y="77147"/>
                  </a:lnTo>
                  <a:lnTo>
                    <a:pt x="13635" y="77147"/>
                  </a:lnTo>
                  <a:lnTo>
                    <a:pt x="13635" y="54443"/>
                  </a:lnTo>
                  <a:lnTo>
                    <a:pt x="40840" y="54443"/>
                  </a:lnTo>
                  <a:lnTo>
                    <a:pt x="408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1" name="Google Shape;5981;p36"/>
          <p:cNvGrpSpPr/>
          <p:nvPr/>
        </p:nvGrpSpPr>
        <p:grpSpPr>
          <a:xfrm>
            <a:off x="3685926" y="4308949"/>
            <a:ext cx="356993" cy="356993"/>
            <a:chOff x="1190625" y="238125"/>
            <a:chExt cx="5219200" cy="5219200"/>
          </a:xfrm>
        </p:grpSpPr>
        <p:sp>
          <p:nvSpPr>
            <p:cNvPr id="5982" name="Google Shape;5982;p36"/>
            <p:cNvSpPr/>
            <p:nvPr/>
          </p:nvSpPr>
          <p:spPr>
            <a:xfrm>
              <a:off x="1190625" y="1940050"/>
              <a:ext cx="1361900" cy="3517275"/>
            </a:xfrm>
            <a:custGeom>
              <a:rect b="b" l="l" r="r" t="t"/>
              <a:pathLst>
                <a:path extrusionOk="0" h="140691" w="54476">
                  <a:moveTo>
                    <a:pt x="0" y="1"/>
                  </a:moveTo>
                  <a:lnTo>
                    <a:pt x="0" y="140690"/>
                  </a:lnTo>
                  <a:lnTo>
                    <a:pt x="54475" y="140690"/>
                  </a:lnTo>
                  <a:lnTo>
                    <a:pt x="544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3" name="Google Shape;5983;p36"/>
            <p:cNvSpPr/>
            <p:nvPr/>
          </p:nvSpPr>
          <p:spPr>
            <a:xfrm>
              <a:off x="1190625" y="238125"/>
              <a:ext cx="1361900" cy="1361900"/>
            </a:xfrm>
            <a:custGeom>
              <a:rect b="b" l="l" r="r" t="t"/>
              <a:pathLst>
                <a:path extrusionOk="0" h="54476" w="54476">
                  <a:moveTo>
                    <a:pt x="13602" y="0"/>
                  </a:moveTo>
                  <a:lnTo>
                    <a:pt x="13602" y="13602"/>
                  </a:lnTo>
                  <a:lnTo>
                    <a:pt x="0" y="13602"/>
                  </a:lnTo>
                  <a:lnTo>
                    <a:pt x="0" y="40840"/>
                  </a:lnTo>
                  <a:lnTo>
                    <a:pt x="13602" y="40840"/>
                  </a:lnTo>
                  <a:lnTo>
                    <a:pt x="13602" y="54475"/>
                  </a:lnTo>
                  <a:lnTo>
                    <a:pt x="40840" y="54475"/>
                  </a:lnTo>
                  <a:lnTo>
                    <a:pt x="40840" y="40840"/>
                  </a:lnTo>
                  <a:lnTo>
                    <a:pt x="54475" y="40840"/>
                  </a:lnTo>
                  <a:lnTo>
                    <a:pt x="54475" y="13602"/>
                  </a:lnTo>
                  <a:lnTo>
                    <a:pt x="40840" y="13602"/>
                  </a:lnTo>
                  <a:lnTo>
                    <a:pt x="408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4" name="Google Shape;5984;p36"/>
            <p:cNvSpPr/>
            <p:nvPr/>
          </p:nvSpPr>
          <p:spPr>
            <a:xfrm>
              <a:off x="3005900" y="1940050"/>
              <a:ext cx="3403925" cy="3517275"/>
            </a:xfrm>
            <a:custGeom>
              <a:rect b="b" l="l" r="r" t="t"/>
              <a:pathLst>
                <a:path extrusionOk="0" h="140691" w="136157">
                  <a:moveTo>
                    <a:pt x="1" y="1"/>
                  </a:moveTo>
                  <a:lnTo>
                    <a:pt x="1" y="140690"/>
                  </a:lnTo>
                  <a:lnTo>
                    <a:pt x="49942" y="140690"/>
                  </a:lnTo>
                  <a:lnTo>
                    <a:pt x="49942" y="54476"/>
                  </a:lnTo>
                  <a:lnTo>
                    <a:pt x="86248" y="54476"/>
                  </a:lnTo>
                  <a:lnTo>
                    <a:pt x="86248" y="140690"/>
                  </a:lnTo>
                  <a:lnTo>
                    <a:pt x="136156" y="140690"/>
                  </a:lnTo>
                  <a:lnTo>
                    <a:pt x="136156" y="27238"/>
                  </a:lnTo>
                  <a:lnTo>
                    <a:pt x="122554" y="27238"/>
                  </a:lnTo>
                  <a:lnTo>
                    <a:pt x="122554" y="13603"/>
                  </a:lnTo>
                  <a:lnTo>
                    <a:pt x="108919" y="13603"/>
                  </a:lnTo>
                  <a:lnTo>
                    <a:pt x="1089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5" name="Google Shape;5985;p36"/>
            <p:cNvSpPr/>
            <p:nvPr/>
          </p:nvSpPr>
          <p:spPr>
            <a:xfrm>
              <a:off x="1190625" y="238125"/>
              <a:ext cx="680950" cy="680950"/>
            </a:xfrm>
            <a:custGeom>
              <a:rect b="b" l="l" r="r" t="t"/>
              <a:pathLst>
                <a:path extrusionOk="0" h="27238" w="27238">
                  <a:moveTo>
                    <a:pt x="13602" y="0"/>
                  </a:moveTo>
                  <a:lnTo>
                    <a:pt x="13602" y="13602"/>
                  </a:lnTo>
                  <a:lnTo>
                    <a:pt x="0" y="13602"/>
                  </a:lnTo>
                  <a:lnTo>
                    <a:pt x="0" y="27238"/>
                  </a:lnTo>
                  <a:lnTo>
                    <a:pt x="27238" y="27238"/>
                  </a:lnTo>
                  <a:lnTo>
                    <a:pt x="27238" y="13602"/>
                  </a:lnTo>
                  <a:lnTo>
                    <a:pt x="272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6" name="Google Shape;5986;p36"/>
            <p:cNvSpPr/>
            <p:nvPr/>
          </p:nvSpPr>
          <p:spPr>
            <a:xfrm>
              <a:off x="3913550" y="1940050"/>
              <a:ext cx="680975" cy="680975"/>
            </a:xfrm>
            <a:custGeom>
              <a:rect b="b" l="l" r="r" t="t"/>
              <a:pathLst>
                <a:path extrusionOk="0" h="27239" w="27239">
                  <a:moveTo>
                    <a:pt x="1" y="1"/>
                  </a:moveTo>
                  <a:lnTo>
                    <a:pt x="1" y="27238"/>
                  </a:lnTo>
                  <a:lnTo>
                    <a:pt x="27238" y="27238"/>
                  </a:lnTo>
                  <a:lnTo>
                    <a:pt x="27238" y="13603"/>
                  </a:lnTo>
                  <a:lnTo>
                    <a:pt x="272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7" name="Google Shape;5987;p36"/>
            <p:cNvSpPr/>
            <p:nvPr/>
          </p:nvSpPr>
          <p:spPr>
            <a:xfrm>
              <a:off x="3005900" y="1940050"/>
              <a:ext cx="680975" cy="680975"/>
            </a:xfrm>
            <a:custGeom>
              <a:rect b="b" l="l" r="r" t="t"/>
              <a:pathLst>
                <a:path extrusionOk="0" h="27239" w="27239">
                  <a:moveTo>
                    <a:pt x="1" y="1"/>
                  </a:moveTo>
                  <a:lnTo>
                    <a:pt x="1" y="27238"/>
                  </a:lnTo>
                  <a:lnTo>
                    <a:pt x="27238" y="27238"/>
                  </a:lnTo>
                  <a:lnTo>
                    <a:pt x="27238" y="13603"/>
                  </a:lnTo>
                  <a:lnTo>
                    <a:pt x="272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8" name="Google Shape;5988;p36"/>
            <p:cNvSpPr/>
            <p:nvPr/>
          </p:nvSpPr>
          <p:spPr>
            <a:xfrm>
              <a:off x="1190625" y="1940050"/>
              <a:ext cx="680950" cy="680975"/>
            </a:xfrm>
            <a:custGeom>
              <a:rect b="b" l="l" r="r" t="t"/>
              <a:pathLst>
                <a:path extrusionOk="0" h="27239" w="27238">
                  <a:moveTo>
                    <a:pt x="0" y="1"/>
                  </a:moveTo>
                  <a:lnTo>
                    <a:pt x="0" y="27238"/>
                  </a:lnTo>
                  <a:lnTo>
                    <a:pt x="27238" y="27238"/>
                  </a:lnTo>
                  <a:lnTo>
                    <a:pt x="27238" y="13603"/>
                  </a:lnTo>
                  <a:lnTo>
                    <a:pt x="272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9" name="Google Shape;5989;p36"/>
            <p:cNvSpPr/>
            <p:nvPr/>
          </p:nvSpPr>
          <p:spPr>
            <a:xfrm>
              <a:off x="3005900" y="1940050"/>
              <a:ext cx="2722975" cy="3517275"/>
            </a:xfrm>
            <a:custGeom>
              <a:rect b="b" l="l" r="r" t="t"/>
              <a:pathLst>
                <a:path extrusionOk="0" h="140691" w="108919">
                  <a:moveTo>
                    <a:pt x="1" y="1"/>
                  </a:moveTo>
                  <a:lnTo>
                    <a:pt x="1" y="140690"/>
                  </a:lnTo>
                  <a:lnTo>
                    <a:pt x="49942" y="140690"/>
                  </a:lnTo>
                  <a:lnTo>
                    <a:pt x="49942" y="54476"/>
                  </a:lnTo>
                  <a:lnTo>
                    <a:pt x="36307" y="54476"/>
                  </a:lnTo>
                  <a:lnTo>
                    <a:pt x="36307" y="127088"/>
                  </a:lnTo>
                  <a:lnTo>
                    <a:pt x="13603" y="127088"/>
                  </a:lnTo>
                  <a:lnTo>
                    <a:pt x="13603" y="13603"/>
                  </a:lnTo>
                  <a:lnTo>
                    <a:pt x="36307" y="13603"/>
                  </a:lnTo>
                  <a:lnTo>
                    <a:pt x="36307" y="27238"/>
                  </a:lnTo>
                  <a:lnTo>
                    <a:pt x="49942" y="27238"/>
                  </a:lnTo>
                  <a:lnTo>
                    <a:pt x="49942" y="13603"/>
                  </a:lnTo>
                  <a:lnTo>
                    <a:pt x="108919" y="13603"/>
                  </a:lnTo>
                  <a:lnTo>
                    <a:pt x="1089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0" name="Google Shape;5990;p36"/>
            <p:cNvSpPr/>
            <p:nvPr/>
          </p:nvSpPr>
          <p:spPr>
            <a:xfrm>
              <a:off x="5162075" y="2621000"/>
              <a:ext cx="1247750" cy="2836325"/>
            </a:xfrm>
            <a:custGeom>
              <a:rect b="b" l="l" r="r" t="t"/>
              <a:pathLst>
                <a:path extrusionOk="0" h="113453" w="49910">
                  <a:moveTo>
                    <a:pt x="36307" y="0"/>
                  </a:moveTo>
                  <a:lnTo>
                    <a:pt x="36307" y="99850"/>
                  </a:lnTo>
                  <a:lnTo>
                    <a:pt x="13603" y="99850"/>
                  </a:lnTo>
                  <a:lnTo>
                    <a:pt x="13603" y="27238"/>
                  </a:lnTo>
                  <a:lnTo>
                    <a:pt x="1" y="27238"/>
                  </a:lnTo>
                  <a:lnTo>
                    <a:pt x="1" y="113452"/>
                  </a:lnTo>
                  <a:lnTo>
                    <a:pt x="49909" y="113452"/>
                  </a:lnTo>
                  <a:lnTo>
                    <a:pt x="499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1" name="Google Shape;5991;p36"/>
            <p:cNvSpPr/>
            <p:nvPr/>
          </p:nvSpPr>
          <p:spPr>
            <a:xfrm>
              <a:off x="1190625" y="1940050"/>
              <a:ext cx="1361900" cy="3517275"/>
            </a:xfrm>
            <a:custGeom>
              <a:rect b="b" l="l" r="r" t="t"/>
              <a:pathLst>
                <a:path extrusionOk="0" h="140691" w="54476">
                  <a:moveTo>
                    <a:pt x="40840" y="13603"/>
                  </a:moveTo>
                  <a:lnTo>
                    <a:pt x="40840" y="127088"/>
                  </a:lnTo>
                  <a:lnTo>
                    <a:pt x="13602" y="127088"/>
                  </a:lnTo>
                  <a:lnTo>
                    <a:pt x="13602" y="13603"/>
                  </a:lnTo>
                  <a:close/>
                  <a:moveTo>
                    <a:pt x="0" y="1"/>
                  </a:moveTo>
                  <a:lnTo>
                    <a:pt x="0" y="140690"/>
                  </a:lnTo>
                  <a:lnTo>
                    <a:pt x="54475" y="140690"/>
                  </a:lnTo>
                  <a:lnTo>
                    <a:pt x="544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2" name="Google Shape;5992;p36"/>
            <p:cNvSpPr/>
            <p:nvPr/>
          </p:nvSpPr>
          <p:spPr>
            <a:xfrm>
              <a:off x="1530675" y="238125"/>
              <a:ext cx="680975" cy="340075"/>
            </a:xfrm>
            <a:custGeom>
              <a:rect b="b" l="l" r="r" t="t"/>
              <a:pathLst>
                <a:path extrusionOk="0" h="13603" w="27239">
                  <a:moveTo>
                    <a:pt x="0" y="0"/>
                  </a:moveTo>
                  <a:lnTo>
                    <a:pt x="0" y="13602"/>
                  </a:lnTo>
                  <a:lnTo>
                    <a:pt x="27238" y="13602"/>
                  </a:lnTo>
                  <a:lnTo>
                    <a:pt x="272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3" name="Google Shape;5993;p36"/>
            <p:cNvSpPr/>
            <p:nvPr/>
          </p:nvSpPr>
          <p:spPr>
            <a:xfrm>
              <a:off x="1530675" y="1259125"/>
              <a:ext cx="680975" cy="340900"/>
            </a:xfrm>
            <a:custGeom>
              <a:rect b="b" l="l" r="r" t="t"/>
              <a:pathLst>
                <a:path extrusionOk="0" h="13636" w="27239">
                  <a:moveTo>
                    <a:pt x="0" y="0"/>
                  </a:moveTo>
                  <a:lnTo>
                    <a:pt x="0" y="13635"/>
                  </a:lnTo>
                  <a:lnTo>
                    <a:pt x="27238" y="13635"/>
                  </a:lnTo>
                  <a:lnTo>
                    <a:pt x="272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4" name="Google Shape;5994;p36"/>
            <p:cNvSpPr/>
            <p:nvPr/>
          </p:nvSpPr>
          <p:spPr>
            <a:xfrm>
              <a:off x="1190625" y="578175"/>
              <a:ext cx="340075" cy="680975"/>
            </a:xfrm>
            <a:custGeom>
              <a:rect b="b" l="l" r="r" t="t"/>
              <a:pathLst>
                <a:path extrusionOk="0" h="27239" w="13603">
                  <a:moveTo>
                    <a:pt x="0" y="0"/>
                  </a:moveTo>
                  <a:lnTo>
                    <a:pt x="0" y="27238"/>
                  </a:lnTo>
                  <a:lnTo>
                    <a:pt x="13602" y="27238"/>
                  </a:lnTo>
                  <a:lnTo>
                    <a:pt x="136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5" name="Google Shape;5995;p36"/>
            <p:cNvSpPr/>
            <p:nvPr/>
          </p:nvSpPr>
          <p:spPr>
            <a:xfrm>
              <a:off x="2211625" y="578175"/>
              <a:ext cx="340900" cy="680975"/>
            </a:xfrm>
            <a:custGeom>
              <a:rect b="b" l="l" r="r" t="t"/>
              <a:pathLst>
                <a:path extrusionOk="0" h="27239" w="13636">
                  <a:moveTo>
                    <a:pt x="0" y="0"/>
                  </a:moveTo>
                  <a:lnTo>
                    <a:pt x="0" y="27238"/>
                  </a:lnTo>
                  <a:lnTo>
                    <a:pt x="13635" y="27238"/>
                  </a:lnTo>
                  <a:lnTo>
                    <a:pt x="136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6" name="Google Shape;5996;p36"/>
            <p:cNvSpPr/>
            <p:nvPr/>
          </p:nvSpPr>
          <p:spPr>
            <a:xfrm>
              <a:off x="5728850" y="2280125"/>
              <a:ext cx="340900" cy="340900"/>
            </a:xfrm>
            <a:custGeom>
              <a:rect b="b" l="l" r="r" t="t"/>
              <a:pathLst>
                <a:path extrusionOk="0" h="13636" w="13636">
                  <a:moveTo>
                    <a:pt x="1" y="0"/>
                  </a:moveTo>
                  <a:lnTo>
                    <a:pt x="1" y="13635"/>
                  </a:lnTo>
                  <a:lnTo>
                    <a:pt x="13636" y="13635"/>
                  </a:lnTo>
                  <a:lnTo>
                    <a:pt x="136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7" name="Google Shape;5997;p36"/>
            <p:cNvSpPr/>
            <p:nvPr/>
          </p:nvSpPr>
          <p:spPr>
            <a:xfrm>
              <a:off x="4254425" y="2961050"/>
              <a:ext cx="907675" cy="340900"/>
            </a:xfrm>
            <a:custGeom>
              <a:rect b="b" l="l" r="r" t="t"/>
              <a:pathLst>
                <a:path extrusionOk="0" h="13636" w="36307">
                  <a:moveTo>
                    <a:pt x="1" y="1"/>
                  </a:moveTo>
                  <a:lnTo>
                    <a:pt x="1" y="13636"/>
                  </a:lnTo>
                  <a:lnTo>
                    <a:pt x="36307" y="13636"/>
                  </a:lnTo>
                  <a:lnTo>
                    <a:pt x="363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998" name="Google Shape;5998;p36" title="Diseño sin títu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319" y="1789075"/>
            <a:ext cx="1857350" cy="18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 Video Games Newsletter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D966"/>
      </a:accent1>
      <a:accent2>
        <a:srgbClr val="C9741B"/>
      </a:accent2>
      <a:accent3>
        <a:srgbClr val="F1C232"/>
      </a:accent3>
      <a:accent4>
        <a:srgbClr val="FFE599"/>
      </a:accent4>
      <a:accent5>
        <a:srgbClr val="BF9000"/>
      </a:accent5>
      <a:accent6>
        <a:srgbClr val="1C4587"/>
      </a:accent6>
      <a:hlink>
        <a:srgbClr val="FFD9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